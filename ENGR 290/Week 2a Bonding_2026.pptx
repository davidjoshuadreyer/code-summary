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4" r:id="rId22"/>
    <p:sldId id="273" r:id="rId23"/>
    <p:sldId id="275" r:id="rId24"/>
    <p:sldId id="276" r:id="rId25"/>
    <p:sldId id="277" r:id="rId26"/>
    <p:sldId id="278" r:id="rId27"/>
    <p:sldId id="279" r:id="rId28"/>
    <p:sldId id="280" r:id="rId29"/>
    <p:sldId id="283" r:id="rId30"/>
    <p:sldId id="282" r:id="rId31"/>
    <p:sldId id="281" r:id="rId32"/>
    <p:sldId id="284" r:id="rId33"/>
    <p:sldId id="285" r:id="rId34"/>
    <p:sldId id="286" r:id="rId35"/>
    <p:sldId id="287" r:id="rId36"/>
    <p:sldId id="288" r:id="rId37"/>
    <p:sldId id="289" r:id="rId38"/>
    <p:sldId id="290" r:id="rId39"/>
    <p:sldId id="291" r:id="rId40"/>
    <p:sldId id="292" r:id="rId41"/>
    <p:sldId id="293" r:id="rId4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1388"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Ferguson" userId="0cd76bb0-8ee4-400a-a2e9-c5584fbb7d87" providerId="ADAL" clId="{571BD18E-062A-4156-8BFF-51CC8FF95177}"/>
    <pc:docChg chg="modSld">
      <pc:chgData name="Stephen Ferguson" userId="0cd76bb0-8ee4-400a-a2e9-c5584fbb7d87" providerId="ADAL" clId="{571BD18E-062A-4156-8BFF-51CC8FF95177}" dt="2024-09-18T21:14:11.974" v="5" actId="1076"/>
      <pc:docMkLst>
        <pc:docMk/>
      </pc:docMkLst>
      <pc:sldChg chg="modSp">
        <pc:chgData name="Stephen Ferguson" userId="0cd76bb0-8ee4-400a-a2e9-c5584fbb7d87" providerId="ADAL" clId="{571BD18E-062A-4156-8BFF-51CC8FF95177}" dt="2024-09-18T21:02:47.456" v="1" actId="947"/>
        <pc:sldMkLst>
          <pc:docMk/>
          <pc:sldMk cId="0" sldId="284"/>
        </pc:sldMkLst>
        <pc:spChg chg="mod">
          <ac:chgData name="Stephen Ferguson" userId="0cd76bb0-8ee4-400a-a2e9-c5584fbb7d87" providerId="ADAL" clId="{571BD18E-062A-4156-8BFF-51CC8FF95177}" dt="2024-09-18T21:02:47.456" v="1" actId="947"/>
          <ac:spMkLst>
            <pc:docMk/>
            <pc:sldMk cId="0" sldId="284"/>
            <ac:spMk id="59395" creationId="{67B6D409-85DF-48BB-8742-9F4FBE40F637}"/>
          </ac:spMkLst>
        </pc:spChg>
      </pc:sldChg>
      <pc:sldChg chg="modSp">
        <pc:chgData name="Stephen Ferguson" userId="0cd76bb0-8ee4-400a-a2e9-c5584fbb7d87" providerId="ADAL" clId="{571BD18E-062A-4156-8BFF-51CC8FF95177}" dt="2024-09-18T21:14:11.974" v="5" actId="1076"/>
        <pc:sldMkLst>
          <pc:docMk/>
          <pc:sldMk cId="0" sldId="291"/>
        </pc:sldMkLst>
        <pc:spChg chg="mod">
          <ac:chgData name="Stephen Ferguson" userId="0cd76bb0-8ee4-400a-a2e9-c5584fbb7d87" providerId="ADAL" clId="{571BD18E-062A-4156-8BFF-51CC8FF95177}" dt="2024-09-18T21:14:11.974" v="5" actId="1076"/>
          <ac:spMkLst>
            <pc:docMk/>
            <pc:sldMk cId="0" sldId="291"/>
            <ac:spMk id="73730" creationId="{D16CB408-28EC-4594-8F1E-FE4938A72B96}"/>
          </ac:spMkLst>
        </pc:spChg>
        <pc:spChg chg="mod">
          <ac:chgData name="Stephen Ferguson" userId="0cd76bb0-8ee4-400a-a2e9-c5584fbb7d87" providerId="ADAL" clId="{571BD18E-062A-4156-8BFF-51CC8FF95177}" dt="2024-09-18T21:14:02.999" v="3" actId="1076"/>
          <ac:spMkLst>
            <pc:docMk/>
            <pc:sldMk cId="0" sldId="291"/>
            <ac:spMk id="73732" creationId="{00FF8E03-BBCE-49BF-AFEB-E45148A3E4D3}"/>
          </ac:spMkLst>
        </pc:spChg>
        <pc:graphicFrameChg chg="mod">
          <ac:chgData name="Stephen Ferguson" userId="0cd76bb0-8ee4-400a-a2e9-c5584fbb7d87" providerId="ADAL" clId="{571BD18E-062A-4156-8BFF-51CC8FF95177}" dt="2024-09-18T21:14:06.025" v="4" actId="1076"/>
          <ac:graphicFrameMkLst>
            <pc:docMk/>
            <pc:sldMk cId="0" sldId="291"/>
            <ac:graphicFrameMk id="73731" creationId="{415DC13E-E274-4685-883B-C8E9CB3FC7EC}"/>
          </ac:graphicFrameMkLst>
        </pc:graphicFrame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D6C7AE9-889B-4429-808D-A288DFCC7EE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4099" name="Rectangle 3">
            <a:extLst>
              <a:ext uri="{FF2B5EF4-FFF2-40B4-BE49-F238E27FC236}">
                <a16:creationId xmlns:a16="http://schemas.microsoft.com/office/drawing/2014/main" id="{83FB3D42-EFF1-4FF7-813D-BE9A5FFBBD43}"/>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4100" name="Rectangle 4">
            <a:extLst>
              <a:ext uri="{FF2B5EF4-FFF2-40B4-BE49-F238E27FC236}">
                <a16:creationId xmlns:a16="http://schemas.microsoft.com/office/drawing/2014/main" id="{BE4FBFB2-873B-4913-9A2E-5F0BBCAEA7C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a:extLst>
              <a:ext uri="{FF2B5EF4-FFF2-40B4-BE49-F238E27FC236}">
                <a16:creationId xmlns:a16="http://schemas.microsoft.com/office/drawing/2014/main" id="{BFF9780E-D80C-402D-A0F8-6F084B36490C}"/>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2" name="Rectangle 6">
            <a:extLst>
              <a:ext uri="{FF2B5EF4-FFF2-40B4-BE49-F238E27FC236}">
                <a16:creationId xmlns:a16="http://schemas.microsoft.com/office/drawing/2014/main" id="{CC919EFA-A8DB-49C8-8462-E13504980F61}"/>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4103" name="Rectangle 7">
            <a:extLst>
              <a:ext uri="{FF2B5EF4-FFF2-40B4-BE49-F238E27FC236}">
                <a16:creationId xmlns:a16="http://schemas.microsoft.com/office/drawing/2014/main" id="{14643AE8-FD70-4D52-ACCE-C8B965C70F86}"/>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702BEC49-8881-4CFC-8B27-685E0AC9C95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A9F8EA0-CD07-404D-8837-42382B58CD32}"/>
              </a:ext>
            </a:extLst>
          </p:cNvPr>
          <p:cNvSpPr>
            <a:spLocks noGrp="1" noChangeArrowheads="1"/>
          </p:cNvSpPr>
          <p:nvPr>
            <p:ph type="sldNum" sz="quarter" idx="5"/>
          </p:nvPr>
        </p:nvSpPr>
        <p:spPr>
          <a:ln/>
        </p:spPr>
        <p:txBody>
          <a:bodyPr/>
          <a:lstStyle/>
          <a:p>
            <a:fld id="{B478F926-89D5-483F-8CCC-B45B547AADF5}" type="slidenum">
              <a:rPr lang="en-US" altLang="en-US"/>
              <a:pPr/>
              <a:t>2</a:t>
            </a:fld>
            <a:endParaRPr lang="en-US" altLang="en-US"/>
          </a:p>
        </p:txBody>
      </p:sp>
      <p:sp>
        <p:nvSpPr>
          <p:cNvPr id="5122" name="Rectangle 2">
            <a:extLst>
              <a:ext uri="{FF2B5EF4-FFF2-40B4-BE49-F238E27FC236}">
                <a16:creationId xmlns:a16="http://schemas.microsoft.com/office/drawing/2014/main" id="{6FC3F30D-56D1-4143-9248-C6080C71AA96}"/>
              </a:ext>
            </a:extLst>
          </p:cNvPr>
          <p:cNvSpPr>
            <a:spLocks noGrp="1" noRot="1" noChangeAspect="1" noChangeArrowheads="1" noTextEdit="1"/>
          </p:cNvSpPr>
          <p:nvPr>
            <p:ph type="sldImg"/>
          </p:nvPr>
        </p:nvSpPr>
        <p:spPr>
          <a:xfrm>
            <a:off x="1152525" y="682625"/>
            <a:ext cx="4551363" cy="3413125"/>
          </a:xfrm>
          <a:ln/>
        </p:spPr>
      </p:sp>
      <p:sp>
        <p:nvSpPr>
          <p:cNvPr id="5123" name="Rectangle 3">
            <a:extLst>
              <a:ext uri="{FF2B5EF4-FFF2-40B4-BE49-F238E27FC236}">
                <a16:creationId xmlns:a16="http://schemas.microsoft.com/office/drawing/2014/main" id="{EE927E6C-5A65-4146-8B73-AB17FD622019}"/>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003A07A-B8F2-4FDD-9A3C-E5D3CF0B8CDA}"/>
              </a:ext>
            </a:extLst>
          </p:cNvPr>
          <p:cNvSpPr>
            <a:spLocks noGrp="1" noChangeArrowheads="1"/>
          </p:cNvSpPr>
          <p:nvPr>
            <p:ph type="sldNum" sz="quarter" idx="5"/>
          </p:nvPr>
        </p:nvSpPr>
        <p:spPr>
          <a:ln/>
        </p:spPr>
        <p:txBody>
          <a:bodyPr/>
          <a:lstStyle/>
          <a:p>
            <a:fld id="{4AB2CC60-CBC2-4E0E-A311-5B8B1339FCDF}" type="slidenum">
              <a:rPr lang="en-US" altLang="en-US"/>
              <a:pPr/>
              <a:t>3</a:t>
            </a:fld>
            <a:endParaRPr lang="en-US" altLang="en-US"/>
          </a:p>
        </p:txBody>
      </p:sp>
      <p:sp>
        <p:nvSpPr>
          <p:cNvPr id="7170" name="Rectangle 2">
            <a:extLst>
              <a:ext uri="{FF2B5EF4-FFF2-40B4-BE49-F238E27FC236}">
                <a16:creationId xmlns:a16="http://schemas.microsoft.com/office/drawing/2014/main" id="{57403696-7C39-40FB-8F95-9F6AF5A694A2}"/>
              </a:ext>
            </a:extLst>
          </p:cNvPr>
          <p:cNvSpPr>
            <a:spLocks noGrp="1" noRot="1" noChangeAspect="1" noChangeArrowheads="1" noTextEdit="1"/>
          </p:cNvSpPr>
          <p:nvPr>
            <p:ph type="sldImg"/>
          </p:nvPr>
        </p:nvSpPr>
        <p:spPr>
          <a:xfrm>
            <a:off x="1152525" y="682625"/>
            <a:ext cx="4551363" cy="3413125"/>
          </a:xfrm>
          <a:ln/>
        </p:spPr>
      </p:sp>
      <p:sp>
        <p:nvSpPr>
          <p:cNvPr id="7171" name="Rectangle 3">
            <a:extLst>
              <a:ext uri="{FF2B5EF4-FFF2-40B4-BE49-F238E27FC236}">
                <a16:creationId xmlns:a16="http://schemas.microsoft.com/office/drawing/2014/main" id="{4FF2A06E-6A67-4F76-9EBA-5210878A105D}"/>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2DB6112-0967-4E19-9AAA-12C9227DD29E}"/>
              </a:ext>
            </a:extLst>
          </p:cNvPr>
          <p:cNvSpPr>
            <a:spLocks noGrp="1" noChangeArrowheads="1"/>
          </p:cNvSpPr>
          <p:nvPr>
            <p:ph type="sldNum" sz="quarter" idx="5"/>
          </p:nvPr>
        </p:nvSpPr>
        <p:spPr>
          <a:ln/>
        </p:spPr>
        <p:txBody>
          <a:bodyPr/>
          <a:lstStyle/>
          <a:p>
            <a:fld id="{8C287258-5335-4A60-B1C3-1F6A0F9B96AB}" type="slidenum">
              <a:rPr lang="en-US" altLang="en-US"/>
              <a:pPr/>
              <a:t>4</a:t>
            </a:fld>
            <a:endParaRPr lang="en-US" altLang="en-US"/>
          </a:p>
        </p:txBody>
      </p:sp>
      <p:sp>
        <p:nvSpPr>
          <p:cNvPr id="9218" name="Rectangle 2">
            <a:extLst>
              <a:ext uri="{FF2B5EF4-FFF2-40B4-BE49-F238E27FC236}">
                <a16:creationId xmlns:a16="http://schemas.microsoft.com/office/drawing/2014/main" id="{11D8C363-F5FD-4403-ACB7-29DCA25EDD41}"/>
              </a:ext>
            </a:extLst>
          </p:cNvPr>
          <p:cNvSpPr>
            <a:spLocks noGrp="1" noRot="1" noChangeAspect="1" noChangeArrowheads="1" noTextEdit="1"/>
          </p:cNvSpPr>
          <p:nvPr>
            <p:ph type="sldImg"/>
          </p:nvPr>
        </p:nvSpPr>
        <p:spPr>
          <a:ln/>
        </p:spPr>
      </p:sp>
      <p:sp>
        <p:nvSpPr>
          <p:cNvPr id="9219" name="Rectangle 3">
            <a:extLst>
              <a:ext uri="{FF2B5EF4-FFF2-40B4-BE49-F238E27FC236}">
                <a16:creationId xmlns:a16="http://schemas.microsoft.com/office/drawing/2014/main" id="{B7EAEDBB-46A8-4FAD-9920-9A2F66A0293D}"/>
              </a:ext>
            </a:extLst>
          </p:cNvPr>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296BCFF-8E39-45B5-9DFD-C63439EA3FBD}"/>
              </a:ext>
            </a:extLst>
          </p:cNvPr>
          <p:cNvSpPr>
            <a:spLocks noGrp="1" noChangeArrowheads="1"/>
          </p:cNvSpPr>
          <p:nvPr>
            <p:ph type="sldNum" sz="quarter" idx="5"/>
          </p:nvPr>
        </p:nvSpPr>
        <p:spPr>
          <a:ln/>
        </p:spPr>
        <p:txBody>
          <a:bodyPr/>
          <a:lstStyle/>
          <a:p>
            <a:fld id="{FC11BC82-514B-483F-987F-51E3BA538A3F}" type="slidenum">
              <a:rPr lang="en-US" altLang="en-US"/>
              <a:pPr/>
              <a:t>5</a:t>
            </a:fld>
            <a:endParaRPr lang="en-US" altLang="en-US"/>
          </a:p>
        </p:txBody>
      </p:sp>
      <p:sp>
        <p:nvSpPr>
          <p:cNvPr id="11266" name="Rectangle 2">
            <a:extLst>
              <a:ext uri="{FF2B5EF4-FFF2-40B4-BE49-F238E27FC236}">
                <a16:creationId xmlns:a16="http://schemas.microsoft.com/office/drawing/2014/main" id="{325A416E-B4AF-4C54-81D3-F70A02BBB42B}"/>
              </a:ext>
            </a:extLst>
          </p:cNvPr>
          <p:cNvSpPr>
            <a:spLocks noGrp="1" noRot="1" noChangeAspect="1" noChangeArrowheads="1" noTextEdit="1"/>
          </p:cNvSpPr>
          <p:nvPr>
            <p:ph type="sldImg"/>
          </p:nvPr>
        </p:nvSpPr>
        <p:spPr>
          <a:ln/>
        </p:spPr>
      </p:sp>
      <p:sp>
        <p:nvSpPr>
          <p:cNvPr id="11267" name="Rectangle 3">
            <a:extLst>
              <a:ext uri="{FF2B5EF4-FFF2-40B4-BE49-F238E27FC236}">
                <a16:creationId xmlns:a16="http://schemas.microsoft.com/office/drawing/2014/main" id="{7ACA10D8-6B4E-4F0F-85B1-A112F561B0EF}"/>
              </a:ext>
            </a:extLst>
          </p:cNvPr>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145006D-6653-4EDB-B4AE-908C2A52BC86}"/>
              </a:ext>
            </a:extLst>
          </p:cNvPr>
          <p:cNvSpPr>
            <a:spLocks noGrp="1" noChangeArrowheads="1"/>
          </p:cNvSpPr>
          <p:nvPr>
            <p:ph type="sldNum" sz="quarter" idx="5"/>
          </p:nvPr>
        </p:nvSpPr>
        <p:spPr>
          <a:ln/>
        </p:spPr>
        <p:txBody>
          <a:bodyPr/>
          <a:lstStyle/>
          <a:p>
            <a:fld id="{C54F39AC-69F5-445C-BDFC-78383460E226}" type="slidenum">
              <a:rPr lang="en-US" altLang="en-US"/>
              <a:pPr/>
              <a:t>6</a:t>
            </a:fld>
            <a:endParaRPr lang="en-US" altLang="en-US"/>
          </a:p>
        </p:txBody>
      </p:sp>
      <p:sp>
        <p:nvSpPr>
          <p:cNvPr id="13314" name="Rectangle 2">
            <a:extLst>
              <a:ext uri="{FF2B5EF4-FFF2-40B4-BE49-F238E27FC236}">
                <a16:creationId xmlns:a16="http://schemas.microsoft.com/office/drawing/2014/main" id="{4BFA3237-7225-41A9-A9AB-5F10635F9141}"/>
              </a:ext>
            </a:extLst>
          </p:cNvPr>
          <p:cNvSpPr>
            <a:spLocks noGrp="1" noRot="1" noChangeAspect="1" noChangeArrowheads="1" noTextEdit="1"/>
          </p:cNvSpPr>
          <p:nvPr>
            <p:ph type="sldImg"/>
          </p:nvPr>
        </p:nvSpPr>
        <p:spPr>
          <a:xfrm>
            <a:off x="1152525" y="682625"/>
            <a:ext cx="4551363" cy="3413125"/>
          </a:xfrm>
          <a:ln/>
        </p:spPr>
      </p:sp>
      <p:sp>
        <p:nvSpPr>
          <p:cNvPr id="13315" name="Rectangle 3">
            <a:extLst>
              <a:ext uri="{FF2B5EF4-FFF2-40B4-BE49-F238E27FC236}">
                <a16:creationId xmlns:a16="http://schemas.microsoft.com/office/drawing/2014/main" id="{61EAAB11-870D-4861-AB25-32F5A97CD540}"/>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095DF6A-E0F1-4A8B-B826-599A7AC1EA58}"/>
              </a:ext>
            </a:extLst>
          </p:cNvPr>
          <p:cNvSpPr>
            <a:spLocks noGrp="1" noChangeArrowheads="1"/>
          </p:cNvSpPr>
          <p:nvPr>
            <p:ph type="sldNum" sz="quarter" idx="5"/>
          </p:nvPr>
        </p:nvSpPr>
        <p:spPr>
          <a:ln/>
        </p:spPr>
        <p:txBody>
          <a:bodyPr/>
          <a:lstStyle/>
          <a:p>
            <a:fld id="{28093DB7-F98C-47D9-9867-1365FF3A1FC0}" type="slidenum">
              <a:rPr lang="en-US" altLang="en-US"/>
              <a:pPr/>
              <a:t>7</a:t>
            </a:fld>
            <a:endParaRPr lang="en-US" altLang="en-US"/>
          </a:p>
        </p:txBody>
      </p:sp>
      <p:sp>
        <p:nvSpPr>
          <p:cNvPr id="15362" name="Rectangle 2">
            <a:extLst>
              <a:ext uri="{FF2B5EF4-FFF2-40B4-BE49-F238E27FC236}">
                <a16:creationId xmlns:a16="http://schemas.microsoft.com/office/drawing/2014/main" id="{4395C831-3CCF-4520-B5B5-F862B0ADA415}"/>
              </a:ext>
            </a:extLst>
          </p:cNvPr>
          <p:cNvSpPr>
            <a:spLocks noGrp="1" noRot="1" noChangeAspect="1" noChangeArrowheads="1" noTextEdit="1"/>
          </p:cNvSpPr>
          <p:nvPr>
            <p:ph type="sldImg"/>
          </p:nvPr>
        </p:nvSpPr>
        <p:spPr>
          <a:xfrm>
            <a:off x="1152525" y="682625"/>
            <a:ext cx="4551363" cy="3413125"/>
          </a:xfrm>
          <a:ln/>
        </p:spPr>
      </p:sp>
      <p:sp>
        <p:nvSpPr>
          <p:cNvPr id="15363" name="Rectangle 3">
            <a:extLst>
              <a:ext uri="{FF2B5EF4-FFF2-40B4-BE49-F238E27FC236}">
                <a16:creationId xmlns:a16="http://schemas.microsoft.com/office/drawing/2014/main" id="{68C7264E-3D5F-4880-965C-656E35333309}"/>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85F6EB8-6B56-447D-B8B4-636CFCB91799}"/>
              </a:ext>
            </a:extLst>
          </p:cNvPr>
          <p:cNvSpPr>
            <a:spLocks noGrp="1" noChangeArrowheads="1"/>
          </p:cNvSpPr>
          <p:nvPr>
            <p:ph type="sldNum" sz="quarter" idx="5"/>
          </p:nvPr>
        </p:nvSpPr>
        <p:spPr>
          <a:ln/>
        </p:spPr>
        <p:txBody>
          <a:bodyPr/>
          <a:lstStyle/>
          <a:p>
            <a:fld id="{3083C950-3123-4F1B-8668-BEAF6ECDD34D}" type="slidenum">
              <a:rPr lang="en-US" altLang="en-US"/>
              <a:pPr/>
              <a:t>8</a:t>
            </a:fld>
            <a:endParaRPr lang="en-US" altLang="en-US"/>
          </a:p>
        </p:txBody>
      </p:sp>
      <p:sp>
        <p:nvSpPr>
          <p:cNvPr id="17410" name="Rectangle 2">
            <a:extLst>
              <a:ext uri="{FF2B5EF4-FFF2-40B4-BE49-F238E27FC236}">
                <a16:creationId xmlns:a16="http://schemas.microsoft.com/office/drawing/2014/main" id="{6E6E2011-B2D7-4928-BB9E-265D5C1293F9}"/>
              </a:ext>
            </a:extLst>
          </p:cNvPr>
          <p:cNvSpPr>
            <a:spLocks noGrp="1" noRot="1" noChangeAspect="1" noChangeArrowheads="1" noTextEdit="1"/>
          </p:cNvSpPr>
          <p:nvPr>
            <p:ph type="sldImg"/>
          </p:nvPr>
        </p:nvSpPr>
        <p:spPr>
          <a:xfrm>
            <a:off x="1152525" y="682625"/>
            <a:ext cx="4551363" cy="3413125"/>
          </a:xfrm>
          <a:ln/>
        </p:spPr>
      </p:sp>
      <p:sp>
        <p:nvSpPr>
          <p:cNvPr id="17411" name="Rectangle 3">
            <a:extLst>
              <a:ext uri="{FF2B5EF4-FFF2-40B4-BE49-F238E27FC236}">
                <a16:creationId xmlns:a16="http://schemas.microsoft.com/office/drawing/2014/main" id="{DF296E27-E92F-455A-9342-82B25A65F2ED}"/>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6B51E9B-AB88-4BF9-9E65-CCE7AFD5E8DB}"/>
              </a:ext>
            </a:extLst>
          </p:cNvPr>
          <p:cNvSpPr>
            <a:spLocks noGrp="1" noChangeArrowheads="1"/>
          </p:cNvSpPr>
          <p:nvPr>
            <p:ph type="sldNum" sz="quarter" idx="5"/>
          </p:nvPr>
        </p:nvSpPr>
        <p:spPr>
          <a:ln/>
        </p:spPr>
        <p:txBody>
          <a:bodyPr/>
          <a:lstStyle/>
          <a:p>
            <a:fld id="{6B3EB024-8850-4079-99D7-028F4D0EB020}" type="slidenum">
              <a:rPr lang="en-US" altLang="en-US"/>
              <a:pPr/>
              <a:t>9</a:t>
            </a:fld>
            <a:endParaRPr lang="en-US" altLang="en-US"/>
          </a:p>
        </p:txBody>
      </p:sp>
      <p:sp>
        <p:nvSpPr>
          <p:cNvPr id="19458" name="Rectangle 2">
            <a:extLst>
              <a:ext uri="{FF2B5EF4-FFF2-40B4-BE49-F238E27FC236}">
                <a16:creationId xmlns:a16="http://schemas.microsoft.com/office/drawing/2014/main" id="{D96EA474-39E9-4B01-AAE4-37485CE704DC}"/>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D504BE35-7FDE-49F2-A73D-6653A702F024}"/>
              </a:ext>
            </a:extLst>
          </p:cNvPr>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06BEE56-43D5-442F-91BD-8C45E7D3FF89}"/>
              </a:ext>
            </a:extLst>
          </p:cNvPr>
          <p:cNvSpPr>
            <a:spLocks noGrp="1" noChangeArrowheads="1"/>
          </p:cNvSpPr>
          <p:nvPr>
            <p:ph type="sldNum" sz="quarter" idx="5"/>
          </p:nvPr>
        </p:nvSpPr>
        <p:spPr>
          <a:ln/>
        </p:spPr>
        <p:txBody>
          <a:bodyPr/>
          <a:lstStyle/>
          <a:p>
            <a:fld id="{B2637C35-15C4-4E36-9674-3A5C98DD85A6}" type="slidenum">
              <a:rPr lang="en-US" altLang="en-US"/>
              <a:pPr/>
              <a:t>10</a:t>
            </a:fld>
            <a:endParaRPr lang="en-US" altLang="en-US"/>
          </a:p>
        </p:txBody>
      </p:sp>
      <p:sp>
        <p:nvSpPr>
          <p:cNvPr id="21506" name="Rectangle 2">
            <a:extLst>
              <a:ext uri="{FF2B5EF4-FFF2-40B4-BE49-F238E27FC236}">
                <a16:creationId xmlns:a16="http://schemas.microsoft.com/office/drawing/2014/main" id="{F0AB4C97-B4A8-47CF-9248-404DDBF1C151}"/>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09C131CC-7458-4A3B-BBD4-0261C0C69E7C}"/>
              </a:ext>
            </a:extLst>
          </p:cNvPr>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5B9990F-3FD8-4324-9303-B40871620D37}"/>
              </a:ext>
            </a:extLst>
          </p:cNvPr>
          <p:cNvSpPr>
            <a:spLocks noGrp="1" noChangeArrowheads="1"/>
          </p:cNvSpPr>
          <p:nvPr>
            <p:ph type="sldNum" sz="quarter" idx="5"/>
          </p:nvPr>
        </p:nvSpPr>
        <p:spPr>
          <a:ln/>
        </p:spPr>
        <p:txBody>
          <a:bodyPr/>
          <a:lstStyle/>
          <a:p>
            <a:fld id="{420FB117-3233-4E1C-A125-8C1E967CD65D}" type="slidenum">
              <a:rPr lang="en-US" altLang="en-US"/>
              <a:pPr/>
              <a:t>11</a:t>
            </a:fld>
            <a:endParaRPr lang="en-US" altLang="en-US"/>
          </a:p>
        </p:txBody>
      </p:sp>
      <p:sp>
        <p:nvSpPr>
          <p:cNvPr id="23554" name="Rectangle 2">
            <a:extLst>
              <a:ext uri="{FF2B5EF4-FFF2-40B4-BE49-F238E27FC236}">
                <a16:creationId xmlns:a16="http://schemas.microsoft.com/office/drawing/2014/main" id="{F34BFDFE-7ACE-4AFC-9A06-444A91412DB3}"/>
              </a:ext>
            </a:extLst>
          </p:cNvPr>
          <p:cNvSpPr>
            <a:spLocks noGrp="1" noRot="1" noChangeAspect="1" noChangeArrowheads="1" noTextEdit="1"/>
          </p:cNvSpPr>
          <p:nvPr>
            <p:ph type="sldImg"/>
          </p:nvPr>
        </p:nvSpPr>
        <p:spPr>
          <a:xfrm>
            <a:off x="1152525" y="682625"/>
            <a:ext cx="4551363" cy="3413125"/>
          </a:xfrm>
          <a:ln/>
        </p:spPr>
      </p:sp>
      <p:sp>
        <p:nvSpPr>
          <p:cNvPr id="23555" name="Rectangle 3">
            <a:extLst>
              <a:ext uri="{FF2B5EF4-FFF2-40B4-BE49-F238E27FC236}">
                <a16:creationId xmlns:a16="http://schemas.microsoft.com/office/drawing/2014/main" id="{C96963B8-D631-4E9A-8302-9E984A844505}"/>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60E1360-A05E-48F2-A1CC-255EF553F1D3}"/>
              </a:ext>
            </a:extLst>
          </p:cNvPr>
          <p:cNvSpPr>
            <a:spLocks noGrp="1" noChangeArrowheads="1"/>
          </p:cNvSpPr>
          <p:nvPr>
            <p:ph type="sldNum" sz="quarter" idx="5"/>
          </p:nvPr>
        </p:nvSpPr>
        <p:spPr>
          <a:ln/>
        </p:spPr>
        <p:txBody>
          <a:bodyPr/>
          <a:lstStyle/>
          <a:p>
            <a:fld id="{0FEF62CE-FA89-49B1-8E82-2CAAF3407BF2}" type="slidenum">
              <a:rPr lang="en-US" altLang="en-US"/>
              <a:pPr/>
              <a:t>12</a:t>
            </a:fld>
            <a:endParaRPr lang="en-US" altLang="en-US"/>
          </a:p>
        </p:txBody>
      </p:sp>
      <p:sp>
        <p:nvSpPr>
          <p:cNvPr id="25602" name="Rectangle 2">
            <a:extLst>
              <a:ext uri="{FF2B5EF4-FFF2-40B4-BE49-F238E27FC236}">
                <a16:creationId xmlns:a16="http://schemas.microsoft.com/office/drawing/2014/main" id="{33F7F98C-15F6-473E-9C95-0E078BD861DD}"/>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F850BAB2-A507-4EDA-91B3-AAC0438E6944}"/>
              </a:ext>
            </a:extLst>
          </p:cNvPr>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94FD468-7EDF-4DA3-B957-7A0B3162EFDB}"/>
              </a:ext>
            </a:extLst>
          </p:cNvPr>
          <p:cNvSpPr>
            <a:spLocks noGrp="1" noChangeArrowheads="1"/>
          </p:cNvSpPr>
          <p:nvPr>
            <p:ph type="sldNum" sz="quarter" idx="5"/>
          </p:nvPr>
        </p:nvSpPr>
        <p:spPr>
          <a:ln/>
        </p:spPr>
        <p:txBody>
          <a:bodyPr/>
          <a:lstStyle/>
          <a:p>
            <a:fld id="{C9E6039B-94C8-4E33-A484-A9760CC8DDC2}" type="slidenum">
              <a:rPr lang="en-US" altLang="en-US"/>
              <a:pPr/>
              <a:t>13</a:t>
            </a:fld>
            <a:endParaRPr lang="en-US" altLang="en-US"/>
          </a:p>
        </p:txBody>
      </p:sp>
      <p:sp>
        <p:nvSpPr>
          <p:cNvPr id="27650" name="Rectangle 2">
            <a:extLst>
              <a:ext uri="{FF2B5EF4-FFF2-40B4-BE49-F238E27FC236}">
                <a16:creationId xmlns:a16="http://schemas.microsoft.com/office/drawing/2014/main" id="{4B14D2D8-156D-4D82-B891-2E2BA21E3241}"/>
              </a:ext>
            </a:extLst>
          </p:cNvPr>
          <p:cNvSpPr>
            <a:spLocks noGrp="1" noRot="1" noChangeAspect="1" noChangeArrowheads="1" noTextEdit="1"/>
          </p:cNvSpPr>
          <p:nvPr>
            <p:ph type="sldImg"/>
          </p:nvPr>
        </p:nvSpPr>
        <p:spPr>
          <a:xfrm>
            <a:off x="1152525" y="682625"/>
            <a:ext cx="4551363" cy="3413125"/>
          </a:xfrm>
          <a:ln/>
        </p:spPr>
      </p:sp>
      <p:sp>
        <p:nvSpPr>
          <p:cNvPr id="27651" name="Rectangle 3">
            <a:extLst>
              <a:ext uri="{FF2B5EF4-FFF2-40B4-BE49-F238E27FC236}">
                <a16:creationId xmlns:a16="http://schemas.microsoft.com/office/drawing/2014/main" id="{522DDAA3-FB26-4201-AC1A-3136AE3BC4F4}"/>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F1F9077-D3B8-4EBD-A3D1-BE3015D85DA4}"/>
              </a:ext>
            </a:extLst>
          </p:cNvPr>
          <p:cNvSpPr>
            <a:spLocks noGrp="1" noChangeArrowheads="1"/>
          </p:cNvSpPr>
          <p:nvPr>
            <p:ph type="sldNum" sz="quarter" idx="5"/>
          </p:nvPr>
        </p:nvSpPr>
        <p:spPr>
          <a:ln/>
        </p:spPr>
        <p:txBody>
          <a:bodyPr/>
          <a:lstStyle/>
          <a:p>
            <a:fld id="{580DD138-6F52-4301-AE2C-74A10D8EBE16}" type="slidenum">
              <a:rPr lang="en-US" altLang="en-US"/>
              <a:pPr/>
              <a:t>14</a:t>
            </a:fld>
            <a:endParaRPr lang="en-US" altLang="en-US"/>
          </a:p>
        </p:txBody>
      </p:sp>
      <p:sp>
        <p:nvSpPr>
          <p:cNvPr id="29698" name="Rectangle 2">
            <a:extLst>
              <a:ext uri="{FF2B5EF4-FFF2-40B4-BE49-F238E27FC236}">
                <a16:creationId xmlns:a16="http://schemas.microsoft.com/office/drawing/2014/main" id="{EE066E0F-D409-487B-BD17-4F4E597126FF}"/>
              </a:ext>
            </a:extLst>
          </p:cNvPr>
          <p:cNvSpPr>
            <a:spLocks noGrp="1" noRot="1" noChangeAspect="1" noChangeArrowheads="1" noTextEdit="1"/>
          </p:cNvSpPr>
          <p:nvPr>
            <p:ph type="sldImg"/>
          </p:nvPr>
        </p:nvSpPr>
        <p:spPr>
          <a:xfrm>
            <a:off x="1152525" y="682625"/>
            <a:ext cx="4551363" cy="3413125"/>
          </a:xfrm>
          <a:ln/>
        </p:spPr>
      </p:sp>
      <p:sp>
        <p:nvSpPr>
          <p:cNvPr id="29699" name="Rectangle 3">
            <a:extLst>
              <a:ext uri="{FF2B5EF4-FFF2-40B4-BE49-F238E27FC236}">
                <a16:creationId xmlns:a16="http://schemas.microsoft.com/office/drawing/2014/main" id="{7BF0693D-20AD-49A6-85D5-BE33B1B4A234}"/>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BDE3C4-A0C3-4CAE-A8F4-9C3548E71522}"/>
              </a:ext>
            </a:extLst>
          </p:cNvPr>
          <p:cNvSpPr>
            <a:spLocks noGrp="1" noChangeArrowheads="1"/>
          </p:cNvSpPr>
          <p:nvPr>
            <p:ph type="sldNum" sz="quarter" idx="5"/>
          </p:nvPr>
        </p:nvSpPr>
        <p:spPr>
          <a:ln/>
        </p:spPr>
        <p:txBody>
          <a:bodyPr/>
          <a:lstStyle/>
          <a:p>
            <a:fld id="{2AB405C9-7CA4-4172-B901-414E4851767D}" type="slidenum">
              <a:rPr lang="en-US" altLang="en-US"/>
              <a:pPr/>
              <a:t>15</a:t>
            </a:fld>
            <a:endParaRPr lang="en-US" altLang="en-US"/>
          </a:p>
        </p:txBody>
      </p:sp>
      <p:sp>
        <p:nvSpPr>
          <p:cNvPr id="31746" name="Rectangle 2">
            <a:extLst>
              <a:ext uri="{FF2B5EF4-FFF2-40B4-BE49-F238E27FC236}">
                <a16:creationId xmlns:a16="http://schemas.microsoft.com/office/drawing/2014/main" id="{9D861E82-55DC-49A9-9DCD-B545E0634D4A}"/>
              </a:ext>
            </a:extLst>
          </p:cNvPr>
          <p:cNvSpPr>
            <a:spLocks noGrp="1" noRot="1" noChangeAspect="1" noChangeArrowheads="1" noTextEdit="1"/>
          </p:cNvSpPr>
          <p:nvPr>
            <p:ph type="sldImg"/>
          </p:nvPr>
        </p:nvSpPr>
        <p:spPr>
          <a:xfrm>
            <a:off x="1152525" y="682625"/>
            <a:ext cx="4551363" cy="3413125"/>
          </a:xfrm>
          <a:ln/>
        </p:spPr>
      </p:sp>
      <p:sp>
        <p:nvSpPr>
          <p:cNvPr id="31747" name="Rectangle 3">
            <a:extLst>
              <a:ext uri="{FF2B5EF4-FFF2-40B4-BE49-F238E27FC236}">
                <a16:creationId xmlns:a16="http://schemas.microsoft.com/office/drawing/2014/main" id="{CC2AB939-3E9A-4AED-B662-8054BFF20D10}"/>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93B8A80-77E1-4D21-9374-D44CFD2F3C10}"/>
              </a:ext>
            </a:extLst>
          </p:cNvPr>
          <p:cNvSpPr>
            <a:spLocks noGrp="1" noChangeArrowheads="1"/>
          </p:cNvSpPr>
          <p:nvPr>
            <p:ph type="sldNum" sz="quarter" idx="5"/>
          </p:nvPr>
        </p:nvSpPr>
        <p:spPr>
          <a:ln/>
        </p:spPr>
        <p:txBody>
          <a:bodyPr/>
          <a:lstStyle/>
          <a:p>
            <a:fld id="{116B1E37-1998-4C2A-BC33-3068951939E3}" type="slidenum">
              <a:rPr lang="en-US" altLang="en-US"/>
              <a:pPr/>
              <a:t>16</a:t>
            </a:fld>
            <a:endParaRPr lang="en-US" altLang="en-US"/>
          </a:p>
        </p:txBody>
      </p:sp>
      <p:sp>
        <p:nvSpPr>
          <p:cNvPr id="33794" name="Rectangle 2">
            <a:extLst>
              <a:ext uri="{FF2B5EF4-FFF2-40B4-BE49-F238E27FC236}">
                <a16:creationId xmlns:a16="http://schemas.microsoft.com/office/drawing/2014/main" id="{41965FCD-FAC8-4862-B348-2DFF691D5B5C}"/>
              </a:ext>
            </a:extLst>
          </p:cNvPr>
          <p:cNvSpPr>
            <a:spLocks noGrp="1" noRot="1" noChangeAspect="1" noChangeArrowheads="1" noTextEdit="1"/>
          </p:cNvSpPr>
          <p:nvPr>
            <p:ph type="sldImg"/>
          </p:nvPr>
        </p:nvSpPr>
        <p:spPr>
          <a:xfrm>
            <a:off x="1152525" y="682625"/>
            <a:ext cx="4551363" cy="3413125"/>
          </a:xfrm>
          <a:ln/>
        </p:spPr>
      </p:sp>
      <p:sp>
        <p:nvSpPr>
          <p:cNvPr id="33795" name="Rectangle 3">
            <a:extLst>
              <a:ext uri="{FF2B5EF4-FFF2-40B4-BE49-F238E27FC236}">
                <a16:creationId xmlns:a16="http://schemas.microsoft.com/office/drawing/2014/main" id="{BDE21C8D-E85B-42E6-8236-5E3832046A35}"/>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4682A31-F5A5-4F8E-9089-C1D7668CF412}"/>
              </a:ext>
            </a:extLst>
          </p:cNvPr>
          <p:cNvSpPr>
            <a:spLocks noGrp="1" noChangeArrowheads="1"/>
          </p:cNvSpPr>
          <p:nvPr>
            <p:ph type="sldNum" sz="quarter" idx="5"/>
          </p:nvPr>
        </p:nvSpPr>
        <p:spPr>
          <a:ln/>
        </p:spPr>
        <p:txBody>
          <a:bodyPr/>
          <a:lstStyle/>
          <a:p>
            <a:fld id="{1650B925-4526-474C-BDC8-0E4AE32C6D0D}" type="slidenum">
              <a:rPr lang="en-US" altLang="en-US"/>
              <a:pPr/>
              <a:t>17</a:t>
            </a:fld>
            <a:endParaRPr lang="en-US" altLang="en-US"/>
          </a:p>
        </p:txBody>
      </p:sp>
      <p:sp>
        <p:nvSpPr>
          <p:cNvPr id="35842" name="Rectangle 2">
            <a:extLst>
              <a:ext uri="{FF2B5EF4-FFF2-40B4-BE49-F238E27FC236}">
                <a16:creationId xmlns:a16="http://schemas.microsoft.com/office/drawing/2014/main" id="{58933254-26CB-4ED4-9E7D-54CB34CF255C}"/>
              </a:ext>
            </a:extLst>
          </p:cNvPr>
          <p:cNvSpPr>
            <a:spLocks noGrp="1" noRot="1" noChangeAspect="1" noChangeArrowheads="1" noTextEdit="1"/>
          </p:cNvSpPr>
          <p:nvPr>
            <p:ph type="sldImg"/>
          </p:nvPr>
        </p:nvSpPr>
        <p:spPr>
          <a:xfrm>
            <a:off x="1152525" y="682625"/>
            <a:ext cx="4551363" cy="3413125"/>
          </a:xfrm>
          <a:ln/>
        </p:spPr>
      </p:sp>
      <p:sp>
        <p:nvSpPr>
          <p:cNvPr id="35843" name="Rectangle 3">
            <a:extLst>
              <a:ext uri="{FF2B5EF4-FFF2-40B4-BE49-F238E27FC236}">
                <a16:creationId xmlns:a16="http://schemas.microsoft.com/office/drawing/2014/main" id="{8944B42B-1E28-4B61-B2DB-868F620F4A6F}"/>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C055878-CE6E-4371-959B-DF9EC3FF21BE}"/>
              </a:ext>
            </a:extLst>
          </p:cNvPr>
          <p:cNvSpPr>
            <a:spLocks noGrp="1" noChangeArrowheads="1"/>
          </p:cNvSpPr>
          <p:nvPr>
            <p:ph type="sldNum" sz="quarter" idx="5"/>
          </p:nvPr>
        </p:nvSpPr>
        <p:spPr>
          <a:ln/>
        </p:spPr>
        <p:txBody>
          <a:bodyPr/>
          <a:lstStyle/>
          <a:p>
            <a:fld id="{5B54E2D2-F07D-44B9-9C1E-E77391C0DD43}" type="slidenum">
              <a:rPr lang="en-US" altLang="en-US"/>
              <a:pPr/>
              <a:t>18</a:t>
            </a:fld>
            <a:endParaRPr lang="en-US" altLang="en-US"/>
          </a:p>
        </p:txBody>
      </p:sp>
      <p:sp>
        <p:nvSpPr>
          <p:cNvPr id="41986" name="Rectangle 2">
            <a:extLst>
              <a:ext uri="{FF2B5EF4-FFF2-40B4-BE49-F238E27FC236}">
                <a16:creationId xmlns:a16="http://schemas.microsoft.com/office/drawing/2014/main" id="{75E21D74-5960-41CA-BE19-B42E75F33995}"/>
              </a:ext>
            </a:extLst>
          </p:cNvPr>
          <p:cNvSpPr>
            <a:spLocks noGrp="1" noRot="1" noChangeAspect="1" noChangeArrowheads="1" noTextEdit="1"/>
          </p:cNvSpPr>
          <p:nvPr>
            <p:ph type="sldImg"/>
          </p:nvPr>
        </p:nvSpPr>
        <p:spPr>
          <a:xfrm>
            <a:off x="1152525" y="682625"/>
            <a:ext cx="4551363" cy="3413125"/>
          </a:xfrm>
          <a:ln/>
        </p:spPr>
      </p:sp>
      <p:sp>
        <p:nvSpPr>
          <p:cNvPr id="41987" name="Rectangle 3">
            <a:extLst>
              <a:ext uri="{FF2B5EF4-FFF2-40B4-BE49-F238E27FC236}">
                <a16:creationId xmlns:a16="http://schemas.microsoft.com/office/drawing/2014/main" id="{1CB5FB74-7682-4CE3-9EBE-999BA0D4B32B}"/>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067A790-63C4-4CE2-8AF8-5900AF0E7F6F}"/>
              </a:ext>
            </a:extLst>
          </p:cNvPr>
          <p:cNvSpPr>
            <a:spLocks noGrp="1" noChangeArrowheads="1"/>
          </p:cNvSpPr>
          <p:nvPr>
            <p:ph type="sldNum" sz="quarter" idx="5"/>
          </p:nvPr>
        </p:nvSpPr>
        <p:spPr>
          <a:ln/>
        </p:spPr>
        <p:txBody>
          <a:bodyPr/>
          <a:lstStyle/>
          <a:p>
            <a:fld id="{5856E09B-133E-48A2-99FA-4FBDC9DDE82A}" type="slidenum">
              <a:rPr lang="en-US" altLang="en-US"/>
              <a:pPr/>
              <a:t>19</a:t>
            </a:fld>
            <a:endParaRPr lang="en-US" altLang="en-US"/>
          </a:p>
        </p:txBody>
      </p:sp>
      <p:sp>
        <p:nvSpPr>
          <p:cNvPr id="37890" name="Rectangle 2">
            <a:extLst>
              <a:ext uri="{FF2B5EF4-FFF2-40B4-BE49-F238E27FC236}">
                <a16:creationId xmlns:a16="http://schemas.microsoft.com/office/drawing/2014/main" id="{FC3B4DB7-EE90-4F6C-8B3B-748FB6BA2627}"/>
              </a:ext>
            </a:extLst>
          </p:cNvPr>
          <p:cNvSpPr>
            <a:spLocks noGrp="1" noRot="1" noChangeAspect="1" noChangeArrowheads="1" noTextEdit="1"/>
          </p:cNvSpPr>
          <p:nvPr>
            <p:ph type="sldImg"/>
          </p:nvPr>
        </p:nvSpPr>
        <p:spPr>
          <a:xfrm>
            <a:off x="1152525" y="682625"/>
            <a:ext cx="4551363" cy="3413125"/>
          </a:xfrm>
          <a:ln/>
        </p:spPr>
      </p:sp>
      <p:sp>
        <p:nvSpPr>
          <p:cNvPr id="37891" name="Rectangle 3">
            <a:extLst>
              <a:ext uri="{FF2B5EF4-FFF2-40B4-BE49-F238E27FC236}">
                <a16:creationId xmlns:a16="http://schemas.microsoft.com/office/drawing/2014/main" id="{9503E91F-3D6E-4AB8-9D3F-DCE7ACF375A3}"/>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325D950-7D57-4C18-9DE9-77D08FE9FA56}"/>
              </a:ext>
            </a:extLst>
          </p:cNvPr>
          <p:cNvSpPr>
            <a:spLocks noGrp="1" noChangeArrowheads="1"/>
          </p:cNvSpPr>
          <p:nvPr>
            <p:ph type="sldNum" sz="quarter" idx="5"/>
          </p:nvPr>
        </p:nvSpPr>
        <p:spPr>
          <a:ln/>
        </p:spPr>
        <p:txBody>
          <a:bodyPr/>
          <a:lstStyle/>
          <a:p>
            <a:fld id="{41BDDDD8-CC33-4D60-B546-9624D3D092AB}" type="slidenum">
              <a:rPr lang="en-US" altLang="en-US"/>
              <a:pPr/>
              <a:t>20</a:t>
            </a:fld>
            <a:endParaRPr lang="en-US" altLang="en-US"/>
          </a:p>
        </p:txBody>
      </p:sp>
      <p:sp>
        <p:nvSpPr>
          <p:cNvPr id="44034" name="Rectangle 2">
            <a:extLst>
              <a:ext uri="{FF2B5EF4-FFF2-40B4-BE49-F238E27FC236}">
                <a16:creationId xmlns:a16="http://schemas.microsoft.com/office/drawing/2014/main" id="{28B3562D-346F-4349-869D-665B7636AF67}"/>
              </a:ext>
            </a:extLst>
          </p:cNvPr>
          <p:cNvSpPr>
            <a:spLocks noGrp="1" noRot="1" noChangeAspect="1" noChangeArrowheads="1" noTextEdit="1"/>
          </p:cNvSpPr>
          <p:nvPr>
            <p:ph type="sldImg"/>
          </p:nvPr>
        </p:nvSpPr>
        <p:spPr>
          <a:xfrm>
            <a:off x="1152525" y="682625"/>
            <a:ext cx="4551363" cy="3413125"/>
          </a:xfrm>
          <a:ln/>
        </p:spPr>
      </p:sp>
      <p:sp>
        <p:nvSpPr>
          <p:cNvPr id="44035" name="Rectangle 3">
            <a:extLst>
              <a:ext uri="{FF2B5EF4-FFF2-40B4-BE49-F238E27FC236}">
                <a16:creationId xmlns:a16="http://schemas.microsoft.com/office/drawing/2014/main" id="{76E3260F-7C00-47E0-8FCC-5621B02250C8}"/>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7B26E1F-3E8C-4B63-AC95-115AD0F817D3}"/>
              </a:ext>
            </a:extLst>
          </p:cNvPr>
          <p:cNvSpPr>
            <a:spLocks noGrp="1" noChangeArrowheads="1"/>
          </p:cNvSpPr>
          <p:nvPr>
            <p:ph type="sldNum" sz="quarter" idx="5"/>
          </p:nvPr>
        </p:nvSpPr>
        <p:spPr>
          <a:ln/>
        </p:spPr>
        <p:txBody>
          <a:bodyPr/>
          <a:lstStyle/>
          <a:p>
            <a:fld id="{6A76CA72-053F-4321-92F6-D523AA8524E8}" type="slidenum">
              <a:rPr lang="en-US" altLang="en-US"/>
              <a:pPr/>
              <a:t>21</a:t>
            </a:fld>
            <a:endParaRPr lang="en-US" altLang="en-US"/>
          </a:p>
        </p:txBody>
      </p:sp>
      <p:sp>
        <p:nvSpPr>
          <p:cNvPr id="46082" name="Rectangle 2">
            <a:extLst>
              <a:ext uri="{FF2B5EF4-FFF2-40B4-BE49-F238E27FC236}">
                <a16:creationId xmlns:a16="http://schemas.microsoft.com/office/drawing/2014/main" id="{3C961C3D-995B-4276-9F74-144F3F44BDF0}"/>
              </a:ext>
            </a:extLst>
          </p:cNvPr>
          <p:cNvSpPr>
            <a:spLocks noGrp="1" noRot="1" noChangeAspect="1" noChangeArrowheads="1" noTextEdit="1"/>
          </p:cNvSpPr>
          <p:nvPr>
            <p:ph type="sldImg"/>
          </p:nvPr>
        </p:nvSpPr>
        <p:spPr>
          <a:xfrm>
            <a:off x="1152525" y="682625"/>
            <a:ext cx="4551363" cy="3413125"/>
          </a:xfrm>
          <a:ln/>
        </p:spPr>
      </p:sp>
      <p:sp>
        <p:nvSpPr>
          <p:cNvPr id="46083" name="Rectangle 3">
            <a:extLst>
              <a:ext uri="{FF2B5EF4-FFF2-40B4-BE49-F238E27FC236}">
                <a16:creationId xmlns:a16="http://schemas.microsoft.com/office/drawing/2014/main" id="{7650CBE9-0FDA-40EE-9DFE-8ECD8BB5A64C}"/>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5B79F67-C273-4223-838F-3A83FE6298A5}"/>
              </a:ext>
            </a:extLst>
          </p:cNvPr>
          <p:cNvSpPr>
            <a:spLocks noGrp="1" noChangeArrowheads="1"/>
          </p:cNvSpPr>
          <p:nvPr>
            <p:ph type="sldNum" sz="quarter" idx="5"/>
          </p:nvPr>
        </p:nvSpPr>
        <p:spPr>
          <a:ln/>
        </p:spPr>
        <p:txBody>
          <a:bodyPr/>
          <a:lstStyle/>
          <a:p>
            <a:fld id="{F8F68836-056C-4459-8A00-E0DCD219D393}" type="slidenum">
              <a:rPr lang="en-US" altLang="en-US"/>
              <a:pPr/>
              <a:t>22</a:t>
            </a:fld>
            <a:endParaRPr lang="en-US" altLang="en-US"/>
          </a:p>
        </p:txBody>
      </p:sp>
      <p:sp>
        <p:nvSpPr>
          <p:cNvPr id="48130" name="Rectangle 2">
            <a:extLst>
              <a:ext uri="{FF2B5EF4-FFF2-40B4-BE49-F238E27FC236}">
                <a16:creationId xmlns:a16="http://schemas.microsoft.com/office/drawing/2014/main" id="{023B1746-34BA-49E4-92F6-1736C5EEFA62}"/>
              </a:ext>
            </a:extLst>
          </p:cNvPr>
          <p:cNvSpPr>
            <a:spLocks noGrp="1" noRot="1" noChangeAspect="1" noChangeArrowheads="1" noTextEdit="1"/>
          </p:cNvSpPr>
          <p:nvPr>
            <p:ph type="sldImg"/>
          </p:nvPr>
        </p:nvSpPr>
        <p:spPr>
          <a:xfrm>
            <a:off x="1152525" y="682625"/>
            <a:ext cx="4551363" cy="3413125"/>
          </a:xfrm>
          <a:ln/>
        </p:spPr>
      </p:sp>
      <p:sp>
        <p:nvSpPr>
          <p:cNvPr id="48131" name="Rectangle 3">
            <a:extLst>
              <a:ext uri="{FF2B5EF4-FFF2-40B4-BE49-F238E27FC236}">
                <a16:creationId xmlns:a16="http://schemas.microsoft.com/office/drawing/2014/main" id="{19E64E1C-D0E4-4D9A-9F5D-D68CBC71A96B}"/>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6FE932F-7B42-4430-A32A-C00C73224B66}"/>
              </a:ext>
            </a:extLst>
          </p:cNvPr>
          <p:cNvSpPr>
            <a:spLocks noGrp="1" noChangeArrowheads="1"/>
          </p:cNvSpPr>
          <p:nvPr>
            <p:ph type="sldNum" sz="quarter" idx="5"/>
          </p:nvPr>
        </p:nvSpPr>
        <p:spPr>
          <a:ln/>
        </p:spPr>
        <p:txBody>
          <a:bodyPr/>
          <a:lstStyle/>
          <a:p>
            <a:fld id="{7B8EBE3E-ADCF-40C4-882A-DAFAEA9B4B43}" type="slidenum">
              <a:rPr lang="en-US" altLang="en-US"/>
              <a:pPr/>
              <a:t>23</a:t>
            </a:fld>
            <a:endParaRPr lang="en-US" altLang="en-US"/>
          </a:p>
        </p:txBody>
      </p:sp>
      <p:sp>
        <p:nvSpPr>
          <p:cNvPr id="50178" name="Rectangle 2">
            <a:extLst>
              <a:ext uri="{FF2B5EF4-FFF2-40B4-BE49-F238E27FC236}">
                <a16:creationId xmlns:a16="http://schemas.microsoft.com/office/drawing/2014/main" id="{E4524C7D-3554-4706-AAED-E18118658D56}"/>
              </a:ext>
            </a:extLst>
          </p:cNvPr>
          <p:cNvSpPr>
            <a:spLocks noGrp="1" noRot="1" noChangeAspect="1" noChangeArrowheads="1" noTextEdit="1"/>
          </p:cNvSpPr>
          <p:nvPr>
            <p:ph type="sldImg"/>
          </p:nvPr>
        </p:nvSpPr>
        <p:spPr>
          <a:xfrm>
            <a:off x="1152525" y="682625"/>
            <a:ext cx="4551363" cy="3413125"/>
          </a:xfrm>
          <a:ln/>
        </p:spPr>
      </p:sp>
      <p:sp>
        <p:nvSpPr>
          <p:cNvPr id="50179" name="Rectangle 3">
            <a:extLst>
              <a:ext uri="{FF2B5EF4-FFF2-40B4-BE49-F238E27FC236}">
                <a16:creationId xmlns:a16="http://schemas.microsoft.com/office/drawing/2014/main" id="{FC6BA7A8-F5FD-4DAA-B51A-C7C0D233C41B}"/>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3C69F4C-EEF1-4DA7-9ED9-D7D795427B0C}"/>
              </a:ext>
            </a:extLst>
          </p:cNvPr>
          <p:cNvSpPr>
            <a:spLocks noGrp="1" noChangeArrowheads="1"/>
          </p:cNvSpPr>
          <p:nvPr>
            <p:ph type="sldNum" sz="quarter" idx="5"/>
          </p:nvPr>
        </p:nvSpPr>
        <p:spPr>
          <a:ln/>
        </p:spPr>
        <p:txBody>
          <a:bodyPr/>
          <a:lstStyle/>
          <a:p>
            <a:fld id="{684646D1-2944-43CA-9778-2BE98973A39F}" type="slidenum">
              <a:rPr lang="en-US" altLang="en-US"/>
              <a:pPr/>
              <a:t>24</a:t>
            </a:fld>
            <a:endParaRPr lang="en-US" altLang="en-US"/>
          </a:p>
        </p:txBody>
      </p:sp>
      <p:sp>
        <p:nvSpPr>
          <p:cNvPr id="52226" name="Rectangle 2">
            <a:extLst>
              <a:ext uri="{FF2B5EF4-FFF2-40B4-BE49-F238E27FC236}">
                <a16:creationId xmlns:a16="http://schemas.microsoft.com/office/drawing/2014/main" id="{F5107167-5EEB-4AE6-970F-5BD3A7AFBB0D}"/>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3FC0539B-35B3-4FAE-A0D2-75190BFC1232}"/>
              </a:ext>
            </a:extLst>
          </p:cNvPr>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38BEC6C-BE8A-4ABE-B25A-3C18A3D48060}"/>
              </a:ext>
            </a:extLst>
          </p:cNvPr>
          <p:cNvSpPr>
            <a:spLocks noGrp="1" noChangeArrowheads="1"/>
          </p:cNvSpPr>
          <p:nvPr>
            <p:ph type="sldNum" sz="quarter" idx="5"/>
          </p:nvPr>
        </p:nvSpPr>
        <p:spPr>
          <a:ln/>
        </p:spPr>
        <p:txBody>
          <a:bodyPr/>
          <a:lstStyle/>
          <a:p>
            <a:fld id="{7418A27C-FB84-41D8-838C-07CF274EBD5D}" type="slidenum">
              <a:rPr lang="en-US" altLang="en-US"/>
              <a:pPr/>
              <a:t>25</a:t>
            </a:fld>
            <a:endParaRPr lang="en-US" altLang="en-US"/>
          </a:p>
        </p:txBody>
      </p:sp>
      <p:sp>
        <p:nvSpPr>
          <p:cNvPr id="54274" name="Rectangle 2">
            <a:extLst>
              <a:ext uri="{FF2B5EF4-FFF2-40B4-BE49-F238E27FC236}">
                <a16:creationId xmlns:a16="http://schemas.microsoft.com/office/drawing/2014/main" id="{22E9A9F0-5EC7-46F5-A8BE-B720D8F156E8}"/>
              </a:ext>
            </a:extLst>
          </p:cNvPr>
          <p:cNvSpPr>
            <a:spLocks noGrp="1" noRot="1" noChangeAspect="1" noChangeArrowheads="1" noTextEdit="1"/>
          </p:cNvSpPr>
          <p:nvPr>
            <p:ph type="sldImg"/>
          </p:nvPr>
        </p:nvSpPr>
        <p:spPr>
          <a:xfrm>
            <a:off x="1152525" y="682625"/>
            <a:ext cx="4551363" cy="3413125"/>
          </a:xfrm>
          <a:ln/>
        </p:spPr>
      </p:sp>
      <p:sp>
        <p:nvSpPr>
          <p:cNvPr id="54275" name="Rectangle 3">
            <a:extLst>
              <a:ext uri="{FF2B5EF4-FFF2-40B4-BE49-F238E27FC236}">
                <a16:creationId xmlns:a16="http://schemas.microsoft.com/office/drawing/2014/main" id="{22F87576-0A6E-4615-B656-74F844E994E3}"/>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C1EEB7B-03E3-43F7-9EC0-D968B0073285}"/>
              </a:ext>
            </a:extLst>
          </p:cNvPr>
          <p:cNvSpPr>
            <a:spLocks noGrp="1" noChangeArrowheads="1"/>
          </p:cNvSpPr>
          <p:nvPr>
            <p:ph type="sldNum" sz="quarter" idx="5"/>
          </p:nvPr>
        </p:nvSpPr>
        <p:spPr>
          <a:ln/>
        </p:spPr>
        <p:txBody>
          <a:bodyPr/>
          <a:lstStyle/>
          <a:p>
            <a:fld id="{E565C0DD-B127-48EE-822A-29D03B2A9F2F}" type="slidenum">
              <a:rPr lang="en-US" altLang="en-US"/>
              <a:pPr/>
              <a:t>28</a:t>
            </a:fld>
            <a:endParaRPr lang="en-US" altLang="en-US"/>
          </a:p>
        </p:txBody>
      </p:sp>
      <p:sp>
        <p:nvSpPr>
          <p:cNvPr id="56322" name="Rectangle 2">
            <a:extLst>
              <a:ext uri="{FF2B5EF4-FFF2-40B4-BE49-F238E27FC236}">
                <a16:creationId xmlns:a16="http://schemas.microsoft.com/office/drawing/2014/main" id="{7DAB81B9-3B6A-44C7-B30B-437A90D59D9E}"/>
              </a:ext>
            </a:extLst>
          </p:cNvPr>
          <p:cNvSpPr>
            <a:spLocks noGrp="1" noRot="1" noChangeAspect="1" noChangeArrowheads="1" noTextEdit="1"/>
          </p:cNvSpPr>
          <p:nvPr>
            <p:ph type="sldImg"/>
          </p:nvPr>
        </p:nvSpPr>
        <p:spPr>
          <a:xfrm>
            <a:off x="1152525" y="682625"/>
            <a:ext cx="4551363" cy="3413125"/>
          </a:xfrm>
          <a:ln/>
        </p:spPr>
      </p:sp>
      <p:sp>
        <p:nvSpPr>
          <p:cNvPr id="56323" name="Rectangle 3">
            <a:extLst>
              <a:ext uri="{FF2B5EF4-FFF2-40B4-BE49-F238E27FC236}">
                <a16:creationId xmlns:a16="http://schemas.microsoft.com/office/drawing/2014/main" id="{934967FF-3641-4A0A-AB72-0657DABA8E2F}"/>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4F22BAD-9D06-41DA-826E-2055F94EF42A}"/>
              </a:ext>
            </a:extLst>
          </p:cNvPr>
          <p:cNvSpPr>
            <a:spLocks noGrp="1" noChangeArrowheads="1"/>
          </p:cNvSpPr>
          <p:nvPr>
            <p:ph type="sldNum" sz="quarter" idx="5"/>
          </p:nvPr>
        </p:nvSpPr>
        <p:spPr>
          <a:ln/>
        </p:spPr>
        <p:txBody>
          <a:bodyPr/>
          <a:lstStyle/>
          <a:p>
            <a:fld id="{DE66A5B1-A10D-4A1E-9B94-82539B2DBA8E}" type="slidenum">
              <a:rPr lang="en-US" altLang="en-US"/>
              <a:pPr/>
              <a:t>29</a:t>
            </a:fld>
            <a:endParaRPr lang="en-US" altLang="en-US"/>
          </a:p>
        </p:txBody>
      </p:sp>
      <p:sp>
        <p:nvSpPr>
          <p:cNvPr id="60418" name="Rectangle 2">
            <a:extLst>
              <a:ext uri="{FF2B5EF4-FFF2-40B4-BE49-F238E27FC236}">
                <a16:creationId xmlns:a16="http://schemas.microsoft.com/office/drawing/2014/main" id="{B27B17AA-A932-4492-AA0C-EDC50B6D0105}"/>
              </a:ext>
            </a:extLst>
          </p:cNvPr>
          <p:cNvSpPr>
            <a:spLocks noGrp="1" noRot="1" noChangeAspect="1" noChangeArrowheads="1" noTextEdit="1"/>
          </p:cNvSpPr>
          <p:nvPr>
            <p:ph type="sldImg"/>
          </p:nvPr>
        </p:nvSpPr>
        <p:spPr>
          <a:xfrm>
            <a:off x="1152525" y="682625"/>
            <a:ext cx="4551363" cy="3413125"/>
          </a:xfrm>
          <a:ln/>
        </p:spPr>
      </p:sp>
      <p:sp>
        <p:nvSpPr>
          <p:cNvPr id="60419" name="Rectangle 3">
            <a:extLst>
              <a:ext uri="{FF2B5EF4-FFF2-40B4-BE49-F238E27FC236}">
                <a16:creationId xmlns:a16="http://schemas.microsoft.com/office/drawing/2014/main" id="{9F7DE38B-7F96-48C9-A977-E034FA577EA2}"/>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956CEA9-8AD8-4F2D-8B45-6C2270425512}"/>
              </a:ext>
            </a:extLst>
          </p:cNvPr>
          <p:cNvSpPr>
            <a:spLocks noGrp="1" noChangeArrowheads="1"/>
          </p:cNvSpPr>
          <p:nvPr>
            <p:ph type="sldNum" sz="quarter" idx="5"/>
          </p:nvPr>
        </p:nvSpPr>
        <p:spPr>
          <a:ln/>
        </p:spPr>
        <p:txBody>
          <a:bodyPr/>
          <a:lstStyle/>
          <a:p>
            <a:fld id="{DC215535-CB43-4E91-BB36-F1923C245ECF}" type="slidenum">
              <a:rPr lang="en-US" altLang="en-US"/>
              <a:pPr/>
              <a:t>30</a:t>
            </a:fld>
            <a:endParaRPr lang="en-US" altLang="en-US"/>
          </a:p>
        </p:txBody>
      </p:sp>
      <p:sp>
        <p:nvSpPr>
          <p:cNvPr id="62466" name="Rectangle 2">
            <a:extLst>
              <a:ext uri="{FF2B5EF4-FFF2-40B4-BE49-F238E27FC236}">
                <a16:creationId xmlns:a16="http://schemas.microsoft.com/office/drawing/2014/main" id="{B744FDA6-84A1-4A56-98CB-0C1DF3DBC0C0}"/>
              </a:ext>
            </a:extLst>
          </p:cNvPr>
          <p:cNvSpPr>
            <a:spLocks noGrp="1" noRot="1" noChangeAspect="1" noChangeArrowheads="1" noTextEdit="1"/>
          </p:cNvSpPr>
          <p:nvPr>
            <p:ph type="sldImg"/>
          </p:nvPr>
        </p:nvSpPr>
        <p:spPr>
          <a:xfrm>
            <a:off x="1152525" y="682625"/>
            <a:ext cx="4551363" cy="3413125"/>
          </a:xfrm>
          <a:ln/>
        </p:spPr>
      </p:sp>
      <p:sp>
        <p:nvSpPr>
          <p:cNvPr id="62467" name="Rectangle 3">
            <a:extLst>
              <a:ext uri="{FF2B5EF4-FFF2-40B4-BE49-F238E27FC236}">
                <a16:creationId xmlns:a16="http://schemas.microsoft.com/office/drawing/2014/main" id="{0097D25B-0659-4088-BDFD-C194809ABB93}"/>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1CEC9B-EA03-416C-A398-19ECD8A2C4F9}"/>
              </a:ext>
            </a:extLst>
          </p:cNvPr>
          <p:cNvSpPr>
            <a:spLocks noGrp="1" noChangeArrowheads="1"/>
          </p:cNvSpPr>
          <p:nvPr>
            <p:ph type="sldNum" sz="quarter" idx="5"/>
          </p:nvPr>
        </p:nvSpPr>
        <p:spPr>
          <a:ln/>
        </p:spPr>
        <p:txBody>
          <a:bodyPr/>
          <a:lstStyle/>
          <a:p>
            <a:fld id="{180B72A7-7FC6-49E0-AFE2-5CA0ED390989}" type="slidenum">
              <a:rPr lang="en-US" altLang="en-US"/>
              <a:pPr/>
              <a:t>31</a:t>
            </a:fld>
            <a:endParaRPr lang="en-US" altLang="en-US"/>
          </a:p>
        </p:txBody>
      </p:sp>
      <p:sp>
        <p:nvSpPr>
          <p:cNvPr id="64514" name="Rectangle 2">
            <a:extLst>
              <a:ext uri="{FF2B5EF4-FFF2-40B4-BE49-F238E27FC236}">
                <a16:creationId xmlns:a16="http://schemas.microsoft.com/office/drawing/2014/main" id="{94E10B79-A7D7-4F7C-B8E8-FD173F7B42E8}"/>
              </a:ext>
            </a:extLst>
          </p:cNvPr>
          <p:cNvSpPr>
            <a:spLocks noGrp="1" noRot="1" noChangeAspect="1" noChangeArrowheads="1" noTextEdit="1"/>
          </p:cNvSpPr>
          <p:nvPr>
            <p:ph type="sldImg"/>
          </p:nvPr>
        </p:nvSpPr>
        <p:spPr>
          <a:xfrm>
            <a:off x="1152525" y="682625"/>
            <a:ext cx="4551363" cy="3413125"/>
          </a:xfrm>
          <a:ln/>
        </p:spPr>
      </p:sp>
      <p:sp>
        <p:nvSpPr>
          <p:cNvPr id="64515" name="Rectangle 3">
            <a:extLst>
              <a:ext uri="{FF2B5EF4-FFF2-40B4-BE49-F238E27FC236}">
                <a16:creationId xmlns:a16="http://schemas.microsoft.com/office/drawing/2014/main" id="{D55A2544-095F-4E78-A6E8-7819FF3D9675}"/>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05B6247-3E88-4FAF-B53C-F2D7C5F09938}"/>
              </a:ext>
            </a:extLst>
          </p:cNvPr>
          <p:cNvSpPr>
            <a:spLocks noGrp="1" noChangeArrowheads="1"/>
          </p:cNvSpPr>
          <p:nvPr>
            <p:ph type="sldNum" sz="quarter" idx="5"/>
          </p:nvPr>
        </p:nvSpPr>
        <p:spPr>
          <a:ln/>
        </p:spPr>
        <p:txBody>
          <a:bodyPr/>
          <a:lstStyle/>
          <a:p>
            <a:fld id="{F43DE98A-26DA-4B80-B6B2-86F6847CE011}" type="slidenum">
              <a:rPr lang="en-US" altLang="en-US"/>
              <a:pPr/>
              <a:t>32</a:t>
            </a:fld>
            <a:endParaRPr lang="en-US" altLang="en-US"/>
          </a:p>
        </p:txBody>
      </p:sp>
      <p:sp>
        <p:nvSpPr>
          <p:cNvPr id="66562" name="Rectangle 2">
            <a:extLst>
              <a:ext uri="{FF2B5EF4-FFF2-40B4-BE49-F238E27FC236}">
                <a16:creationId xmlns:a16="http://schemas.microsoft.com/office/drawing/2014/main" id="{28EC52B0-15E0-43C2-BF54-FE210C7C79D5}"/>
              </a:ext>
            </a:extLst>
          </p:cNvPr>
          <p:cNvSpPr>
            <a:spLocks noGrp="1" noRot="1" noChangeAspect="1" noChangeArrowheads="1" noTextEdit="1"/>
          </p:cNvSpPr>
          <p:nvPr>
            <p:ph type="sldImg"/>
          </p:nvPr>
        </p:nvSpPr>
        <p:spPr>
          <a:xfrm>
            <a:off x="1152525" y="682625"/>
            <a:ext cx="4551363" cy="3413125"/>
          </a:xfrm>
          <a:ln/>
        </p:spPr>
      </p:sp>
      <p:sp>
        <p:nvSpPr>
          <p:cNvPr id="66563" name="Rectangle 3">
            <a:extLst>
              <a:ext uri="{FF2B5EF4-FFF2-40B4-BE49-F238E27FC236}">
                <a16:creationId xmlns:a16="http://schemas.microsoft.com/office/drawing/2014/main" id="{5B991594-3177-4907-8C37-21BD90467C67}"/>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7D0406A-822E-4E7D-9221-1A821D91DCE1}"/>
              </a:ext>
            </a:extLst>
          </p:cNvPr>
          <p:cNvSpPr>
            <a:spLocks noGrp="1" noChangeArrowheads="1"/>
          </p:cNvSpPr>
          <p:nvPr>
            <p:ph type="sldNum" sz="quarter" idx="5"/>
          </p:nvPr>
        </p:nvSpPr>
        <p:spPr>
          <a:ln/>
        </p:spPr>
        <p:txBody>
          <a:bodyPr/>
          <a:lstStyle/>
          <a:p>
            <a:fld id="{7732C3EC-F9FC-4E2C-BAC5-A59601C5177D}" type="slidenum">
              <a:rPr lang="en-US" altLang="en-US"/>
              <a:pPr/>
              <a:t>33</a:t>
            </a:fld>
            <a:endParaRPr lang="en-US" altLang="en-US"/>
          </a:p>
        </p:txBody>
      </p:sp>
      <p:sp>
        <p:nvSpPr>
          <p:cNvPr id="68610" name="Rectangle 2">
            <a:extLst>
              <a:ext uri="{FF2B5EF4-FFF2-40B4-BE49-F238E27FC236}">
                <a16:creationId xmlns:a16="http://schemas.microsoft.com/office/drawing/2014/main" id="{41E7E82C-299E-473C-A199-C301CDCC6397}"/>
              </a:ext>
            </a:extLst>
          </p:cNvPr>
          <p:cNvSpPr>
            <a:spLocks noGrp="1" noRot="1" noChangeAspect="1" noChangeArrowheads="1" noTextEdit="1"/>
          </p:cNvSpPr>
          <p:nvPr>
            <p:ph type="sldImg"/>
          </p:nvPr>
        </p:nvSpPr>
        <p:spPr>
          <a:xfrm>
            <a:off x="1152525" y="682625"/>
            <a:ext cx="4551363" cy="3413125"/>
          </a:xfrm>
          <a:ln/>
        </p:spPr>
      </p:sp>
      <p:sp>
        <p:nvSpPr>
          <p:cNvPr id="68611" name="Rectangle 3">
            <a:extLst>
              <a:ext uri="{FF2B5EF4-FFF2-40B4-BE49-F238E27FC236}">
                <a16:creationId xmlns:a16="http://schemas.microsoft.com/office/drawing/2014/main" id="{B9ED24AA-33AB-4022-A4B2-651FC615F19C}"/>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3C9078B-B515-4B21-B2BF-D56EC79454F8}"/>
              </a:ext>
            </a:extLst>
          </p:cNvPr>
          <p:cNvSpPr>
            <a:spLocks noGrp="1" noChangeArrowheads="1"/>
          </p:cNvSpPr>
          <p:nvPr>
            <p:ph type="sldNum" sz="quarter" idx="5"/>
          </p:nvPr>
        </p:nvSpPr>
        <p:spPr>
          <a:ln/>
        </p:spPr>
        <p:txBody>
          <a:bodyPr/>
          <a:lstStyle/>
          <a:p>
            <a:fld id="{74C35208-EE6A-4049-8C95-399F5CBBEBB5}" type="slidenum">
              <a:rPr lang="en-US" altLang="en-US"/>
              <a:pPr/>
              <a:t>34</a:t>
            </a:fld>
            <a:endParaRPr lang="en-US" altLang="en-US"/>
          </a:p>
        </p:txBody>
      </p:sp>
      <p:sp>
        <p:nvSpPr>
          <p:cNvPr id="70658" name="Rectangle 2">
            <a:extLst>
              <a:ext uri="{FF2B5EF4-FFF2-40B4-BE49-F238E27FC236}">
                <a16:creationId xmlns:a16="http://schemas.microsoft.com/office/drawing/2014/main" id="{ADC600D4-C541-42DC-B30A-729152973E80}"/>
              </a:ext>
            </a:extLst>
          </p:cNvPr>
          <p:cNvSpPr>
            <a:spLocks noGrp="1" noRot="1" noChangeAspect="1" noChangeArrowheads="1" noTextEdit="1"/>
          </p:cNvSpPr>
          <p:nvPr>
            <p:ph type="sldImg"/>
          </p:nvPr>
        </p:nvSpPr>
        <p:spPr>
          <a:xfrm>
            <a:off x="1152525" y="682625"/>
            <a:ext cx="4551363" cy="3413125"/>
          </a:xfrm>
          <a:ln/>
        </p:spPr>
      </p:sp>
      <p:sp>
        <p:nvSpPr>
          <p:cNvPr id="70659" name="Rectangle 3">
            <a:extLst>
              <a:ext uri="{FF2B5EF4-FFF2-40B4-BE49-F238E27FC236}">
                <a16:creationId xmlns:a16="http://schemas.microsoft.com/office/drawing/2014/main" id="{CC1F75A5-BB38-41B1-81B9-0656D1E27AF4}"/>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C3CE198-724B-4CCC-925E-A0936223EA70}"/>
              </a:ext>
            </a:extLst>
          </p:cNvPr>
          <p:cNvSpPr>
            <a:spLocks noGrp="1" noChangeArrowheads="1"/>
          </p:cNvSpPr>
          <p:nvPr>
            <p:ph type="sldNum" sz="quarter" idx="5"/>
          </p:nvPr>
        </p:nvSpPr>
        <p:spPr>
          <a:ln/>
        </p:spPr>
        <p:txBody>
          <a:bodyPr/>
          <a:lstStyle/>
          <a:p>
            <a:fld id="{9E0ACFB1-CC2C-451A-8DF4-C83C03B4DCCE}" type="slidenum">
              <a:rPr lang="en-US" altLang="en-US"/>
              <a:pPr/>
              <a:t>35</a:t>
            </a:fld>
            <a:endParaRPr lang="en-US" altLang="en-US"/>
          </a:p>
        </p:txBody>
      </p:sp>
      <p:sp>
        <p:nvSpPr>
          <p:cNvPr id="72706" name="Rectangle 2">
            <a:extLst>
              <a:ext uri="{FF2B5EF4-FFF2-40B4-BE49-F238E27FC236}">
                <a16:creationId xmlns:a16="http://schemas.microsoft.com/office/drawing/2014/main" id="{CD9ECAE7-F77B-4891-B8EE-A65C0DA7F429}"/>
              </a:ext>
            </a:extLst>
          </p:cNvPr>
          <p:cNvSpPr>
            <a:spLocks noGrp="1" noRot="1" noChangeAspect="1" noChangeArrowheads="1" noTextEdit="1"/>
          </p:cNvSpPr>
          <p:nvPr>
            <p:ph type="sldImg"/>
          </p:nvPr>
        </p:nvSpPr>
        <p:spPr>
          <a:xfrm>
            <a:off x="1152525" y="682625"/>
            <a:ext cx="4551363" cy="3413125"/>
          </a:xfrm>
          <a:ln/>
        </p:spPr>
      </p:sp>
      <p:sp>
        <p:nvSpPr>
          <p:cNvPr id="72707" name="Rectangle 3">
            <a:extLst>
              <a:ext uri="{FF2B5EF4-FFF2-40B4-BE49-F238E27FC236}">
                <a16:creationId xmlns:a16="http://schemas.microsoft.com/office/drawing/2014/main" id="{24FBDCFB-093A-4869-9D18-BEFEEFE1AE51}"/>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9C58E6F-EACD-4985-A471-C5E26B266D64}"/>
              </a:ext>
            </a:extLst>
          </p:cNvPr>
          <p:cNvSpPr>
            <a:spLocks noGrp="1" noChangeArrowheads="1"/>
          </p:cNvSpPr>
          <p:nvPr>
            <p:ph type="sldNum" sz="quarter" idx="5"/>
          </p:nvPr>
        </p:nvSpPr>
        <p:spPr>
          <a:ln/>
        </p:spPr>
        <p:txBody>
          <a:bodyPr/>
          <a:lstStyle/>
          <a:p>
            <a:fld id="{B07D3554-6989-4835-B969-DD2728E1C687}" type="slidenum">
              <a:rPr lang="en-US" altLang="en-US"/>
              <a:pPr/>
              <a:t>36</a:t>
            </a:fld>
            <a:endParaRPr lang="en-US" altLang="en-US"/>
          </a:p>
        </p:txBody>
      </p:sp>
      <p:sp>
        <p:nvSpPr>
          <p:cNvPr id="74754" name="Rectangle 2">
            <a:extLst>
              <a:ext uri="{FF2B5EF4-FFF2-40B4-BE49-F238E27FC236}">
                <a16:creationId xmlns:a16="http://schemas.microsoft.com/office/drawing/2014/main" id="{EB49D286-6DB9-4E3B-AEF1-447A3D1C0B5C}"/>
              </a:ext>
            </a:extLst>
          </p:cNvPr>
          <p:cNvSpPr>
            <a:spLocks noGrp="1" noRot="1" noChangeAspect="1" noChangeArrowheads="1" noTextEdit="1"/>
          </p:cNvSpPr>
          <p:nvPr>
            <p:ph type="sldImg"/>
          </p:nvPr>
        </p:nvSpPr>
        <p:spPr>
          <a:xfrm>
            <a:off x="1152525" y="682625"/>
            <a:ext cx="4551363" cy="3413125"/>
          </a:xfrm>
          <a:ln/>
        </p:spPr>
      </p:sp>
      <p:sp>
        <p:nvSpPr>
          <p:cNvPr id="74755" name="Rectangle 3">
            <a:extLst>
              <a:ext uri="{FF2B5EF4-FFF2-40B4-BE49-F238E27FC236}">
                <a16:creationId xmlns:a16="http://schemas.microsoft.com/office/drawing/2014/main" id="{28420664-8CDD-4447-B40D-29F09747AECC}"/>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96267CD-0E8A-45E2-825A-475C0654EDF8}"/>
              </a:ext>
            </a:extLst>
          </p:cNvPr>
          <p:cNvSpPr>
            <a:spLocks noGrp="1" noChangeArrowheads="1"/>
          </p:cNvSpPr>
          <p:nvPr>
            <p:ph type="sldNum" sz="quarter" idx="5"/>
          </p:nvPr>
        </p:nvSpPr>
        <p:spPr>
          <a:ln/>
        </p:spPr>
        <p:txBody>
          <a:bodyPr/>
          <a:lstStyle/>
          <a:p>
            <a:fld id="{010660D8-552A-41AE-98AB-BF865AA00AEE}" type="slidenum">
              <a:rPr lang="en-US" altLang="en-US"/>
              <a:pPr/>
              <a:t>37</a:t>
            </a:fld>
            <a:endParaRPr lang="en-US" altLang="en-US"/>
          </a:p>
        </p:txBody>
      </p:sp>
      <p:sp>
        <p:nvSpPr>
          <p:cNvPr id="80898" name="Rectangle 2">
            <a:extLst>
              <a:ext uri="{FF2B5EF4-FFF2-40B4-BE49-F238E27FC236}">
                <a16:creationId xmlns:a16="http://schemas.microsoft.com/office/drawing/2014/main" id="{781FDF73-12BD-40B8-850F-CD11EAB3BFC9}"/>
              </a:ext>
            </a:extLst>
          </p:cNvPr>
          <p:cNvSpPr>
            <a:spLocks noGrp="1" noRot="1" noChangeAspect="1" noChangeArrowheads="1" noTextEdit="1"/>
          </p:cNvSpPr>
          <p:nvPr>
            <p:ph type="sldImg"/>
          </p:nvPr>
        </p:nvSpPr>
        <p:spPr>
          <a:xfrm>
            <a:off x="1152525" y="682625"/>
            <a:ext cx="4551363" cy="3413125"/>
          </a:xfrm>
          <a:ln/>
        </p:spPr>
      </p:sp>
      <p:sp>
        <p:nvSpPr>
          <p:cNvPr id="80899" name="Rectangle 3">
            <a:extLst>
              <a:ext uri="{FF2B5EF4-FFF2-40B4-BE49-F238E27FC236}">
                <a16:creationId xmlns:a16="http://schemas.microsoft.com/office/drawing/2014/main" id="{7E2C8948-7215-4526-86ED-8AA180C78937}"/>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C897698-1417-47CE-8EA1-84AE570F4029}"/>
              </a:ext>
            </a:extLst>
          </p:cNvPr>
          <p:cNvSpPr>
            <a:spLocks noGrp="1" noChangeArrowheads="1"/>
          </p:cNvSpPr>
          <p:nvPr>
            <p:ph type="sldNum" sz="quarter" idx="5"/>
          </p:nvPr>
        </p:nvSpPr>
        <p:spPr>
          <a:ln/>
        </p:spPr>
        <p:txBody>
          <a:bodyPr/>
          <a:lstStyle/>
          <a:p>
            <a:fld id="{B11CB6CC-C209-4B51-A0B7-894D847E8D7B}" type="slidenum">
              <a:rPr lang="en-US" altLang="en-US"/>
              <a:pPr/>
              <a:t>38</a:t>
            </a:fld>
            <a:endParaRPr lang="en-US" altLang="en-US"/>
          </a:p>
        </p:txBody>
      </p:sp>
      <p:sp>
        <p:nvSpPr>
          <p:cNvPr id="82946" name="Rectangle 2">
            <a:extLst>
              <a:ext uri="{FF2B5EF4-FFF2-40B4-BE49-F238E27FC236}">
                <a16:creationId xmlns:a16="http://schemas.microsoft.com/office/drawing/2014/main" id="{03F03A80-CEED-4A0B-B669-4C1933297FE3}"/>
              </a:ext>
            </a:extLst>
          </p:cNvPr>
          <p:cNvSpPr>
            <a:spLocks noGrp="1" noRot="1" noChangeAspect="1" noChangeArrowheads="1" noTextEdit="1"/>
          </p:cNvSpPr>
          <p:nvPr>
            <p:ph type="sldImg"/>
          </p:nvPr>
        </p:nvSpPr>
        <p:spPr>
          <a:xfrm>
            <a:off x="1152525" y="682625"/>
            <a:ext cx="4551363" cy="3413125"/>
          </a:xfrm>
          <a:ln/>
        </p:spPr>
      </p:sp>
      <p:sp>
        <p:nvSpPr>
          <p:cNvPr id="82947" name="Rectangle 3">
            <a:extLst>
              <a:ext uri="{FF2B5EF4-FFF2-40B4-BE49-F238E27FC236}">
                <a16:creationId xmlns:a16="http://schemas.microsoft.com/office/drawing/2014/main" id="{BB5C88A3-EE11-425A-8124-9014DFD6DF47}"/>
              </a:ext>
            </a:extLst>
          </p:cNvPr>
          <p:cNvSpPr>
            <a:spLocks noGrp="1" noChangeArrowheads="1"/>
          </p:cNvSpPr>
          <p:nvPr>
            <p:ph type="body" idx="1"/>
          </p:nvPr>
        </p:nvSpPr>
        <p:spPr>
          <a:xfrm>
            <a:off x="914400" y="4343400"/>
            <a:ext cx="5029200" cy="4114800"/>
          </a:xfrm>
        </p:spPr>
        <p:txBody>
          <a:bodyPr lIns="90270" tIns="45135" rIns="90270" bIns="45135"/>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D82C0-7172-4745-B13C-9851A96728BB}"/>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D66286A9-6DA0-4C59-B7FB-F6649B38021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E37A2320-218E-4075-88A7-EAD55B3D937B}"/>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7076797F-275D-4929-B6EF-936711BA6F98}"/>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DFFBEB9D-AE11-4D4E-BDF1-0A70DDE7A4B8}"/>
              </a:ext>
            </a:extLst>
          </p:cNvPr>
          <p:cNvSpPr>
            <a:spLocks noGrp="1"/>
          </p:cNvSpPr>
          <p:nvPr>
            <p:ph type="sldNum" sz="quarter" idx="12"/>
          </p:nvPr>
        </p:nvSpPr>
        <p:spPr/>
        <p:txBody>
          <a:bodyPr/>
          <a:lstStyle>
            <a:lvl1pPr>
              <a:defRPr/>
            </a:lvl1pPr>
          </a:lstStyle>
          <a:p>
            <a:fld id="{117E476D-C079-4A08-A9EC-40C60EEAF8FD}" type="slidenum">
              <a:rPr lang="en-US" altLang="en-US"/>
              <a:pPr/>
              <a:t>‹#›</a:t>
            </a:fld>
            <a:endParaRPr lang="en-US" altLang="en-US"/>
          </a:p>
        </p:txBody>
      </p:sp>
    </p:spTree>
    <p:extLst>
      <p:ext uri="{BB962C8B-B14F-4D97-AF65-F5344CB8AC3E}">
        <p14:creationId xmlns:p14="http://schemas.microsoft.com/office/powerpoint/2010/main" val="301851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929A-F475-4E67-AC0B-065686365BD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5F48BA79-C588-4A0E-AEE6-26B23DBD198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1BA7D66-EA22-4729-9388-659D96C0417E}"/>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84EEC9C-132D-4FE3-9C93-4FD086D7A447}"/>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885AEA9C-656C-4859-A043-7BB5B8B1CA6A}"/>
              </a:ext>
            </a:extLst>
          </p:cNvPr>
          <p:cNvSpPr>
            <a:spLocks noGrp="1"/>
          </p:cNvSpPr>
          <p:nvPr>
            <p:ph type="sldNum" sz="quarter" idx="12"/>
          </p:nvPr>
        </p:nvSpPr>
        <p:spPr/>
        <p:txBody>
          <a:bodyPr/>
          <a:lstStyle>
            <a:lvl1pPr>
              <a:defRPr/>
            </a:lvl1pPr>
          </a:lstStyle>
          <a:p>
            <a:fld id="{36984AA2-6CAB-405F-8ECA-AE7BBDDFEC38}" type="slidenum">
              <a:rPr lang="en-US" altLang="en-US"/>
              <a:pPr/>
              <a:t>‹#›</a:t>
            </a:fld>
            <a:endParaRPr lang="en-US" altLang="en-US"/>
          </a:p>
        </p:txBody>
      </p:sp>
    </p:spTree>
    <p:extLst>
      <p:ext uri="{BB962C8B-B14F-4D97-AF65-F5344CB8AC3E}">
        <p14:creationId xmlns:p14="http://schemas.microsoft.com/office/powerpoint/2010/main" val="1920513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6854C-C02A-4DF0-BC51-6AA6161289C3}"/>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EE264D71-C5CA-4A15-B3E6-BD8496C81AB5}"/>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Date Placeholder 3">
            <a:extLst>
              <a:ext uri="{FF2B5EF4-FFF2-40B4-BE49-F238E27FC236}">
                <a16:creationId xmlns:a16="http://schemas.microsoft.com/office/drawing/2014/main" id="{DC7067AE-E938-4812-8FF7-23178B0E31A5}"/>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DF663F8-0188-4749-B95D-DD58D5BEA3AC}"/>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D2980494-0209-4B4E-AD3F-851CF8824346}"/>
              </a:ext>
            </a:extLst>
          </p:cNvPr>
          <p:cNvSpPr>
            <a:spLocks noGrp="1"/>
          </p:cNvSpPr>
          <p:nvPr>
            <p:ph type="sldNum" sz="quarter" idx="12"/>
          </p:nvPr>
        </p:nvSpPr>
        <p:spPr/>
        <p:txBody>
          <a:bodyPr/>
          <a:lstStyle>
            <a:lvl1pPr>
              <a:defRPr/>
            </a:lvl1pPr>
          </a:lstStyle>
          <a:p>
            <a:fld id="{24BE7AAF-C87C-4547-A393-B04DADB05D81}" type="slidenum">
              <a:rPr lang="en-US" altLang="en-US"/>
              <a:pPr/>
              <a:t>‹#›</a:t>
            </a:fld>
            <a:endParaRPr lang="en-US" altLang="en-US"/>
          </a:p>
        </p:txBody>
      </p:sp>
    </p:spTree>
    <p:extLst>
      <p:ext uri="{BB962C8B-B14F-4D97-AF65-F5344CB8AC3E}">
        <p14:creationId xmlns:p14="http://schemas.microsoft.com/office/powerpoint/2010/main" val="2156309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3F2DB-A58D-401D-A705-35EDD3BDF26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048A1C0-96B0-4D93-9358-7D0100052F89}"/>
              </a:ext>
            </a:extLst>
          </p:cNvPr>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8C6AD80-CD45-48E4-AFEF-FB51874DE804}"/>
              </a:ext>
            </a:extLst>
          </p:cNvPr>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E79D2530-E876-44FA-A1DA-1D77F416C8F1}"/>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3BFEE27C-ED7E-4740-9ADD-774BF523F909}"/>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30F67CD4-2F59-4F3B-AFF9-97AAACBC6B3B}"/>
              </a:ext>
            </a:extLst>
          </p:cNvPr>
          <p:cNvSpPr>
            <a:spLocks noGrp="1"/>
          </p:cNvSpPr>
          <p:nvPr>
            <p:ph type="sldNum" sz="quarter" idx="12"/>
          </p:nvPr>
        </p:nvSpPr>
        <p:spPr/>
        <p:txBody>
          <a:bodyPr/>
          <a:lstStyle>
            <a:lvl1pPr>
              <a:defRPr/>
            </a:lvl1pPr>
          </a:lstStyle>
          <a:p>
            <a:fld id="{FE85E83D-41FA-4AF7-8719-3A8585BDE16B}" type="slidenum">
              <a:rPr lang="en-US" altLang="en-US"/>
              <a:pPr/>
              <a:t>‹#›</a:t>
            </a:fld>
            <a:endParaRPr lang="en-US" altLang="en-US"/>
          </a:p>
        </p:txBody>
      </p:sp>
    </p:spTree>
    <p:extLst>
      <p:ext uri="{BB962C8B-B14F-4D97-AF65-F5344CB8AC3E}">
        <p14:creationId xmlns:p14="http://schemas.microsoft.com/office/powerpoint/2010/main" val="4282134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BE5F5-43CC-4CE9-AE9C-66D8BDF293B2}"/>
              </a:ext>
            </a:extLst>
          </p:cNvPr>
          <p:cNvSpPr>
            <a:spLocks noGrp="1"/>
          </p:cNvSpPr>
          <p:nvPr>
            <p:ph type="title"/>
          </p:nvPr>
        </p:nvSpPr>
        <p:spPr>
          <a:xfrm>
            <a:off x="630238" y="365125"/>
            <a:ext cx="78867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15A267F-34AA-4807-94D6-4B151B92EA29}"/>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4E9EE74-28FF-42FC-A4CE-16DFD610E95E}"/>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EF2DE0AD-5A5D-4DCE-B621-993F0FD53CDF}"/>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9671FA3-6288-4299-B943-7C01FE3FE0E3}"/>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11D28D39-131F-4A66-B7E0-1772122241B8}"/>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F2798FC5-4B50-4F4B-8F08-4354DBD48967}"/>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55B952EB-585C-4763-8F19-905BBDDAE868}"/>
              </a:ext>
            </a:extLst>
          </p:cNvPr>
          <p:cNvSpPr>
            <a:spLocks noGrp="1"/>
          </p:cNvSpPr>
          <p:nvPr>
            <p:ph type="sldNum" sz="quarter" idx="12"/>
          </p:nvPr>
        </p:nvSpPr>
        <p:spPr/>
        <p:txBody>
          <a:bodyPr/>
          <a:lstStyle>
            <a:lvl1pPr>
              <a:defRPr/>
            </a:lvl1pPr>
          </a:lstStyle>
          <a:p>
            <a:fld id="{B7F8AAEB-5295-4747-BBE6-91FA4A11168A}" type="slidenum">
              <a:rPr lang="en-US" altLang="en-US"/>
              <a:pPr/>
              <a:t>‹#›</a:t>
            </a:fld>
            <a:endParaRPr lang="en-US" altLang="en-US"/>
          </a:p>
        </p:txBody>
      </p:sp>
    </p:spTree>
    <p:extLst>
      <p:ext uri="{BB962C8B-B14F-4D97-AF65-F5344CB8AC3E}">
        <p14:creationId xmlns:p14="http://schemas.microsoft.com/office/powerpoint/2010/main" val="1354229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B38ED-4B6D-4DBB-AAB5-DD86DBEFB347}"/>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0309155-A6A5-45D9-958F-A68A7BB407D5}"/>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E5FE4F57-F925-40BA-987D-1EF2E6AEBDB2}"/>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5D7D24C4-ED3C-4AA9-A650-3FEDF26A3E08}"/>
              </a:ext>
            </a:extLst>
          </p:cNvPr>
          <p:cNvSpPr>
            <a:spLocks noGrp="1"/>
          </p:cNvSpPr>
          <p:nvPr>
            <p:ph type="sldNum" sz="quarter" idx="12"/>
          </p:nvPr>
        </p:nvSpPr>
        <p:spPr/>
        <p:txBody>
          <a:bodyPr/>
          <a:lstStyle>
            <a:lvl1pPr>
              <a:defRPr/>
            </a:lvl1pPr>
          </a:lstStyle>
          <a:p>
            <a:fld id="{663A88EC-2602-44E9-A1F4-42C39D197A14}" type="slidenum">
              <a:rPr lang="en-US" altLang="en-US"/>
              <a:pPr/>
              <a:t>‹#›</a:t>
            </a:fld>
            <a:endParaRPr lang="en-US" altLang="en-US"/>
          </a:p>
        </p:txBody>
      </p:sp>
    </p:spTree>
    <p:extLst>
      <p:ext uri="{BB962C8B-B14F-4D97-AF65-F5344CB8AC3E}">
        <p14:creationId xmlns:p14="http://schemas.microsoft.com/office/powerpoint/2010/main" val="1214613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12F0BF-FA83-41F6-B172-7E3549EFF008}"/>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8ECFC946-E34A-40F1-9FCE-8A81772D7420}"/>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CD575AA0-6348-4821-B4C3-1A7929E40870}"/>
              </a:ext>
            </a:extLst>
          </p:cNvPr>
          <p:cNvSpPr>
            <a:spLocks noGrp="1"/>
          </p:cNvSpPr>
          <p:nvPr>
            <p:ph type="sldNum" sz="quarter" idx="12"/>
          </p:nvPr>
        </p:nvSpPr>
        <p:spPr/>
        <p:txBody>
          <a:bodyPr/>
          <a:lstStyle>
            <a:lvl1pPr>
              <a:defRPr/>
            </a:lvl1pPr>
          </a:lstStyle>
          <a:p>
            <a:fld id="{FED70E81-85FC-4E4D-B33B-263830E9A5AD}" type="slidenum">
              <a:rPr lang="en-US" altLang="en-US"/>
              <a:pPr/>
              <a:t>‹#›</a:t>
            </a:fld>
            <a:endParaRPr lang="en-US" altLang="en-US"/>
          </a:p>
        </p:txBody>
      </p:sp>
    </p:spTree>
    <p:extLst>
      <p:ext uri="{BB962C8B-B14F-4D97-AF65-F5344CB8AC3E}">
        <p14:creationId xmlns:p14="http://schemas.microsoft.com/office/powerpoint/2010/main" val="3473841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111EC-0CA7-4D57-AD4A-D8BE9A36B3F6}"/>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20987AC1-C045-4E91-BA4A-F3CF43C366D5}"/>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54CD4593-B640-4C65-969F-FA4289F42FD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F25CC2A-108C-4A0B-89D4-234D4A7C1137}"/>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77C98A56-0AE4-498D-998B-C3F2F5588583}"/>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6DDD059B-1CEB-4CEC-BE31-6982A5479483}"/>
              </a:ext>
            </a:extLst>
          </p:cNvPr>
          <p:cNvSpPr>
            <a:spLocks noGrp="1"/>
          </p:cNvSpPr>
          <p:nvPr>
            <p:ph type="sldNum" sz="quarter" idx="12"/>
          </p:nvPr>
        </p:nvSpPr>
        <p:spPr/>
        <p:txBody>
          <a:bodyPr/>
          <a:lstStyle>
            <a:lvl1pPr>
              <a:defRPr/>
            </a:lvl1pPr>
          </a:lstStyle>
          <a:p>
            <a:fld id="{350F90CC-143A-419A-982E-6E39F1A9179D}" type="slidenum">
              <a:rPr lang="en-US" altLang="en-US"/>
              <a:pPr/>
              <a:t>‹#›</a:t>
            </a:fld>
            <a:endParaRPr lang="en-US" altLang="en-US"/>
          </a:p>
        </p:txBody>
      </p:sp>
    </p:spTree>
    <p:extLst>
      <p:ext uri="{BB962C8B-B14F-4D97-AF65-F5344CB8AC3E}">
        <p14:creationId xmlns:p14="http://schemas.microsoft.com/office/powerpoint/2010/main" val="1906007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76729-66D1-4581-8D5E-204EB6D06412}"/>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F701B3A-D449-45FE-8E14-FF2556AF717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505C60FB-AEBC-48AE-899D-E743A02B6D0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408310E-FE95-4CC2-99BA-68644B2CFC4D}"/>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2431E86C-E093-4904-B143-4B78BD620F50}"/>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D89B80CE-672B-4CF6-B4E6-0263A22B2AEC}"/>
              </a:ext>
            </a:extLst>
          </p:cNvPr>
          <p:cNvSpPr>
            <a:spLocks noGrp="1"/>
          </p:cNvSpPr>
          <p:nvPr>
            <p:ph type="sldNum" sz="quarter" idx="12"/>
          </p:nvPr>
        </p:nvSpPr>
        <p:spPr/>
        <p:txBody>
          <a:bodyPr/>
          <a:lstStyle>
            <a:lvl1pPr>
              <a:defRPr/>
            </a:lvl1pPr>
          </a:lstStyle>
          <a:p>
            <a:fld id="{CAFA62B6-FBCE-4C0E-9BBE-3D38F6DE3B2C}" type="slidenum">
              <a:rPr lang="en-US" altLang="en-US"/>
              <a:pPr/>
              <a:t>‹#›</a:t>
            </a:fld>
            <a:endParaRPr lang="en-US" altLang="en-US"/>
          </a:p>
        </p:txBody>
      </p:sp>
    </p:spTree>
    <p:extLst>
      <p:ext uri="{BB962C8B-B14F-4D97-AF65-F5344CB8AC3E}">
        <p14:creationId xmlns:p14="http://schemas.microsoft.com/office/powerpoint/2010/main" val="311950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2D2E8-A4F1-4731-BA25-FA68943D6A9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75166D1-E0F7-4AA8-BADB-65393CE0090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5A96B67-0B59-488C-A3AE-D8AE859E0766}"/>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4BEE4E6-E67D-4316-A1DD-7963985B60DB}"/>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6144C85D-B84D-4343-AD2F-43AB0812A209}"/>
              </a:ext>
            </a:extLst>
          </p:cNvPr>
          <p:cNvSpPr>
            <a:spLocks noGrp="1"/>
          </p:cNvSpPr>
          <p:nvPr>
            <p:ph type="sldNum" sz="quarter" idx="12"/>
          </p:nvPr>
        </p:nvSpPr>
        <p:spPr/>
        <p:txBody>
          <a:bodyPr/>
          <a:lstStyle>
            <a:lvl1pPr>
              <a:defRPr/>
            </a:lvl1pPr>
          </a:lstStyle>
          <a:p>
            <a:fld id="{6D149F20-693F-42C8-A5A1-11592DAD9497}" type="slidenum">
              <a:rPr lang="en-US" altLang="en-US"/>
              <a:pPr/>
              <a:t>‹#›</a:t>
            </a:fld>
            <a:endParaRPr lang="en-US" altLang="en-US"/>
          </a:p>
        </p:txBody>
      </p:sp>
    </p:spTree>
    <p:extLst>
      <p:ext uri="{BB962C8B-B14F-4D97-AF65-F5344CB8AC3E}">
        <p14:creationId xmlns:p14="http://schemas.microsoft.com/office/powerpoint/2010/main" val="3538349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E0B1FE-4884-4C34-BC21-80AD9032EB5D}"/>
              </a:ext>
            </a:extLst>
          </p:cNvPr>
          <p:cNvSpPr>
            <a:spLocks noGrp="1"/>
          </p:cNvSpPr>
          <p:nvPr>
            <p:ph type="title" orient="vert"/>
          </p:nvPr>
        </p:nvSpPr>
        <p:spPr>
          <a:xfrm>
            <a:off x="6629400" y="274638"/>
            <a:ext cx="2057400" cy="5851525"/>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C0DCF42-CB6F-46B2-B991-09ABBC5F21A8}"/>
              </a:ext>
            </a:extLst>
          </p:cNvPr>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514B64F-DC17-41E0-8FE6-9AB497FC4705}"/>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88100BD6-AC5F-46EB-84F0-7BA7D903C6C7}"/>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5BD8F19-07E4-4B2E-BE74-A2070D9FF79F}"/>
              </a:ext>
            </a:extLst>
          </p:cNvPr>
          <p:cNvSpPr>
            <a:spLocks noGrp="1"/>
          </p:cNvSpPr>
          <p:nvPr>
            <p:ph type="sldNum" sz="quarter" idx="12"/>
          </p:nvPr>
        </p:nvSpPr>
        <p:spPr/>
        <p:txBody>
          <a:bodyPr/>
          <a:lstStyle>
            <a:lvl1pPr>
              <a:defRPr/>
            </a:lvl1pPr>
          </a:lstStyle>
          <a:p>
            <a:fld id="{4F18FF04-ACCF-45E6-9B5B-3C29BB0443FE}" type="slidenum">
              <a:rPr lang="en-US" altLang="en-US"/>
              <a:pPr/>
              <a:t>‹#›</a:t>
            </a:fld>
            <a:endParaRPr lang="en-US" altLang="en-US"/>
          </a:p>
        </p:txBody>
      </p:sp>
    </p:spTree>
    <p:extLst>
      <p:ext uri="{BB962C8B-B14F-4D97-AF65-F5344CB8AC3E}">
        <p14:creationId xmlns:p14="http://schemas.microsoft.com/office/powerpoint/2010/main" val="3339591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E9400AE-855F-44D6-91B3-C55097CDC2C5}"/>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FA281DD-F0CC-42FA-A1A3-B4BD828743CE}"/>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B23FC726-DB6A-453B-93F2-F00DCBA73D8B}"/>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sp>
        <p:nvSpPr>
          <p:cNvPr id="1029" name="Rectangle 5">
            <a:extLst>
              <a:ext uri="{FF2B5EF4-FFF2-40B4-BE49-F238E27FC236}">
                <a16:creationId xmlns:a16="http://schemas.microsoft.com/office/drawing/2014/main" id="{3B08C978-7AD7-48A7-AFC0-E9AFD53440E6}"/>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en-US"/>
          </a:p>
        </p:txBody>
      </p:sp>
      <p:sp>
        <p:nvSpPr>
          <p:cNvPr id="1030" name="Rectangle 6">
            <a:extLst>
              <a:ext uri="{FF2B5EF4-FFF2-40B4-BE49-F238E27FC236}">
                <a16:creationId xmlns:a16="http://schemas.microsoft.com/office/drawing/2014/main" id="{0EDAFD5C-6C4B-49F8-8B11-157D5ABD4DCD}"/>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9A78711C-B837-4859-9F29-9F9FBD117E1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4.wmf"/><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5.w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9.wmf"/><Relationship Id="rId4" Type="http://schemas.openxmlformats.org/officeDocument/2006/relationships/oleObject" Target="../embeddings/oleObject3.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21.wmf"/><Relationship Id="rId4" Type="http://schemas.openxmlformats.org/officeDocument/2006/relationships/oleObject" Target="../embeddings/oleObject4.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22.wmf"/><Relationship Id="rId4" Type="http://schemas.openxmlformats.org/officeDocument/2006/relationships/oleObject" Target="../embeddings/oleObject5.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3.emf"/><Relationship Id="rId4" Type="http://schemas.openxmlformats.org/officeDocument/2006/relationships/oleObject" Target="../embeddings/oleObject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D2135C8-6D30-41CB-9624-36840678B036}"/>
              </a:ext>
            </a:extLst>
          </p:cNvPr>
          <p:cNvSpPr>
            <a:spLocks noGrp="1" noChangeArrowheads="1"/>
          </p:cNvSpPr>
          <p:nvPr>
            <p:ph type="ctrTitle"/>
          </p:nvPr>
        </p:nvSpPr>
        <p:spPr>
          <a:xfrm>
            <a:off x="685800" y="1524000"/>
            <a:ext cx="7772400" cy="2686050"/>
          </a:xfrm>
        </p:spPr>
        <p:txBody>
          <a:bodyPr anchor="ctr"/>
          <a:lstStyle/>
          <a:p>
            <a:r>
              <a:rPr lang="en-US" altLang="en-US" sz="4400" dirty="0">
                <a:solidFill>
                  <a:srgbClr val="0070C0"/>
                </a:solidFill>
              </a:rPr>
              <a:t>ENGR 290</a:t>
            </a:r>
            <a:br>
              <a:rPr lang="en-US" altLang="en-US" sz="4400" dirty="0"/>
            </a:br>
            <a:br>
              <a:rPr lang="en-US" altLang="en-US" sz="4400" dirty="0"/>
            </a:br>
            <a:r>
              <a:rPr lang="en-US" altLang="en-US" sz="4400" dirty="0"/>
              <a:t>Bonding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1216C77A-F902-4705-A768-D7AD1DCFAB03}"/>
              </a:ext>
            </a:extLst>
          </p:cNvPr>
          <p:cNvSpPr>
            <a:spLocks noChangeArrowheads="1"/>
          </p:cNvSpPr>
          <p:nvPr/>
        </p:nvSpPr>
        <p:spPr bwMode="auto">
          <a:xfrm>
            <a:off x="307975" y="1219200"/>
            <a:ext cx="8455025"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buFontTx/>
              <a:buNone/>
            </a:pPr>
            <a:r>
              <a:rPr lang="en-US" altLang="en-US" sz="2400" b="1"/>
              <a:t>Electronegativity:</a:t>
            </a:r>
            <a:endParaRPr lang="en-US" altLang="en-US" sz="2400"/>
          </a:p>
          <a:p>
            <a:pPr>
              <a:buFontTx/>
              <a:buNone/>
            </a:pPr>
            <a:r>
              <a:rPr lang="en-US" altLang="en-US" sz="2400"/>
              <a:t>Electronegativity is the tendency of an atom to gain an electron.  Atoms with a high electronegativity are typically towards the right side of the periodic table.</a:t>
            </a:r>
          </a:p>
          <a:p>
            <a:pPr>
              <a:buFontTx/>
              <a:buNone/>
            </a:pPr>
            <a:endParaRPr lang="en-US" altLang="en-US" sz="2400"/>
          </a:p>
          <a:p>
            <a:pPr>
              <a:buFontTx/>
              <a:buNone/>
            </a:pPr>
            <a:r>
              <a:rPr lang="en-US" altLang="en-US" sz="2400"/>
              <a:t>Electropositive is the tendency of an atom to loose an electron.  These atoms are towards the left side of the periodic table.</a:t>
            </a:r>
          </a:p>
          <a:p>
            <a:pPr>
              <a:buFontTx/>
              <a:buNone/>
            </a:pPr>
            <a:endParaRPr lang="en-US" altLang="en-US" sz="2400"/>
          </a:p>
          <a:p>
            <a:pPr>
              <a:buFontTx/>
              <a:buNone/>
            </a:pPr>
            <a:r>
              <a:rPr lang="en-US" altLang="en-US" sz="2400"/>
              <a:t>The highly electronegative atoms typically attract to the highly positive atoms to create ionic molecules and ceramics.</a:t>
            </a:r>
            <a:endParaRPr lang="en-US" altLang="en-US" sz="2400" b="1"/>
          </a:p>
        </p:txBody>
      </p:sp>
      <p:sp>
        <p:nvSpPr>
          <p:cNvPr id="3075" name="Rectangle 3">
            <a:extLst>
              <a:ext uri="{FF2B5EF4-FFF2-40B4-BE49-F238E27FC236}">
                <a16:creationId xmlns:a16="http://schemas.microsoft.com/office/drawing/2014/main" id="{4194341D-AB6E-4C45-9BCA-2752F37FD31A}"/>
              </a:ext>
            </a:extLst>
          </p:cNvPr>
          <p:cNvSpPr>
            <a:spLocks noGrp="1" noChangeArrowheads="1"/>
          </p:cNvSpPr>
          <p:nvPr>
            <p:ph type="title"/>
          </p:nvPr>
        </p:nvSpPr>
        <p:spPr>
          <a:xfrm>
            <a:off x="457200" y="228600"/>
            <a:ext cx="8153400" cy="647700"/>
          </a:xfrm>
          <a:solidFill>
            <a:schemeClr val="bg1"/>
          </a:solidFill>
          <a:ln>
            <a:solidFill>
              <a:schemeClr val="bg1"/>
            </a:solidFill>
            <a:miter lim="800000"/>
            <a:headEnd/>
            <a:tailEnd/>
          </a:ln>
        </p:spPr>
        <p:txBody>
          <a:bodyPr/>
          <a:lstStyle/>
          <a:p>
            <a:r>
              <a:rPr lang="en-US" altLang="en-US" sz="3600"/>
              <a:t>Bonding</a:t>
            </a:r>
          </a:p>
        </p:txBody>
      </p:sp>
    </p:spTree>
  </p:cSld>
  <p:clrMapOvr>
    <a:masterClrMapping/>
  </p:clrMapOvr>
  <p:transition>
    <p:pull dir="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99AF4DC-3842-4117-8B7D-318D58EB7778}"/>
              </a:ext>
            </a:extLst>
          </p:cNvPr>
          <p:cNvSpPr>
            <a:spLocks noGrp="1" noChangeArrowheads="1"/>
          </p:cNvSpPr>
          <p:nvPr>
            <p:ph type="title"/>
          </p:nvPr>
        </p:nvSpPr>
        <p:spPr>
          <a:xfrm>
            <a:off x="685800" y="0"/>
            <a:ext cx="7772400" cy="800100"/>
          </a:xfrm>
          <a:solidFill>
            <a:schemeClr val="bg1"/>
          </a:solidFill>
          <a:ln>
            <a:solidFill>
              <a:schemeClr val="bg1"/>
            </a:solidFill>
            <a:miter lim="800000"/>
            <a:headEnd/>
            <a:tailEnd/>
          </a:ln>
        </p:spPr>
        <p:txBody>
          <a:bodyPr/>
          <a:lstStyle/>
          <a:p>
            <a:r>
              <a:rPr lang="en-US" altLang="en-US" sz="3200" b="1"/>
              <a:t>Ionic Bonds</a:t>
            </a:r>
          </a:p>
        </p:txBody>
      </p:sp>
      <p:sp>
        <p:nvSpPr>
          <p:cNvPr id="6147" name="Rectangle 3">
            <a:extLst>
              <a:ext uri="{FF2B5EF4-FFF2-40B4-BE49-F238E27FC236}">
                <a16:creationId xmlns:a16="http://schemas.microsoft.com/office/drawing/2014/main" id="{B5D98C6C-7F7B-400E-8457-945403645247}"/>
              </a:ext>
            </a:extLst>
          </p:cNvPr>
          <p:cNvSpPr>
            <a:spLocks noChangeArrowheads="1"/>
          </p:cNvSpPr>
          <p:nvPr/>
        </p:nvSpPr>
        <p:spPr bwMode="auto">
          <a:xfrm>
            <a:off x="0" y="914400"/>
            <a:ext cx="91440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buFontTx/>
              <a:buNone/>
            </a:pPr>
            <a:r>
              <a:rPr lang="en-US" altLang="en-US" sz="2400"/>
              <a:t>Ionic bonds tend to </a:t>
            </a:r>
            <a:r>
              <a:rPr lang="en-US" altLang="en-US" sz="2400" b="1"/>
              <a:t>form between strongly electronegative and strongly electropositive atoms</a:t>
            </a:r>
            <a:r>
              <a:rPr lang="en-US" altLang="en-US" sz="2400"/>
              <a:t>.</a:t>
            </a:r>
          </a:p>
          <a:p>
            <a:r>
              <a:rPr lang="en-US" altLang="en-US" sz="2400"/>
              <a:t>The outer (valence) electrons of the electropositive atom are transferred to the outer electron energy levels of the electronegative atom.  Positive and negative ions are formed that are attracted by a Coulombic force, which is an omidirectional force.</a:t>
            </a:r>
          </a:p>
          <a:p>
            <a:pPr lvl="1"/>
            <a:r>
              <a:rPr lang="en-US" altLang="en-US" sz="2400"/>
              <a:t>eg. Na and Cl form NaCl where the properties of the resultant material (salt) is very different from either of the atoms.  Cl and Na are both highly corrosive where Cl is associated with acids and Na is associated with bases.</a:t>
            </a:r>
          </a:p>
          <a:p>
            <a:r>
              <a:rPr lang="en-US" altLang="en-US" sz="2400" b="1"/>
              <a:t>What can you guess about the electrical conductivity of ionic solids?</a:t>
            </a:r>
          </a:p>
          <a:p>
            <a:pPr>
              <a:buFontTx/>
              <a:buNone/>
            </a:pPr>
            <a:r>
              <a:rPr lang="en-US" altLang="en-US" sz="2400" b="1"/>
              <a:t>		</a:t>
            </a:r>
            <a:r>
              <a:rPr lang="en-US" altLang="en-US" sz="2400" i="1"/>
              <a:t>Conduct when molten (or in solution) but not when solid.</a:t>
            </a:r>
          </a:p>
          <a:p>
            <a:r>
              <a:rPr lang="en-US" altLang="en-US" sz="2400" b="1"/>
              <a:t>What would you expect about their melting temperatures - high or low? </a:t>
            </a:r>
            <a:r>
              <a:rPr lang="en-US" altLang="en-US" sz="2400" i="1"/>
              <a:t>High</a:t>
            </a:r>
          </a:p>
        </p:txBody>
      </p:sp>
    </p:spTree>
  </p:cSld>
  <p:clrMapOvr>
    <a:masterClrMapping/>
  </p:clrMapOvr>
  <p:transition>
    <p:pull dir="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Fig 2-18a - AP - NaCl">
            <a:extLst>
              <a:ext uri="{FF2B5EF4-FFF2-40B4-BE49-F238E27FC236}">
                <a16:creationId xmlns:a16="http://schemas.microsoft.com/office/drawing/2014/main" id="{331849E3-43AF-414C-B0E1-DF3C82B506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762000"/>
            <a:ext cx="2943225" cy="1819275"/>
          </a:xfrm>
          <a:prstGeom prst="rect">
            <a:avLst/>
          </a:prstGeom>
          <a:noFill/>
          <a:extLst>
            <a:ext uri="{909E8E84-426E-40DD-AFC4-6F175D3DCCD1}">
              <a14:hiddenFill xmlns:a14="http://schemas.microsoft.com/office/drawing/2010/main">
                <a:solidFill>
                  <a:srgbClr val="FFFFFF"/>
                </a:solidFill>
              </a14:hiddenFill>
            </a:ext>
          </a:extLst>
        </p:spPr>
      </p:pic>
      <p:pic>
        <p:nvPicPr>
          <p:cNvPr id="8195" name="Picture 3" descr="Fig 2-18b - AP - NaCl">
            <a:extLst>
              <a:ext uri="{FF2B5EF4-FFF2-40B4-BE49-F238E27FC236}">
                <a16:creationId xmlns:a16="http://schemas.microsoft.com/office/drawing/2014/main" id="{33BF7404-0449-4601-AF5E-0A7BB4F2FA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776288"/>
            <a:ext cx="2562225" cy="177641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Fig 2-18c - AP - NaCl">
            <a:extLst>
              <a:ext uri="{FF2B5EF4-FFF2-40B4-BE49-F238E27FC236}">
                <a16:creationId xmlns:a16="http://schemas.microsoft.com/office/drawing/2014/main" id="{FE4C7677-D875-4810-B30F-67FD4C2FC7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790575"/>
            <a:ext cx="1752600" cy="1725613"/>
          </a:xfrm>
          <a:prstGeom prst="rect">
            <a:avLst/>
          </a:prstGeom>
          <a:noFill/>
          <a:extLst>
            <a:ext uri="{909E8E84-426E-40DD-AFC4-6F175D3DCCD1}">
              <a14:hiddenFill xmlns:a14="http://schemas.microsoft.com/office/drawing/2010/main">
                <a:solidFill>
                  <a:srgbClr val="FFFFFF"/>
                </a:solidFill>
              </a14:hiddenFill>
            </a:ext>
          </a:extLst>
        </p:spPr>
      </p:pic>
      <p:sp>
        <p:nvSpPr>
          <p:cNvPr id="8197" name="Text Box 5">
            <a:extLst>
              <a:ext uri="{FF2B5EF4-FFF2-40B4-BE49-F238E27FC236}">
                <a16:creationId xmlns:a16="http://schemas.microsoft.com/office/drawing/2014/main" id="{2AA5C4E7-E49B-442A-B8F0-93031967EB71}"/>
              </a:ext>
            </a:extLst>
          </p:cNvPr>
          <p:cNvSpPr txBox="1">
            <a:spLocks noChangeArrowheads="1"/>
          </p:cNvSpPr>
          <p:nvPr/>
        </p:nvSpPr>
        <p:spPr bwMode="auto">
          <a:xfrm>
            <a:off x="228600" y="2986088"/>
            <a:ext cx="87630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519113">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eaLnBrk="0" hangingPunct="0">
              <a:buFontTx/>
              <a:buChar char="•"/>
            </a:pPr>
            <a:r>
              <a:rPr lang="en-US" altLang="en-US" sz="2400" b="1">
                <a:latin typeface="Times New Roman" panose="02020603050405020304" pitchFamily="18" charset="0"/>
              </a:rPr>
              <a:t> </a:t>
            </a:r>
            <a:r>
              <a:rPr lang="en-US" altLang="en-US" sz="2400">
                <a:latin typeface="Calibri" panose="020F0502020204030204" pitchFamily="34" charset="0"/>
              </a:rPr>
              <a:t>An ionic bond is created between two unlike atoms with different electronegativities.  </a:t>
            </a:r>
          </a:p>
          <a:p>
            <a:pPr eaLnBrk="0" hangingPunct="0">
              <a:buFontTx/>
              <a:buChar char="•"/>
            </a:pPr>
            <a:r>
              <a:rPr lang="en-US" altLang="en-US" sz="2400">
                <a:latin typeface="Calibri" panose="020F0502020204030204" pitchFamily="34" charset="0"/>
              </a:rPr>
              <a:t> When sodium donates its valence electron to chlorine, each becomes an ion; attraction occurs, and the ionic bond is formed.</a:t>
            </a:r>
          </a:p>
          <a:p>
            <a:pPr eaLnBrk="0" hangingPunct="0">
              <a:buFontTx/>
              <a:buChar char="•"/>
            </a:pPr>
            <a:r>
              <a:rPr lang="en-US" altLang="en-US" sz="2400">
                <a:latin typeface="Calibri" panose="020F0502020204030204" pitchFamily="34" charset="0"/>
              </a:rPr>
              <a:t> The transferred electron is strongly attached to its new host, the negative ion. Therefore, material is </a:t>
            </a:r>
            <a:r>
              <a:rPr lang="en-US" altLang="en-US" sz="2400" b="1">
                <a:latin typeface="Calibri" panose="020F0502020204030204" pitchFamily="34" charset="0"/>
              </a:rPr>
              <a:t>poor electron conductor</a:t>
            </a:r>
            <a:r>
              <a:rPr lang="en-US" altLang="en-US" sz="2400">
                <a:latin typeface="Calibri" panose="020F0502020204030204" pitchFamily="34" charset="0"/>
              </a:rPr>
              <a:t>.</a:t>
            </a:r>
          </a:p>
          <a:p>
            <a:pPr eaLnBrk="0" hangingPunct="0">
              <a:buFontTx/>
              <a:buChar char="•"/>
            </a:pPr>
            <a:r>
              <a:rPr lang="en-US" altLang="en-US" sz="2400">
                <a:latin typeface="Calibri" panose="020F0502020204030204" pitchFamily="34" charset="0"/>
              </a:rPr>
              <a:t> The </a:t>
            </a:r>
            <a:r>
              <a:rPr lang="en-US" altLang="en-US" sz="2400" b="1">
                <a:latin typeface="Calibri" panose="020F0502020204030204" pitchFamily="34" charset="0"/>
              </a:rPr>
              <a:t>size</a:t>
            </a:r>
            <a:r>
              <a:rPr lang="en-US" altLang="en-US" sz="2400">
                <a:latin typeface="Calibri" panose="020F0502020204030204" pitchFamily="34" charset="0"/>
              </a:rPr>
              <a:t> of </a:t>
            </a:r>
            <a:r>
              <a:rPr lang="en-US" altLang="en-US" sz="2400" b="1">
                <a:latin typeface="Calibri" panose="020F0502020204030204" pitchFamily="34" charset="0"/>
              </a:rPr>
              <a:t>the Cl ion</a:t>
            </a:r>
            <a:r>
              <a:rPr lang="en-US" altLang="en-US" sz="2400">
                <a:latin typeface="Calibri" panose="020F0502020204030204" pitchFamily="34" charset="0"/>
              </a:rPr>
              <a:t> is big compared to its elemental size whereas the size of </a:t>
            </a:r>
            <a:r>
              <a:rPr lang="en-US" altLang="en-US" sz="2400" b="1">
                <a:latin typeface="Calibri" panose="020F0502020204030204" pitchFamily="34" charset="0"/>
              </a:rPr>
              <a:t>Na ion is small</a:t>
            </a:r>
            <a:r>
              <a:rPr lang="en-US" altLang="en-US" sz="2400">
                <a:latin typeface="Calibri" panose="020F0502020204030204" pitchFamily="34" charset="0"/>
              </a:rPr>
              <a:t> compared to its elemental size</a:t>
            </a:r>
            <a:r>
              <a:rPr lang="en-US" altLang="en-US" sz="2400">
                <a:latin typeface="Times New Roman" panose="02020603050405020304" pitchFamily="18"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Fig 2-19 - AP - NaCl current flow">
            <a:extLst>
              <a:ext uri="{FF2B5EF4-FFF2-40B4-BE49-F238E27FC236}">
                <a16:creationId xmlns:a16="http://schemas.microsoft.com/office/drawing/2014/main" id="{6E4530E0-A449-4474-8100-D45A4B4595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533400"/>
            <a:ext cx="4419600" cy="3149600"/>
          </a:xfrm>
          <a:prstGeom prst="rect">
            <a:avLst/>
          </a:prstGeom>
          <a:noFill/>
          <a:extLst>
            <a:ext uri="{909E8E84-426E-40DD-AFC4-6F175D3DCCD1}">
              <a14:hiddenFill xmlns:a14="http://schemas.microsoft.com/office/drawing/2010/main">
                <a:solidFill>
                  <a:srgbClr val="FFFFFF"/>
                </a:solidFill>
              </a14:hiddenFill>
            </a:ext>
          </a:extLst>
        </p:spPr>
      </p:pic>
      <p:sp>
        <p:nvSpPr>
          <p:cNvPr id="10243" name="Text Box 3">
            <a:extLst>
              <a:ext uri="{FF2B5EF4-FFF2-40B4-BE49-F238E27FC236}">
                <a16:creationId xmlns:a16="http://schemas.microsoft.com/office/drawing/2014/main" id="{D18AC3A6-245D-4081-B930-4DFB42CF96D2}"/>
              </a:ext>
            </a:extLst>
          </p:cNvPr>
          <p:cNvSpPr txBox="1">
            <a:spLocks noChangeArrowheads="1"/>
          </p:cNvSpPr>
          <p:nvPr/>
        </p:nvSpPr>
        <p:spPr bwMode="auto">
          <a:xfrm>
            <a:off x="533400" y="3733800"/>
            <a:ext cx="80772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400">
                <a:latin typeface="Calibri" panose="020F0502020204030204" pitchFamily="34" charset="0"/>
              </a:rPr>
              <a:t>When a voltage is applied to an ionic material, </a:t>
            </a:r>
            <a:r>
              <a:rPr lang="en-US" altLang="en-US" sz="2400" b="1">
                <a:latin typeface="Calibri" panose="020F0502020204030204" pitchFamily="34" charset="0"/>
              </a:rPr>
              <a:t>entire ions must move</a:t>
            </a:r>
            <a:r>
              <a:rPr lang="en-US" altLang="en-US" sz="2400">
                <a:latin typeface="Calibri" panose="020F0502020204030204" pitchFamily="34" charset="0"/>
              </a:rPr>
              <a:t> to cause a current to flow.  Ion movement is slow and the electrical conductivity is poor.  Thus ionic materials like SiO</a:t>
            </a:r>
            <a:r>
              <a:rPr lang="en-US" altLang="en-US" sz="2400" baseline="-25000">
                <a:latin typeface="Calibri" panose="020F0502020204030204" pitchFamily="34" charset="0"/>
              </a:rPr>
              <a:t>2</a:t>
            </a:r>
            <a:r>
              <a:rPr lang="en-US" altLang="en-US" sz="2400">
                <a:latin typeface="Calibri" panose="020F0502020204030204" pitchFamily="34" charset="0"/>
              </a:rPr>
              <a:t> and Al</a:t>
            </a:r>
            <a:r>
              <a:rPr lang="en-US" altLang="en-US" sz="2400" baseline="-25000">
                <a:latin typeface="Calibri" panose="020F0502020204030204" pitchFamily="34" charset="0"/>
              </a:rPr>
              <a:t>2</a:t>
            </a:r>
            <a:r>
              <a:rPr lang="en-US" altLang="en-US" sz="2400">
                <a:latin typeface="Calibri" panose="020F0502020204030204" pitchFamily="34" charset="0"/>
              </a:rPr>
              <a:t>O</a:t>
            </a:r>
            <a:r>
              <a:rPr lang="en-US" altLang="en-US" sz="2400" baseline="-25000">
                <a:latin typeface="Calibri" panose="020F0502020204030204" pitchFamily="34" charset="0"/>
              </a:rPr>
              <a:t>3</a:t>
            </a:r>
            <a:r>
              <a:rPr lang="en-US" altLang="en-US" sz="2400">
                <a:latin typeface="Calibri" panose="020F0502020204030204" pitchFamily="34" charset="0"/>
              </a:rPr>
              <a:t> make good insulators of electricity.</a:t>
            </a:r>
          </a:p>
          <a:p>
            <a:pPr eaLnBrk="0" hangingPunct="0"/>
            <a:endParaRPr lang="en-US" altLang="en-US" sz="2400">
              <a:latin typeface="Calibri" panose="020F0502020204030204" pitchFamily="34" charset="0"/>
            </a:endParaRPr>
          </a:p>
          <a:p>
            <a:pPr eaLnBrk="0" hangingPunct="0"/>
            <a:r>
              <a:rPr lang="en-US" altLang="en-US" sz="2400" b="1">
                <a:latin typeface="Calibri" panose="020F0502020204030204" pitchFamily="34" charset="0"/>
              </a:rPr>
              <a:t>Fuel cells</a:t>
            </a:r>
            <a:r>
              <a:rPr lang="en-US" altLang="en-US" sz="2400">
                <a:latin typeface="Calibri" panose="020F0502020204030204" pitchFamily="34" charset="0"/>
              </a:rPr>
              <a:t> must transfer H+ and OH- ions to recombine to release electrons for power and to form water.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Fig 2-14b - AP - silicon">
            <a:extLst>
              <a:ext uri="{FF2B5EF4-FFF2-40B4-BE49-F238E27FC236}">
                <a16:creationId xmlns:a16="http://schemas.microsoft.com/office/drawing/2014/main" id="{8AE8C2EA-883B-4741-A178-CFF5C52455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4863" y="4038600"/>
            <a:ext cx="2878137" cy="2836863"/>
          </a:xfrm>
          <a:prstGeom prst="rect">
            <a:avLst/>
          </a:prstGeom>
          <a:noFill/>
          <a:extLst>
            <a:ext uri="{909E8E84-426E-40DD-AFC4-6F175D3DCCD1}">
              <a14:hiddenFill xmlns:a14="http://schemas.microsoft.com/office/drawing/2010/main">
                <a:solidFill>
                  <a:srgbClr val="FFFFFF"/>
                </a:solidFill>
              </a14:hiddenFill>
            </a:ext>
          </a:extLst>
        </p:spPr>
      </p:pic>
      <p:sp>
        <p:nvSpPr>
          <p:cNvPr id="12291" name="Rectangle 3">
            <a:extLst>
              <a:ext uri="{FF2B5EF4-FFF2-40B4-BE49-F238E27FC236}">
                <a16:creationId xmlns:a16="http://schemas.microsoft.com/office/drawing/2014/main" id="{E08674DD-D2EA-49CF-BBB9-3461CE029FA7}"/>
              </a:ext>
            </a:extLst>
          </p:cNvPr>
          <p:cNvSpPr>
            <a:spLocks noGrp="1" noChangeArrowheads="1"/>
          </p:cNvSpPr>
          <p:nvPr>
            <p:ph type="title"/>
          </p:nvPr>
        </p:nvSpPr>
        <p:spPr>
          <a:xfrm>
            <a:off x="685800" y="0"/>
            <a:ext cx="7772400" cy="800100"/>
          </a:xfrm>
          <a:solidFill>
            <a:schemeClr val="bg1"/>
          </a:solidFill>
          <a:ln>
            <a:solidFill>
              <a:schemeClr val="bg1"/>
            </a:solidFill>
            <a:miter lim="800000"/>
            <a:headEnd/>
            <a:tailEnd/>
          </a:ln>
        </p:spPr>
        <p:txBody>
          <a:bodyPr/>
          <a:lstStyle/>
          <a:p>
            <a:r>
              <a:rPr lang="en-US" altLang="en-US" sz="3200" b="1"/>
              <a:t>Covalent Bonds</a:t>
            </a:r>
          </a:p>
        </p:txBody>
      </p:sp>
      <p:sp>
        <p:nvSpPr>
          <p:cNvPr id="12292" name="Rectangle 4">
            <a:extLst>
              <a:ext uri="{FF2B5EF4-FFF2-40B4-BE49-F238E27FC236}">
                <a16:creationId xmlns:a16="http://schemas.microsoft.com/office/drawing/2014/main" id="{BDD6257E-9883-4D1C-8E7C-705FFD71BF69}"/>
              </a:ext>
            </a:extLst>
          </p:cNvPr>
          <p:cNvSpPr>
            <a:spLocks noChangeArrowheads="1"/>
          </p:cNvSpPr>
          <p:nvPr/>
        </p:nvSpPr>
        <p:spPr bwMode="auto">
          <a:xfrm>
            <a:off x="0" y="914400"/>
            <a:ext cx="91440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buFontTx/>
              <a:buNone/>
            </a:pPr>
            <a:r>
              <a:rPr lang="en-US" altLang="en-US" sz="2400"/>
              <a:t>Materials with covalent bonds tend to occur among atoms with no or </a:t>
            </a:r>
            <a:r>
              <a:rPr lang="en-US" altLang="en-US" sz="2400" b="1"/>
              <a:t>small differences in electronegativity</a:t>
            </a:r>
            <a:r>
              <a:rPr lang="en-US" altLang="en-US" sz="2400"/>
              <a:t> and therefore the elements are close to one another in the periodic table.</a:t>
            </a:r>
          </a:p>
          <a:p>
            <a:r>
              <a:rPr lang="en-US" altLang="en-US" sz="2400" b="1"/>
              <a:t>Two or more atoms </a:t>
            </a:r>
            <a:r>
              <a:rPr lang="en-US" altLang="en-US" sz="2400" b="1" u="sng"/>
              <a:t>share</a:t>
            </a:r>
            <a:r>
              <a:rPr lang="en-US" altLang="en-US" sz="2400" b="1"/>
              <a:t> two or more electrons</a:t>
            </a:r>
            <a:r>
              <a:rPr lang="en-US" altLang="en-US" sz="2400"/>
              <a:t>.</a:t>
            </a:r>
          </a:p>
          <a:p>
            <a:r>
              <a:rPr lang="en-US" altLang="en-US" sz="2400"/>
              <a:t>The atoms most commonly share their outer s and p electrons so that each atom can tend to approach an inert gas structure.</a:t>
            </a:r>
          </a:p>
          <a:p>
            <a:r>
              <a:rPr lang="en-US" altLang="en-US" sz="2400"/>
              <a:t>Example, Si; Z = 14; 1s</a:t>
            </a:r>
            <a:r>
              <a:rPr lang="en-US" altLang="en-US" sz="2400" baseline="30000"/>
              <a:t>2</a:t>
            </a:r>
            <a:r>
              <a:rPr lang="en-US" altLang="en-US" sz="2400"/>
              <a:t> 2s</a:t>
            </a:r>
            <a:r>
              <a:rPr lang="en-US" altLang="en-US" sz="2400" baseline="30000"/>
              <a:t>2</a:t>
            </a:r>
            <a:r>
              <a:rPr lang="en-US" altLang="en-US" sz="2400"/>
              <a:t> 2p</a:t>
            </a:r>
            <a:r>
              <a:rPr lang="en-US" altLang="en-US" sz="2400" baseline="30000"/>
              <a:t>6</a:t>
            </a:r>
            <a:r>
              <a:rPr lang="en-US" altLang="en-US" sz="2400"/>
              <a:t> 3s</a:t>
            </a:r>
            <a:r>
              <a:rPr lang="en-US" altLang="en-US" sz="2400" baseline="30000"/>
              <a:t>2</a:t>
            </a:r>
            <a:r>
              <a:rPr lang="en-US" altLang="en-US" sz="2400"/>
              <a:t> 3p</a:t>
            </a:r>
            <a:r>
              <a:rPr lang="en-US" altLang="en-US" sz="2400" baseline="30000"/>
              <a:t>2</a:t>
            </a:r>
            <a:r>
              <a:rPr lang="en-US" altLang="en-US" sz="2400"/>
              <a:t>  or  1s</a:t>
            </a:r>
            <a:r>
              <a:rPr lang="en-US" altLang="en-US" sz="2400" baseline="30000"/>
              <a:t>2</a:t>
            </a:r>
            <a:r>
              <a:rPr lang="en-US" altLang="en-US" sz="2400"/>
              <a:t> 2s</a:t>
            </a:r>
            <a:r>
              <a:rPr lang="en-US" altLang="en-US" sz="2400" baseline="30000"/>
              <a:t>2</a:t>
            </a:r>
            <a:r>
              <a:rPr lang="en-US" altLang="en-US" sz="2400"/>
              <a:t> 2p</a:t>
            </a:r>
            <a:r>
              <a:rPr lang="en-US" altLang="en-US" sz="2400" baseline="30000"/>
              <a:t>6</a:t>
            </a:r>
            <a:r>
              <a:rPr lang="en-US" altLang="en-US" sz="2400"/>
              <a:t> 3s</a:t>
            </a:r>
            <a:r>
              <a:rPr lang="en-US" altLang="en-US" sz="2400" baseline="30000"/>
              <a:t>1</a:t>
            </a:r>
            <a:r>
              <a:rPr lang="en-US" altLang="en-US" sz="2400"/>
              <a:t> 3p</a:t>
            </a:r>
            <a:r>
              <a:rPr lang="en-US" altLang="en-US" sz="2400" baseline="30000"/>
              <a:t>3</a:t>
            </a:r>
            <a:r>
              <a:rPr lang="en-US" altLang="en-US" sz="2400"/>
              <a:t> are possible with the second configuration being more stable.</a:t>
            </a:r>
          </a:p>
        </p:txBody>
      </p:sp>
      <p:pic>
        <p:nvPicPr>
          <p:cNvPr id="12293" name="Picture 5" descr="Fig 2-14a - AP - silicon">
            <a:extLst>
              <a:ext uri="{FF2B5EF4-FFF2-40B4-BE49-F238E27FC236}">
                <a16:creationId xmlns:a16="http://schemas.microsoft.com/office/drawing/2014/main" id="{60C48F64-C766-4E90-9F88-F0C97BCC82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2638" y="4572000"/>
            <a:ext cx="1927225" cy="2133600"/>
          </a:xfrm>
          <a:prstGeom prst="rect">
            <a:avLst/>
          </a:prstGeom>
          <a:noFill/>
          <a:extLst>
            <a:ext uri="{909E8E84-426E-40DD-AFC4-6F175D3DCCD1}">
              <a14:hiddenFill xmlns:a14="http://schemas.microsoft.com/office/drawing/2010/main">
                <a:solidFill>
                  <a:srgbClr val="FFFFFF"/>
                </a:solidFill>
              </a14:hiddenFill>
            </a:ext>
          </a:extLst>
        </p:spPr>
      </p:pic>
      <p:sp>
        <p:nvSpPr>
          <p:cNvPr id="12294" name="Text Box 6">
            <a:extLst>
              <a:ext uri="{FF2B5EF4-FFF2-40B4-BE49-F238E27FC236}">
                <a16:creationId xmlns:a16="http://schemas.microsoft.com/office/drawing/2014/main" id="{6407415A-C480-4A9A-8F0D-8F885FBABABD}"/>
              </a:ext>
            </a:extLst>
          </p:cNvPr>
          <p:cNvSpPr txBox="1">
            <a:spLocks noChangeArrowheads="1"/>
          </p:cNvSpPr>
          <p:nvPr/>
        </p:nvSpPr>
        <p:spPr bwMode="auto">
          <a:xfrm>
            <a:off x="304800" y="5257800"/>
            <a:ext cx="2765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anose="02020603050405020304" pitchFamily="18" charset="0"/>
              </a:rPr>
              <a:t>Silicon wants 3s</a:t>
            </a:r>
            <a:r>
              <a:rPr lang="en-US" altLang="en-US" sz="2400" baseline="30000">
                <a:latin typeface="Times New Roman" panose="02020603050405020304" pitchFamily="18" charset="0"/>
              </a:rPr>
              <a:t>2</a:t>
            </a:r>
            <a:r>
              <a:rPr lang="en-US" altLang="en-US" sz="2400">
                <a:latin typeface="Times New Roman" panose="02020603050405020304" pitchFamily="18" charset="0"/>
              </a:rPr>
              <a:t> 4p</a:t>
            </a:r>
            <a:r>
              <a:rPr lang="en-US" altLang="en-US" sz="2400" baseline="30000">
                <a:latin typeface="Times New Roman" panose="02020603050405020304" pitchFamily="18" charset="0"/>
              </a:rPr>
              <a:t>6</a:t>
            </a:r>
          </a:p>
        </p:txBody>
      </p:sp>
    </p:spTree>
  </p:cSld>
  <p:clrMapOvr>
    <a:masterClrMapping/>
  </p:clrMapOvr>
  <p:transition>
    <p:pull dir="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Fig 2-15 - AP - tetrahedron">
            <a:extLst>
              <a:ext uri="{FF2B5EF4-FFF2-40B4-BE49-F238E27FC236}">
                <a16:creationId xmlns:a16="http://schemas.microsoft.com/office/drawing/2014/main" id="{10455D29-5260-415D-AE41-27597506D6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676400"/>
            <a:ext cx="2190750" cy="1943100"/>
          </a:xfrm>
          <a:prstGeom prst="rect">
            <a:avLst/>
          </a:prstGeom>
          <a:noFill/>
          <a:extLst>
            <a:ext uri="{909E8E84-426E-40DD-AFC4-6F175D3DCCD1}">
              <a14:hiddenFill xmlns:a14="http://schemas.microsoft.com/office/drawing/2010/main">
                <a:solidFill>
                  <a:srgbClr val="FFFFFF"/>
                </a:solidFill>
              </a14:hiddenFill>
            </a:ext>
          </a:extLst>
        </p:spPr>
      </p:pic>
      <p:sp>
        <p:nvSpPr>
          <p:cNvPr id="14339" name="Rectangle 3">
            <a:extLst>
              <a:ext uri="{FF2B5EF4-FFF2-40B4-BE49-F238E27FC236}">
                <a16:creationId xmlns:a16="http://schemas.microsoft.com/office/drawing/2014/main" id="{C7DDF4DD-5F94-4345-9B64-1E720E8ED332}"/>
              </a:ext>
            </a:extLst>
          </p:cNvPr>
          <p:cNvSpPr>
            <a:spLocks noGrp="1" noChangeArrowheads="1"/>
          </p:cNvSpPr>
          <p:nvPr>
            <p:ph type="title"/>
          </p:nvPr>
        </p:nvSpPr>
        <p:spPr>
          <a:xfrm>
            <a:off x="685800" y="0"/>
            <a:ext cx="7772400" cy="800100"/>
          </a:xfrm>
          <a:solidFill>
            <a:schemeClr val="bg1"/>
          </a:solidFill>
          <a:ln>
            <a:solidFill>
              <a:schemeClr val="bg1"/>
            </a:solidFill>
            <a:miter lim="800000"/>
            <a:headEnd/>
            <a:tailEnd/>
          </a:ln>
        </p:spPr>
        <p:txBody>
          <a:bodyPr/>
          <a:lstStyle/>
          <a:p>
            <a:r>
              <a:rPr lang="en-US" altLang="en-US" sz="3200" b="1"/>
              <a:t>Covalent Bonds</a:t>
            </a:r>
          </a:p>
        </p:txBody>
      </p:sp>
      <p:sp>
        <p:nvSpPr>
          <p:cNvPr id="14340" name="Rectangle 4">
            <a:extLst>
              <a:ext uri="{FF2B5EF4-FFF2-40B4-BE49-F238E27FC236}">
                <a16:creationId xmlns:a16="http://schemas.microsoft.com/office/drawing/2014/main" id="{E0F7F4D5-F2F0-4EF2-A919-AC1D296756BC}"/>
              </a:ext>
            </a:extLst>
          </p:cNvPr>
          <p:cNvSpPr>
            <a:spLocks noChangeArrowheads="1"/>
          </p:cNvSpPr>
          <p:nvPr/>
        </p:nvSpPr>
        <p:spPr bwMode="auto">
          <a:xfrm>
            <a:off x="0" y="914400"/>
            <a:ext cx="91440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a:t>While ionic bonds are omnidirectional, covalent bonds are very directional so atoms can best share their electrons.</a:t>
            </a:r>
          </a:p>
        </p:txBody>
      </p:sp>
      <p:sp>
        <p:nvSpPr>
          <p:cNvPr id="14341" name="Rectangle 5">
            <a:extLst>
              <a:ext uri="{FF2B5EF4-FFF2-40B4-BE49-F238E27FC236}">
                <a16:creationId xmlns:a16="http://schemas.microsoft.com/office/drawing/2014/main" id="{939E444C-B3CC-4BFB-86C0-9D9A784AEE8D}"/>
              </a:ext>
            </a:extLst>
          </p:cNvPr>
          <p:cNvSpPr>
            <a:spLocks noChangeArrowheads="1"/>
          </p:cNvSpPr>
          <p:nvPr/>
        </p:nvSpPr>
        <p:spPr bwMode="auto">
          <a:xfrm>
            <a:off x="0" y="2895600"/>
            <a:ext cx="91440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a:t>Covalent bonds are very strong.</a:t>
            </a:r>
          </a:p>
          <a:p>
            <a:pPr lvl="1"/>
            <a:r>
              <a:rPr lang="en-US" altLang="en-US" sz="2400"/>
              <a:t>They tend to be brittle with poor electrical conductivity.  </a:t>
            </a:r>
            <a:r>
              <a:rPr lang="en-US" altLang="en-US" sz="2400">
                <a:solidFill>
                  <a:schemeClr val="accent2"/>
                </a:solidFill>
              </a:rPr>
              <a:t>Why then is Silicon and other like materials used in the electronics industry?</a:t>
            </a:r>
          </a:p>
          <a:p>
            <a:pPr lvl="1"/>
            <a:r>
              <a:rPr lang="en-US" altLang="en-US" sz="2400"/>
              <a:t>Many hydrocarbons, eg., C</a:t>
            </a:r>
            <a:r>
              <a:rPr lang="en-US" altLang="en-US" sz="2400" baseline="-25000"/>
              <a:t>2</a:t>
            </a:r>
            <a:r>
              <a:rPr lang="en-US" altLang="en-US" sz="2400"/>
              <a:t> H</a:t>
            </a:r>
            <a:r>
              <a:rPr lang="en-US" altLang="en-US" sz="2400" baseline="-25000"/>
              <a:t>4</a:t>
            </a:r>
            <a:r>
              <a:rPr lang="en-US" altLang="en-US" sz="2400"/>
              <a:t> , are covalently bonded.  </a:t>
            </a:r>
            <a:r>
              <a:rPr lang="en-US" altLang="en-US" sz="2400">
                <a:solidFill>
                  <a:schemeClr val="accent2"/>
                </a:solidFill>
              </a:rPr>
              <a:t>What has covalently bonding materials enabled to be formed on Earth and probably other planets?</a:t>
            </a:r>
          </a:p>
          <a:p>
            <a:pPr lvl="1"/>
            <a:r>
              <a:rPr lang="en-US" altLang="en-US" sz="2400"/>
              <a:t>Many polymer materials such as polyvinyl chloride (PVC), used as molded plastic on cars, have primarily covalent bonds.</a:t>
            </a:r>
          </a:p>
        </p:txBody>
      </p:sp>
    </p:spTree>
  </p:cSld>
  <p:clrMapOvr>
    <a:masterClrMapping/>
  </p:clrMapOvr>
  <p:transition>
    <p:pull dir="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Fig 2-10 - AP - electronegativities">
            <a:extLst>
              <a:ext uri="{FF2B5EF4-FFF2-40B4-BE49-F238E27FC236}">
                <a16:creationId xmlns:a16="http://schemas.microsoft.com/office/drawing/2014/main" id="{D88826C2-3717-48DF-BA2F-AE9CBF8C6F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4335463"/>
            <a:ext cx="3886200" cy="2522537"/>
          </a:xfrm>
          <a:prstGeom prst="rect">
            <a:avLst/>
          </a:prstGeom>
          <a:noFill/>
          <a:extLst>
            <a:ext uri="{909E8E84-426E-40DD-AFC4-6F175D3DCCD1}">
              <a14:hiddenFill xmlns:a14="http://schemas.microsoft.com/office/drawing/2010/main">
                <a:solidFill>
                  <a:srgbClr val="FFFFFF"/>
                </a:solidFill>
              </a14:hiddenFill>
            </a:ext>
          </a:extLst>
        </p:spPr>
      </p:pic>
      <p:sp>
        <p:nvSpPr>
          <p:cNvPr id="16387" name="Rectangle 3">
            <a:extLst>
              <a:ext uri="{FF2B5EF4-FFF2-40B4-BE49-F238E27FC236}">
                <a16:creationId xmlns:a16="http://schemas.microsoft.com/office/drawing/2014/main" id="{8EAA725B-C1DB-44E4-B862-EF47852F8B61}"/>
              </a:ext>
            </a:extLst>
          </p:cNvPr>
          <p:cNvSpPr>
            <a:spLocks noGrp="1" noChangeArrowheads="1"/>
          </p:cNvSpPr>
          <p:nvPr>
            <p:ph type="title"/>
          </p:nvPr>
        </p:nvSpPr>
        <p:spPr>
          <a:xfrm>
            <a:off x="685800" y="0"/>
            <a:ext cx="7772400" cy="800100"/>
          </a:xfrm>
          <a:solidFill>
            <a:schemeClr val="bg1"/>
          </a:solidFill>
          <a:ln>
            <a:solidFill>
              <a:schemeClr val="bg1"/>
            </a:solidFill>
            <a:miter lim="800000"/>
            <a:headEnd/>
            <a:tailEnd/>
          </a:ln>
        </p:spPr>
        <p:txBody>
          <a:bodyPr/>
          <a:lstStyle/>
          <a:p>
            <a:r>
              <a:rPr lang="en-US" altLang="en-US" sz="3200"/>
              <a:t>Metallic Bonds</a:t>
            </a:r>
          </a:p>
        </p:txBody>
      </p:sp>
      <p:sp>
        <p:nvSpPr>
          <p:cNvPr id="16388" name="Rectangle 4">
            <a:extLst>
              <a:ext uri="{FF2B5EF4-FFF2-40B4-BE49-F238E27FC236}">
                <a16:creationId xmlns:a16="http://schemas.microsoft.com/office/drawing/2014/main" id="{DB7FAB7C-ABF5-4AC2-B73E-601B2D021B1E}"/>
              </a:ext>
            </a:extLst>
          </p:cNvPr>
          <p:cNvSpPr>
            <a:spLocks noChangeArrowheads="1"/>
          </p:cNvSpPr>
          <p:nvPr/>
        </p:nvSpPr>
        <p:spPr bwMode="auto">
          <a:xfrm>
            <a:off x="0" y="914400"/>
            <a:ext cx="91440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buFontTx/>
              <a:buNone/>
            </a:pPr>
            <a:r>
              <a:rPr lang="en-US" altLang="en-US" sz="2400"/>
              <a:t>Metallic bonds occurs in Metallic elements, which </a:t>
            </a:r>
            <a:r>
              <a:rPr lang="en-US" altLang="en-US" sz="2400" b="1"/>
              <a:t>tend to have a low electronegativity.</a:t>
            </a:r>
          </a:p>
          <a:p>
            <a:r>
              <a:rPr lang="en-US" altLang="en-US" sz="2400"/>
              <a:t>A metallic bond is non-directional</a:t>
            </a:r>
          </a:p>
          <a:p>
            <a:r>
              <a:rPr lang="en-US" altLang="en-US" sz="2400"/>
              <a:t>The outer (valence) electrons are given up to form a “</a:t>
            </a:r>
            <a:r>
              <a:rPr lang="en-US" altLang="en-US" sz="2400" b="1"/>
              <a:t>sea of mobile electrons</a:t>
            </a:r>
            <a:r>
              <a:rPr lang="en-US" altLang="en-US" sz="2400"/>
              <a:t>”, which are attracted by a set of fixed positive ion cores.</a:t>
            </a:r>
          </a:p>
          <a:p>
            <a:pPr lvl="1"/>
            <a:r>
              <a:rPr lang="en-US" altLang="en-US" sz="2400"/>
              <a:t>These mobile electrons are called “conduction” electrons and they form the “glue” to bond the metal atoms together.</a:t>
            </a:r>
          </a:p>
          <a:p>
            <a:pPr lvl="1"/>
            <a:r>
              <a:rPr lang="en-US" altLang="en-US" sz="2400"/>
              <a:t>The sharing of electrons produces a lower energy state than when the individual atoms are collected separately</a:t>
            </a:r>
          </a:p>
        </p:txBody>
      </p:sp>
      <p:sp>
        <p:nvSpPr>
          <p:cNvPr id="16389" name="Text Box 5">
            <a:extLst>
              <a:ext uri="{FF2B5EF4-FFF2-40B4-BE49-F238E27FC236}">
                <a16:creationId xmlns:a16="http://schemas.microsoft.com/office/drawing/2014/main" id="{480ADBC9-0ECA-41DE-90A8-D3492B2B3F75}"/>
              </a:ext>
            </a:extLst>
          </p:cNvPr>
          <p:cNvSpPr txBox="1">
            <a:spLocks noChangeArrowheads="1"/>
          </p:cNvSpPr>
          <p:nvPr/>
        </p:nvSpPr>
        <p:spPr bwMode="auto">
          <a:xfrm>
            <a:off x="285750" y="5105400"/>
            <a:ext cx="4286250"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spcBef>
                <a:spcPct val="20000"/>
              </a:spcBef>
            </a:pPr>
            <a:r>
              <a:rPr lang="en-US" altLang="en-US" sz="2400" b="1">
                <a:solidFill>
                  <a:schemeClr val="accent2"/>
                </a:solidFill>
                <a:latin typeface="Times New Roman" panose="02020603050405020304" pitchFamily="18" charset="0"/>
              </a:rPr>
              <a:t>Where do the elements that form metallic bonds exist </a:t>
            </a:r>
          </a:p>
          <a:p>
            <a:pPr lvl="1">
              <a:spcBef>
                <a:spcPct val="20000"/>
              </a:spcBef>
            </a:pPr>
            <a:r>
              <a:rPr lang="en-US" altLang="en-US" sz="2400" b="1">
                <a:solidFill>
                  <a:schemeClr val="accent2"/>
                </a:solidFill>
                <a:latin typeface="Times New Roman" panose="02020603050405020304" pitchFamily="18" charset="0"/>
              </a:rPr>
              <a:t>on the periodic table?</a:t>
            </a:r>
          </a:p>
          <a:p>
            <a:pPr lvl="1">
              <a:spcBef>
                <a:spcPct val="20000"/>
              </a:spcBef>
            </a:pPr>
            <a:r>
              <a:rPr lang="en-US" altLang="en-US" sz="2400" b="1">
                <a:solidFill>
                  <a:schemeClr val="accent2"/>
                </a:solidFill>
                <a:latin typeface="Times New Roman" panose="02020603050405020304" pitchFamily="18" charset="0"/>
              </a:rPr>
              <a:t>(see next slide)</a:t>
            </a:r>
          </a:p>
        </p:txBody>
      </p:sp>
    </p:spTree>
  </p:cSld>
  <p:clrMapOvr>
    <a:masterClrMapping/>
  </p:clrMapOvr>
  <p:transition>
    <p:pull dir="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periodic%20table">
            <a:extLst>
              <a:ext uri="{FF2B5EF4-FFF2-40B4-BE49-F238E27FC236}">
                <a16:creationId xmlns:a16="http://schemas.microsoft.com/office/drawing/2014/main" id="{DA1E29E2-393E-4212-8546-597D71D4AE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8600"/>
            <a:ext cx="9144000" cy="64944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Fig 2-12 - AP - metallic structure">
            <a:extLst>
              <a:ext uri="{FF2B5EF4-FFF2-40B4-BE49-F238E27FC236}">
                <a16:creationId xmlns:a16="http://schemas.microsoft.com/office/drawing/2014/main" id="{51F10964-D9DD-4283-88EF-A6811FAE88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988" y="0"/>
            <a:ext cx="4968875" cy="5638800"/>
          </a:xfrm>
          <a:prstGeom prst="rect">
            <a:avLst/>
          </a:prstGeom>
          <a:noFill/>
          <a:extLst>
            <a:ext uri="{909E8E84-426E-40DD-AFC4-6F175D3DCCD1}">
              <a14:hiddenFill xmlns:a14="http://schemas.microsoft.com/office/drawing/2010/main">
                <a:solidFill>
                  <a:srgbClr val="FFFFFF"/>
                </a:solidFill>
              </a14:hiddenFill>
            </a:ext>
          </a:extLst>
        </p:spPr>
      </p:pic>
      <p:sp>
        <p:nvSpPr>
          <p:cNvPr id="20483" name="Text Box 3">
            <a:extLst>
              <a:ext uri="{FF2B5EF4-FFF2-40B4-BE49-F238E27FC236}">
                <a16:creationId xmlns:a16="http://schemas.microsoft.com/office/drawing/2014/main" id="{790F8FFE-C4DF-4ED8-B3C4-A7E19801AEEC}"/>
              </a:ext>
            </a:extLst>
          </p:cNvPr>
          <p:cNvSpPr txBox="1">
            <a:spLocks noChangeArrowheads="1"/>
          </p:cNvSpPr>
          <p:nvPr/>
        </p:nvSpPr>
        <p:spPr bwMode="auto">
          <a:xfrm>
            <a:off x="457200" y="5715000"/>
            <a:ext cx="83978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000">
                <a:latin typeface="Calibri" panose="020F0502020204030204" pitchFamily="34" charset="0"/>
              </a:rPr>
              <a:t>The metallic bond forms when the atoms give up their valence electrons, which then form a “sea” of electrons. The positively charged atom cores are bonded by mutual attraction to the negatively charged electrons.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22FBFEE-8F02-4C7D-94BD-1120C9CD131C}"/>
              </a:ext>
            </a:extLst>
          </p:cNvPr>
          <p:cNvSpPr>
            <a:spLocks noGrp="1" noChangeArrowheads="1"/>
          </p:cNvSpPr>
          <p:nvPr>
            <p:ph type="title"/>
          </p:nvPr>
        </p:nvSpPr>
        <p:spPr>
          <a:xfrm>
            <a:off x="685800" y="0"/>
            <a:ext cx="7772400" cy="800100"/>
          </a:xfrm>
          <a:solidFill>
            <a:schemeClr val="bg1"/>
          </a:solidFill>
          <a:ln>
            <a:solidFill>
              <a:schemeClr val="bg1"/>
            </a:solidFill>
            <a:miter lim="800000"/>
            <a:headEnd/>
            <a:tailEnd/>
          </a:ln>
        </p:spPr>
        <p:txBody>
          <a:bodyPr/>
          <a:lstStyle/>
          <a:p>
            <a:r>
              <a:rPr lang="en-US" altLang="en-US" sz="3200"/>
              <a:t>Metallic Bonds</a:t>
            </a:r>
          </a:p>
        </p:txBody>
      </p:sp>
      <p:sp>
        <p:nvSpPr>
          <p:cNvPr id="22531" name="Rectangle 3">
            <a:extLst>
              <a:ext uri="{FF2B5EF4-FFF2-40B4-BE49-F238E27FC236}">
                <a16:creationId xmlns:a16="http://schemas.microsoft.com/office/drawing/2014/main" id="{68DA86CF-F686-4D66-81B9-7B0F4FF85706}"/>
              </a:ext>
            </a:extLst>
          </p:cNvPr>
          <p:cNvSpPr>
            <a:spLocks noChangeArrowheads="1"/>
          </p:cNvSpPr>
          <p:nvPr/>
        </p:nvSpPr>
        <p:spPr bwMode="auto">
          <a:xfrm>
            <a:off x="304800" y="914400"/>
            <a:ext cx="85344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1258888" indent="-284163">
              <a:spcBef>
                <a:spcPct val="20000"/>
              </a:spcBef>
              <a:buChar char="–"/>
              <a:defRPr sz="2800">
                <a:solidFill>
                  <a:schemeClr val="tx1"/>
                </a:solidFill>
                <a:latin typeface="Arial" panose="020B0604020202020204" pitchFamily="34" charset="0"/>
              </a:defRPr>
            </a:lvl2pPr>
            <a:lvl3pPr marL="1887538" indent="-228600">
              <a:spcBef>
                <a:spcPct val="20000"/>
              </a:spcBef>
              <a:buChar char="•"/>
              <a:defRPr sz="2400">
                <a:solidFill>
                  <a:schemeClr val="tx1"/>
                </a:solidFill>
                <a:latin typeface="Arial" panose="020B0604020202020204" pitchFamily="34" charset="0"/>
              </a:defRPr>
            </a:lvl3pPr>
            <a:lvl4pPr marL="2230438" indent="-228600">
              <a:spcBef>
                <a:spcPct val="20000"/>
              </a:spcBef>
              <a:buChar char="–"/>
              <a:defRPr sz="2000">
                <a:solidFill>
                  <a:schemeClr val="tx1"/>
                </a:solidFill>
                <a:latin typeface="Arial" panose="020B0604020202020204" pitchFamily="34" charset="0"/>
              </a:defRPr>
            </a:lvl4pPr>
            <a:lvl5pPr marL="2573338" indent="-228600">
              <a:spcBef>
                <a:spcPct val="20000"/>
              </a:spcBef>
              <a:buChar char="»"/>
              <a:defRPr sz="2000">
                <a:solidFill>
                  <a:schemeClr val="tx1"/>
                </a:solidFill>
                <a:latin typeface="Arial" panose="020B0604020202020204" pitchFamily="34" charset="0"/>
              </a:defRPr>
            </a:lvl5pPr>
            <a:lvl6pPr marL="3030538" indent="-228600" fontAlgn="base">
              <a:spcBef>
                <a:spcPct val="20000"/>
              </a:spcBef>
              <a:spcAft>
                <a:spcPct val="0"/>
              </a:spcAft>
              <a:buChar char="»"/>
              <a:defRPr sz="2000">
                <a:solidFill>
                  <a:schemeClr val="tx1"/>
                </a:solidFill>
                <a:latin typeface="Arial" panose="020B0604020202020204" pitchFamily="34" charset="0"/>
              </a:defRPr>
            </a:lvl6pPr>
            <a:lvl7pPr marL="3487738" indent="-228600" fontAlgn="base">
              <a:spcBef>
                <a:spcPct val="20000"/>
              </a:spcBef>
              <a:spcAft>
                <a:spcPct val="0"/>
              </a:spcAft>
              <a:buChar char="»"/>
              <a:defRPr sz="2000">
                <a:solidFill>
                  <a:schemeClr val="tx1"/>
                </a:solidFill>
                <a:latin typeface="Arial" panose="020B0604020202020204" pitchFamily="34" charset="0"/>
              </a:defRPr>
            </a:lvl7pPr>
            <a:lvl8pPr marL="3944938" indent="-228600" fontAlgn="base">
              <a:spcBef>
                <a:spcPct val="20000"/>
              </a:spcBef>
              <a:spcAft>
                <a:spcPct val="0"/>
              </a:spcAft>
              <a:buChar char="»"/>
              <a:defRPr sz="2000">
                <a:solidFill>
                  <a:schemeClr val="tx1"/>
                </a:solidFill>
                <a:latin typeface="Arial" panose="020B0604020202020204" pitchFamily="34" charset="0"/>
              </a:defRPr>
            </a:lvl8pPr>
            <a:lvl9pPr marL="4402138"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a:t>Materials with metallic bonds tend to be</a:t>
            </a:r>
          </a:p>
          <a:p>
            <a:pPr>
              <a:buFontTx/>
              <a:buNone/>
            </a:pPr>
            <a:r>
              <a:rPr lang="en-US" altLang="en-US" sz="2400"/>
              <a:t>	 1) good electrical conductors, </a:t>
            </a:r>
          </a:p>
          <a:p>
            <a:pPr>
              <a:buFontTx/>
              <a:buNone/>
            </a:pPr>
            <a:r>
              <a:rPr lang="en-US" altLang="en-US" sz="2400"/>
              <a:t>	 2) be ductile, and </a:t>
            </a:r>
          </a:p>
          <a:p>
            <a:pPr>
              <a:buFontTx/>
              <a:buNone/>
            </a:pPr>
            <a:r>
              <a:rPr lang="en-US" altLang="en-US" sz="2400"/>
              <a:t>	 3) have moderate melting temperatures.</a:t>
            </a:r>
          </a:p>
          <a:p>
            <a:pPr lvl="1"/>
            <a:r>
              <a:rPr lang="en-US" altLang="en-US" sz="2400"/>
              <a:t>eg.#1, </a:t>
            </a:r>
            <a:r>
              <a:rPr lang="en-US" altLang="en-US" sz="2400" b="1"/>
              <a:t>K</a:t>
            </a:r>
            <a:r>
              <a:rPr lang="en-US" altLang="en-US" sz="2400"/>
              <a:t>, 4s</a:t>
            </a:r>
            <a:r>
              <a:rPr lang="en-US" altLang="en-US" sz="2400" baseline="30000"/>
              <a:t>1</a:t>
            </a:r>
            <a:r>
              <a:rPr lang="en-US" altLang="en-US" sz="2400"/>
              <a:t> ; bonding energy is </a:t>
            </a:r>
            <a:r>
              <a:rPr lang="en-US" altLang="en-US" sz="2400" b="1"/>
              <a:t>89.6 kJ/mole</a:t>
            </a:r>
            <a:r>
              <a:rPr lang="en-US" altLang="en-US" sz="2400"/>
              <a:t> and melting point is </a:t>
            </a:r>
            <a:r>
              <a:rPr lang="en-US" altLang="en-US" sz="2400" b="1"/>
              <a:t>63.5 </a:t>
            </a:r>
            <a:r>
              <a:rPr lang="en-US" altLang="en-US" sz="2400" b="1" baseline="30000"/>
              <a:t>o</a:t>
            </a:r>
            <a:r>
              <a:rPr lang="en-US" altLang="en-US" sz="2400" b="1"/>
              <a:t>C</a:t>
            </a:r>
            <a:r>
              <a:rPr lang="en-US" altLang="en-US" sz="2400"/>
              <a:t>.</a:t>
            </a:r>
          </a:p>
          <a:p>
            <a:pPr lvl="1"/>
            <a:r>
              <a:rPr lang="en-US" altLang="en-US" sz="2400"/>
              <a:t>eg.#2, Ca, 4s</a:t>
            </a:r>
            <a:r>
              <a:rPr lang="en-US" altLang="en-US" sz="2400" baseline="30000"/>
              <a:t>2</a:t>
            </a:r>
            <a:r>
              <a:rPr lang="en-US" altLang="en-US" sz="2400"/>
              <a:t> ; bonding energy is 177 kJ/mole and melting point is 851 </a:t>
            </a:r>
            <a:r>
              <a:rPr lang="en-US" altLang="en-US" sz="2400" baseline="30000"/>
              <a:t>o</a:t>
            </a:r>
            <a:r>
              <a:rPr lang="en-US" altLang="en-US" sz="2400"/>
              <a:t>C.</a:t>
            </a:r>
          </a:p>
          <a:p>
            <a:pPr lvl="1"/>
            <a:r>
              <a:rPr lang="en-US" altLang="en-US" sz="2400"/>
              <a:t>eg.#3, Ni, 3d</a:t>
            </a:r>
            <a:r>
              <a:rPr lang="en-US" altLang="en-US" sz="2400" baseline="30000"/>
              <a:t>8</a:t>
            </a:r>
            <a:r>
              <a:rPr lang="en-US" altLang="en-US" sz="2400"/>
              <a:t> 4s</a:t>
            </a:r>
            <a:r>
              <a:rPr lang="en-US" altLang="en-US" sz="2400" baseline="30000"/>
              <a:t>2</a:t>
            </a:r>
            <a:r>
              <a:rPr lang="en-US" altLang="en-US" sz="2400"/>
              <a:t> ; bonding energy is 423 kJ/mole and melting point is 1455 </a:t>
            </a:r>
            <a:r>
              <a:rPr lang="en-US" altLang="en-US" sz="2400" baseline="30000"/>
              <a:t>o</a:t>
            </a:r>
            <a:r>
              <a:rPr lang="en-US" altLang="en-US" sz="2400"/>
              <a:t>C.</a:t>
            </a:r>
          </a:p>
        </p:txBody>
      </p:sp>
    </p:spTree>
  </p:cSld>
  <p:clrMapOvr>
    <a:masterClrMapping/>
  </p:clrMapOvr>
  <p:transition>
    <p:pull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Fig 2-13 - AP - metallic current">
            <a:extLst>
              <a:ext uri="{FF2B5EF4-FFF2-40B4-BE49-F238E27FC236}">
                <a16:creationId xmlns:a16="http://schemas.microsoft.com/office/drawing/2014/main" id="{8027C715-060C-418E-94C2-548C462FBE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30200"/>
            <a:ext cx="4800600" cy="4387850"/>
          </a:xfrm>
          <a:prstGeom prst="rect">
            <a:avLst/>
          </a:prstGeom>
          <a:noFill/>
          <a:extLst>
            <a:ext uri="{909E8E84-426E-40DD-AFC4-6F175D3DCCD1}">
              <a14:hiddenFill xmlns:a14="http://schemas.microsoft.com/office/drawing/2010/main">
                <a:solidFill>
                  <a:srgbClr val="FFFFFF"/>
                </a:solidFill>
              </a14:hiddenFill>
            </a:ext>
          </a:extLst>
        </p:spPr>
      </p:pic>
      <p:sp>
        <p:nvSpPr>
          <p:cNvPr id="24579" name="Text Box 3">
            <a:extLst>
              <a:ext uri="{FF2B5EF4-FFF2-40B4-BE49-F238E27FC236}">
                <a16:creationId xmlns:a16="http://schemas.microsoft.com/office/drawing/2014/main" id="{DA4F9D05-1ECB-47B4-8157-701EA47B6217}"/>
              </a:ext>
            </a:extLst>
          </p:cNvPr>
          <p:cNvSpPr txBox="1">
            <a:spLocks noChangeArrowheads="1"/>
          </p:cNvSpPr>
          <p:nvPr/>
        </p:nvSpPr>
        <p:spPr bwMode="auto">
          <a:xfrm>
            <a:off x="914400" y="5334000"/>
            <a:ext cx="72548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400">
                <a:latin typeface="Calibri" panose="020F0502020204030204" pitchFamily="34" charset="0"/>
              </a:rPr>
              <a:t>When voltage is applied to a metal, the electrons in the electron sea can easily move and carry a current.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981E94E-1E38-4615-917C-9C2D30D1F07A}"/>
              </a:ext>
            </a:extLst>
          </p:cNvPr>
          <p:cNvSpPr>
            <a:spLocks noChangeArrowheads="1"/>
          </p:cNvSpPr>
          <p:nvPr/>
        </p:nvSpPr>
        <p:spPr bwMode="auto">
          <a:xfrm>
            <a:off x="228600" y="914400"/>
            <a:ext cx="8531225"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buFontTx/>
              <a:buNone/>
            </a:pPr>
            <a:r>
              <a:rPr lang="en-US" altLang="en-US" sz="2400" b="1"/>
              <a:t>Solid solutions:</a:t>
            </a:r>
            <a:endParaRPr lang="en-US" altLang="en-US" sz="2400"/>
          </a:p>
          <a:p>
            <a:pPr>
              <a:buFontTx/>
              <a:buNone/>
            </a:pPr>
            <a:r>
              <a:rPr lang="en-US" altLang="en-US" sz="2400"/>
              <a:t>Consider mixing and water and alcohol.  These 2 liquids are completely soluble in each other for all proportions.  The mixing occurs on the molecular scale (complete molecular mixing).</a:t>
            </a:r>
          </a:p>
          <a:p>
            <a:pPr>
              <a:buFontTx/>
              <a:buNone/>
            </a:pPr>
            <a:endParaRPr lang="en-US" altLang="en-US" sz="1000"/>
          </a:p>
          <a:p>
            <a:pPr>
              <a:buFontTx/>
              <a:buNone/>
            </a:pPr>
            <a:r>
              <a:rPr lang="en-US" altLang="en-US" sz="2400"/>
              <a:t>All materials used in engineering are “solid solutions”.  Even though most pure materials have some impurities, which results in mixing of the material and impurity.</a:t>
            </a:r>
          </a:p>
          <a:p>
            <a:pPr>
              <a:buFontTx/>
              <a:buNone/>
            </a:pPr>
            <a:endParaRPr lang="en-US" altLang="en-US" sz="1000"/>
          </a:p>
          <a:p>
            <a:pPr>
              <a:buFontTx/>
              <a:buNone/>
            </a:pPr>
            <a:r>
              <a:rPr lang="en-US" altLang="en-US" sz="2400"/>
              <a:t>Similar to the mixing of alcohol/water, a solid solution can be created by dissolving nickel (the solute) into copper (solvent).  The nickel atoms replace the copper atoms on the FCC atom sites.  This is referred to as a “substitutional solid solution”.</a:t>
            </a:r>
          </a:p>
        </p:txBody>
      </p:sp>
      <p:sp>
        <p:nvSpPr>
          <p:cNvPr id="26627" name="Rectangle 3">
            <a:extLst>
              <a:ext uri="{FF2B5EF4-FFF2-40B4-BE49-F238E27FC236}">
                <a16:creationId xmlns:a16="http://schemas.microsoft.com/office/drawing/2014/main" id="{5158BF84-8DA5-4386-B9E7-CCAB59B06524}"/>
              </a:ext>
            </a:extLst>
          </p:cNvPr>
          <p:cNvSpPr>
            <a:spLocks noGrp="1" noChangeArrowheads="1"/>
          </p:cNvSpPr>
          <p:nvPr>
            <p:ph type="title"/>
          </p:nvPr>
        </p:nvSpPr>
        <p:spPr>
          <a:xfrm>
            <a:off x="457200" y="228600"/>
            <a:ext cx="8153400" cy="381000"/>
          </a:xfrm>
          <a:solidFill>
            <a:schemeClr val="bg1"/>
          </a:solidFill>
          <a:ln>
            <a:solidFill>
              <a:schemeClr val="bg1"/>
            </a:solidFill>
            <a:miter lim="800000"/>
            <a:headEnd/>
            <a:tailEnd/>
          </a:ln>
        </p:spPr>
        <p:txBody>
          <a:bodyPr/>
          <a:lstStyle/>
          <a:p>
            <a:r>
              <a:rPr lang="en-US" altLang="en-US" sz="3600"/>
              <a:t>Bonding</a:t>
            </a:r>
          </a:p>
        </p:txBody>
      </p:sp>
    </p:spTree>
  </p:cSld>
  <p:clrMapOvr>
    <a:masterClrMapping/>
  </p:clrMapOvr>
  <p:transition>
    <p:pull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14B99E4-1A6B-4745-B756-57F1FA441604}"/>
              </a:ext>
            </a:extLst>
          </p:cNvPr>
          <p:cNvSpPr>
            <a:spLocks noChangeArrowheads="1"/>
          </p:cNvSpPr>
          <p:nvPr/>
        </p:nvSpPr>
        <p:spPr bwMode="auto">
          <a:xfrm>
            <a:off x="228600" y="914400"/>
            <a:ext cx="8531225"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1779588" indent="-285750">
              <a:spcBef>
                <a:spcPct val="20000"/>
              </a:spcBef>
              <a:buChar char="–"/>
              <a:defRPr sz="2800">
                <a:solidFill>
                  <a:schemeClr val="tx1"/>
                </a:solidFill>
                <a:latin typeface="Arial" panose="020B0604020202020204" pitchFamily="34" charset="0"/>
              </a:defRPr>
            </a:lvl2pPr>
            <a:lvl3pPr marL="2122488" indent="-228600">
              <a:spcBef>
                <a:spcPct val="20000"/>
              </a:spcBef>
              <a:buChar char="•"/>
              <a:defRPr sz="2400">
                <a:solidFill>
                  <a:schemeClr val="tx1"/>
                </a:solidFill>
                <a:latin typeface="Arial" panose="020B0604020202020204" pitchFamily="34" charset="0"/>
              </a:defRPr>
            </a:lvl3pPr>
            <a:lvl4pPr marL="2465388" indent="-228600">
              <a:spcBef>
                <a:spcPct val="20000"/>
              </a:spcBef>
              <a:buChar char="–"/>
              <a:defRPr sz="2000">
                <a:solidFill>
                  <a:schemeClr val="tx1"/>
                </a:solidFill>
                <a:latin typeface="Arial" panose="020B0604020202020204" pitchFamily="34" charset="0"/>
              </a:defRPr>
            </a:lvl4pPr>
            <a:lvl5pPr marL="2808288" indent="-228600">
              <a:spcBef>
                <a:spcPct val="20000"/>
              </a:spcBef>
              <a:buChar char="»"/>
              <a:defRPr sz="2000">
                <a:solidFill>
                  <a:schemeClr val="tx1"/>
                </a:solidFill>
                <a:latin typeface="Arial" panose="020B0604020202020204" pitchFamily="34" charset="0"/>
              </a:defRPr>
            </a:lvl5pPr>
            <a:lvl6pPr marL="3265488" indent="-228600" fontAlgn="base">
              <a:spcBef>
                <a:spcPct val="20000"/>
              </a:spcBef>
              <a:spcAft>
                <a:spcPct val="0"/>
              </a:spcAft>
              <a:buChar char="»"/>
              <a:defRPr sz="2000">
                <a:solidFill>
                  <a:schemeClr val="tx1"/>
                </a:solidFill>
                <a:latin typeface="Arial" panose="020B0604020202020204" pitchFamily="34" charset="0"/>
              </a:defRPr>
            </a:lvl6pPr>
            <a:lvl7pPr marL="3722688" indent="-228600" fontAlgn="base">
              <a:spcBef>
                <a:spcPct val="20000"/>
              </a:spcBef>
              <a:spcAft>
                <a:spcPct val="0"/>
              </a:spcAft>
              <a:buChar char="»"/>
              <a:defRPr sz="2000">
                <a:solidFill>
                  <a:schemeClr val="tx1"/>
                </a:solidFill>
                <a:latin typeface="Arial" panose="020B0604020202020204" pitchFamily="34" charset="0"/>
              </a:defRPr>
            </a:lvl7pPr>
            <a:lvl8pPr marL="4179888" indent="-228600" fontAlgn="base">
              <a:spcBef>
                <a:spcPct val="20000"/>
              </a:spcBef>
              <a:spcAft>
                <a:spcPct val="0"/>
              </a:spcAft>
              <a:buChar char="»"/>
              <a:defRPr sz="2000">
                <a:solidFill>
                  <a:schemeClr val="tx1"/>
                </a:solidFill>
                <a:latin typeface="Arial" panose="020B0604020202020204" pitchFamily="34" charset="0"/>
              </a:defRPr>
            </a:lvl8pPr>
            <a:lvl9pPr marL="4637088" indent="-228600" fontAlgn="base">
              <a:spcBef>
                <a:spcPct val="20000"/>
              </a:spcBef>
              <a:spcAft>
                <a:spcPct val="0"/>
              </a:spcAft>
              <a:buChar char="»"/>
              <a:defRPr sz="2000">
                <a:solidFill>
                  <a:schemeClr val="tx1"/>
                </a:solidFill>
                <a:latin typeface="Arial" panose="020B0604020202020204" pitchFamily="34" charset="0"/>
              </a:defRPr>
            </a:lvl9pPr>
          </a:lstStyle>
          <a:p>
            <a:pPr>
              <a:buFontTx/>
              <a:buNone/>
            </a:pPr>
            <a:r>
              <a:rPr lang="en-US" altLang="en-US" sz="2400" b="1"/>
              <a:t>Solid solutions:</a:t>
            </a:r>
            <a:endParaRPr lang="en-US" altLang="en-US" sz="2400"/>
          </a:p>
          <a:p>
            <a:pPr>
              <a:buFontTx/>
              <a:buNone/>
            </a:pPr>
            <a:r>
              <a:rPr lang="en-US" altLang="en-US" sz="2400"/>
              <a:t>For </a:t>
            </a:r>
            <a:r>
              <a:rPr lang="en-US" altLang="en-US" sz="2400" b="1" u="sng"/>
              <a:t>complete</a:t>
            </a:r>
            <a:r>
              <a:rPr lang="en-US" altLang="en-US" sz="2400"/>
              <a:t> miscibility (mixing) to take place in metallic solid solutions, the 2 metals must be very similar.  Hume-Rothery rules define the necessary similarity:</a:t>
            </a:r>
          </a:p>
          <a:p>
            <a:pPr>
              <a:buFontTx/>
              <a:buNone/>
            </a:pPr>
            <a:r>
              <a:rPr lang="en-US" altLang="en-US" sz="2400"/>
              <a:t>	1) less than 15% difference in atomic radii.</a:t>
            </a:r>
          </a:p>
          <a:p>
            <a:pPr>
              <a:buFontTx/>
              <a:buNone/>
            </a:pPr>
            <a:r>
              <a:rPr lang="en-US" altLang="en-US" sz="2400"/>
              <a:t>	2) same crystal structure.</a:t>
            </a:r>
          </a:p>
          <a:p>
            <a:pPr>
              <a:buFontTx/>
              <a:buNone/>
            </a:pPr>
            <a:r>
              <a:rPr lang="en-US" altLang="en-US" sz="2400"/>
              <a:t>	3) similar electronegativities (ability of an atom to 		    attract an electron).</a:t>
            </a:r>
          </a:p>
          <a:p>
            <a:pPr>
              <a:buFontTx/>
              <a:buNone/>
            </a:pPr>
            <a:r>
              <a:rPr lang="en-US" altLang="en-US" sz="2400"/>
              <a:t>	4) same valence.</a:t>
            </a:r>
          </a:p>
          <a:p>
            <a:pPr>
              <a:buFontTx/>
              <a:buNone/>
            </a:pPr>
            <a:endParaRPr lang="en-US" altLang="en-US" sz="2400"/>
          </a:p>
          <a:p>
            <a:pPr>
              <a:buFontTx/>
              <a:buNone/>
            </a:pPr>
            <a:r>
              <a:rPr lang="en-US" altLang="en-US" sz="2400"/>
              <a:t>If any of the above rules are violated only partial solubility is possible.</a:t>
            </a:r>
          </a:p>
        </p:txBody>
      </p:sp>
      <p:sp>
        <p:nvSpPr>
          <p:cNvPr id="28675" name="Rectangle 3">
            <a:extLst>
              <a:ext uri="{FF2B5EF4-FFF2-40B4-BE49-F238E27FC236}">
                <a16:creationId xmlns:a16="http://schemas.microsoft.com/office/drawing/2014/main" id="{2EC92971-2D52-4716-AA29-F9F9FAC50A9E}"/>
              </a:ext>
            </a:extLst>
          </p:cNvPr>
          <p:cNvSpPr>
            <a:spLocks noGrp="1" noChangeArrowheads="1"/>
          </p:cNvSpPr>
          <p:nvPr>
            <p:ph type="title"/>
          </p:nvPr>
        </p:nvSpPr>
        <p:spPr>
          <a:xfrm>
            <a:off x="457200" y="228600"/>
            <a:ext cx="8153400" cy="381000"/>
          </a:xfrm>
          <a:solidFill>
            <a:schemeClr val="bg1"/>
          </a:solidFill>
          <a:ln>
            <a:solidFill>
              <a:schemeClr val="bg1"/>
            </a:solidFill>
            <a:miter lim="800000"/>
            <a:headEnd/>
            <a:tailEnd/>
          </a:ln>
        </p:spPr>
        <p:txBody>
          <a:bodyPr/>
          <a:lstStyle/>
          <a:p>
            <a:r>
              <a:rPr lang="en-US" altLang="en-US" sz="3600"/>
              <a:t>Bonding</a:t>
            </a:r>
          </a:p>
        </p:txBody>
      </p:sp>
    </p:spTree>
  </p:cSld>
  <p:clrMapOvr>
    <a:masterClrMapping/>
  </p:clrMapOvr>
  <p:transition>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7CAE4A8-9105-4A53-8E16-1D17BB4E9FFD}"/>
              </a:ext>
            </a:extLst>
          </p:cNvPr>
          <p:cNvSpPr>
            <a:spLocks noChangeArrowheads="1"/>
          </p:cNvSpPr>
          <p:nvPr/>
        </p:nvSpPr>
        <p:spPr bwMode="auto">
          <a:xfrm>
            <a:off x="228600" y="914400"/>
            <a:ext cx="8531225"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1779588" indent="-285750">
              <a:spcBef>
                <a:spcPct val="20000"/>
              </a:spcBef>
              <a:buChar char="–"/>
              <a:defRPr sz="2800">
                <a:solidFill>
                  <a:schemeClr val="tx1"/>
                </a:solidFill>
                <a:latin typeface="Arial" panose="020B0604020202020204" pitchFamily="34" charset="0"/>
              </a:defRPr>
            </a:lvl2pPr>
            <a:lvl3pPr marL="2122488" indent="-228600">
              <a:spcBef>
                <a:spcPct val="20000"/>
              </a:spcBef>
              <a:buChar char="•"/>
              <a:defRPr sz="2400">
                <a:solidFill>
                  <a:schemeClr val="tx1"/>
                </a:solidFill>
                <a:latin typeface="Arial" panose="020B0604020202020204" pitchFamily="34" charset="0"/>
              </a:defRPr>
            </a:lvl3pPr>
            <a:lvl4pPr marL="2465388" indent="-228600">
              <a:spcBef>
                <a:spcPct val="20000"/>
              </a:spcBef>
              <a:buChar char="–"/>
              <a:defRPr sz="2000">
                <a:solidFill>
                  <a:schemeClr val="tx1"/>
                </a:solidFill>
                <a:latin typeface="Arial" panose="020B0604020202020204" pitchFamily="34" charset="0"/>
              </a:defRPr>
            </a:lvl4pPr>
            <a:lvl5pPr marL="2808288" indent="-228600">
              <a:spcBef>
                <a:spcPct val="20000"/>
              </a:spcBef>
              <a:buChar char="»"/>
              <a:defRPr sz="2000">
                <a:solidFill>
                  <a:schemeClr val="tx1"/>
                </a:solidFill>
                <a:latin typeface="Arial" panose="020B0604020202020204" pitchFamily="34" charset="0"/>
              </a:defRPr>
            </a:lvl5pPr>
            <a:lvl6pPr marL="3265488" indent="-228600" fontAlgn="base">
              <a:spcBef>
                <a:spcPct val="20000"/>
              </a:spcBef>
              <a:spcAft>
                <a:spcPct val="0"/>
              </a:spcAft>
              <a:buChar char="»"/>
              <a:defRPr sz="2000">
                <a:solidFill>
                  <a:schemeClr val="tx1"/>
                </a:solidFill>
                <a:latin typeface="Arial" panose="020B0604020202020204" pitchFamily="34" charset="0"/>
              </a:defRPr>
            </a:lvl6pPr>
            <a:lvl7pPr marL="3722688" indent="-228600" fontAlgn="base">
              <a:spcBef>
                <a:spcPct val="20000"/>
              </a:spcBef>
              <a:spcAft>
                <a:spcPct val="0"/>
              </a:spcAft>
              <a:buChar char="»"/>
              <a:defRPr sz="2000">
                <a:solidFill>
                  <a:schemeClr val="tx1"/>
                </a:solidFill>
                <a:latin typeface="Arial" panose="020B0604020202020204" pitchFamily="34" charset="0"/>
              </a:defRPr>
            </a:lvl7pPr>
            <a:lvl8pPr marL="4179888" indent="-228600" fontAlgn="base">
              <a:spcBef>
                <a:spcPct val="20000"/>
              </a:spcBef>
              <a:spcAft>
                <a:spcPct val="0"/>
              </a:spcAft>
              <a:buChar char="»"/>
              <a:defRPr sz="2000">
                <a:solidFill>
                  <a:schemeClr val="tx1"/>
                </a:solidFill>
                <a:latin typeface="Arial" panose="020B0604020202020204" pitchFamily="34" charset="0"/>
              </a:defRPr>
            </a:lvl8pPr>
            <a:lvl9pPr marL="4637088" indent="-228600" fontAlgn="base">
              <a:spcBef>
                <a:spcPct val="20000"/>
              </a:spcBef>
              <a:spcAft>
                <a:spcPct val="0"/>
              </a:spcAft>
              <a:buChar char="»"/>
              <a:defRPr sz="2000">
                <a:solidFill>
                  <a:schemeClr val="tx1"/>
                </a:solidFill>
                <a:latin typeface="Arial" panose="020B0604020202020204" pitchFamily="34" charset="0"/>
              </a:defRPr>
            </a:lvl9pPr>
          </a:lstStyle>
          <a:p>
            <a:pPr>
              <a:buFontTx/>
              <a:buNone/>
            </a:pPr>
            <a:r>
              <a:rPr lang="en-US" altLang="en-US" sz="2400" b="1"/>
              <a:t>Solid solutions:</a:t>
            </a:r>
            <a:endParaRPr lang="en-US" altLang="en-US" sz="2400"/>
          </a:p>
          <a:p>
            <a:pPr>
              <a:buFontTx/>
              <a:buNone/>
            </a:pPr>
            <a:r>
              <a:rPr lang="en-US" altLang="en-US" sz="2400"/>
              <a:t>When the atom size (atomic radii) are significantly different, the substitution of a smaller atom on an atomic site may not be stable (in terms of energy).  In such a case, the smaller atom will fit into an interstitial (space) between the atoms that form the structure.  When this occurs, it is called an “interstitial solid solution”.</a:t>
            </a:r>
          </a:p>
          <a:p>
            <a:pPr>
              <a:buFontTx/>
              <a:buNone/>
            </a:pPr>
            <a:endParaRPr lang="en-US" altLang="en-US" sz="2400"/>
          </a:p>
          <a:p>
            <a:pPr>
              <a:buFontTx/>
              <a:buNone/>
            </a:pPr>
            <a:r>
              <a:rPr lang="en-US" altLang="en-US" sz="2400"/>
              <a:t>When the rules are applied to compounds an additional rule must be included.  The rule requires charge neutrality when the compounds are mixed.</a:t>
            </a:r>
          </a:p>
        </p:txBody>
      </p:sp>
      <p:sp>
        <p:nvSpPr>
          <p:cNvPr id="30723" name="Rectangle 3">
            <a:extLst>
              <a:ext uri="{FF2B5EF4-FFF2-40B4-BE49-F238E27FC236}">
                <a16:creationId xmlns:a16="http://schemas.microsoft.com/office/drawing/2014/main" id="{3976EB05-40BC-4F12-A2F8-71F562D5D0D5}"/>
              </a:ext>
            </a:extLst>
          </p:cNvPr>
          <p:cNvSpPr>
            <a:spLocks noGrp="1" noChangeArrowheads="1"/>
          </p:cNvSpPr>
          <p:nvPr>
            <p:ph type="title"/>
          </p:nvPr>
        </p:nvSpPr>
        <p:spPr>
          <a:xfrm>
            <a:off x="457200" y="228600"/>
            <a:ext cx="8153400" cy="381000"/>
          </a:xfrm>
          <a:solidFill>
            <a:schemeClr val="bg1"/>
          </a:solidFill>
          <a:ln>
            <a:solidFill>
              <a:schemeClr val="bg1"/>
            </a:solidFill>
            <a:miter lim="800000"/>
            <a:headEnd/>
            <a:tailEnd/>
          </a:ln>
        </p:spPr>
        <p:txBody>
          <a:bodyPr/>
          <a:lstStyle/>
          <a:p>
            <a:r>
              <a:rPr lang="en-US" altLang="en-US" sz="3600"/>
              <a:t>Bonding</a:t>
            </a:r>
          </a:p>
        </p:txBody>
      </p:sp>
    </p:spTree>
  </p:cSld>
  <p:clrMapOvr>
    <a:masterClrMapping/>
  </p:clrMapOvr>
  <p:transition>
    <p:pull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777929DC-50B2-4003-8CCB-0A858F130BDC}"/>
              </a:ext>
            </a:extLst>
          </p:cNvPr>
          <p:cNvSpPr>
            <a:spLocks noChangeArrowheads="1"/>
          </p:cNvSpPr>
          <p:nvPr/>
        </p:nvSpPr>
        <p:spPr bwMode="auto">
          <a:xfrm>
            <a:off x="228600" y="1447800"/>
            <a:ext cx="86106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1779588" indent="-285750">
              <a:spcBef>
                <a:spcPct val="20000"/>
              </a:spcBef>
              <a:buChar char="–"/>
              <a:defRPr sz="2800">
                <a:solidFill>
                  <a:schemeClr val="tx1"/>
                </a:solidFill>
                <a:latin typeface="Arial" panose="020B0604020202020204" pitchFamily="34" charset="0"/>
              </a:defRPr>
            </a:lvl2pPr>
            <a:lvl3pPr marL="2122488" indent="-228600">
              <a:spcBef>
                <a:spcPct val="20000"/>
              </a:spcBef>
              <a:buChar char="•"/>
              <a:defRPr sz="2400">
                <a:solidFill>
                  <a:schemeClr val="tx1"/>
                </a:solidFill>
                <a:latin typeface="Arial" panose="020B0604020202020204" pitchFamily="34" charset="0"/>
              </a:defRPr>
            </a:lvl3pPr>
            <a:lvl4pPr marL="2465388" indent="-228600">
              <a:spcBef>
                <a:spcPct val="20000"/>
              </a:spcBef>
              <a:buChar char="–"/>
              <a:defRPr sz="2000">
                <a:solidFill>
                  <a:schemeClr val="tx1"/>
                </a:solidFill>
                <a:latin typeface="Arial" panose="020B0604020202020204" pitchFamily="34" charset="0"/>
              </a:defRPr>
            </a:lvl4pPr>
            <a:lvl5pPr marL="2808288" indent="-228600">
              <a:spcBef>
                <a:spcPct val="20000"/>
              </a:spcBef>
              <a:buChar char="»"/>
              <a:defRPr sz="2000">
                <a:solidFill>
                  <a:schemeClr val="tx1"/>
                </a:solidFill>
                <a:latin typeface="Arial" panose="020B0604020202020204" pitchFamily="34" charset="0"/>
              </a:defRPr>
            </a:lvl5pPr>
            <a:lvl6pPr marL="3265488" indent="-228600" fontAlgn="base">
              <a:spcBef>
                <a:spcPct val="20000"/>
              </a:spcBef>
              <a:spcAft>
                <a:spcPct val="0"/>
              </a:spcAft>
              <a:buChar char="»"/>
              <a:defRPr sz="2000">
                <a:solidFill>
                  <a:schemeClr val="tx1"/>
                </a:solidFill>
                <a:latin typeface="Arial" panose="020B0604020202020204" pitchFamily="34" charset="0"/>
              </a:defRPr>
            </a:lvl6pPr>
            <a:lvl7pPr marL="3722688" indent="-228600" fontAlgn="base">
              <a:spcBef>
                <a:spcPct val="20000"/>
              </a:spcBef>
              <a:spcAft>
                <a:spcPct val="0"/>
              </a:spcAft>
              <a:buChar char="»"/>
              <a:defRPr sz="2000">
                <a:solidFill>
                  <a:schemeClr val="tx1"/>
                </a:solidFill>
                <a:latin typeface="Arial" panose="020B0604020202020204" pitchFamily="34" charset="0"/>
              </a:defRPr>
            </a:lvl7pPr>
            <a:lvl8pPr marL="4179888" indent="-228600" fontAlgn="base">
              <a:spcBef>
                <a:spcPct val="20000"/>
              </a:spcBef>
              <a:spcAft>
                <a:spcPct val="0"/>
              </a:spcAft>
              <a:buChar char="»"/>
              <a:defRPr sz="2000">
                <a:solidFill>
                  <a:schemeClr val="tx1"/>
                </a:solidFill>
                <a:latin typeface="Arial" panose="020B0604020202020204" pitchFamily="34" charset="0"/>
              </a:defRPr>
            </a:lvl8pPr>
            <a:lvl9pPr marL="4637088" indent="-228600" fontAlgn="base">
              <a:spcBef>
                <a:spcPct val="20000"/>
              </a:spcBef>
              <a:spcAft>
                <a:spcPct val="0"/>
              </a:spcAft>
              <a:buChar char="»"/>
              <a:defRPr sz="2000">
                <a:solidFill>
                  <a:schemeClr val="tx1"/>
                </a:solidFill>
                <a:latin typeface="Arial" panose="020B0604020202020204" pitchFamily="34" charset="0"/>
              </a:defRPr>
            </a:lvl9pPr>
          </a:lstStyle>
          <a:p>
            <a:pPr>
              <a:buFontTx/>
              <a:buNone/>
            </a:pPr>
            <a:r>
              <a:rPr lang="en-US" altLang="en-US" sz="2400" b="1"/>
              <a:t>Solid solutions:</a:t>
            </a:r>
            <a:endParaRPr lang="en-US" altLang="en-US" sz="2400"/>
          </a:p>
          <a:p>
            <a:pPr>
              <a:buFontTx/>
              <a:buNone/>
            </a:pPr>
            <a:r>
              <a:rPr lang="en-US" altLang="en-US" sz="2400"/>
              <a:t>For example, Ni</a:t>
            </a:r>
            <a:r>
              <a:rPr lang="en-US" altLang="en-US" sz="2400" baseline="30000"/>
              <a:t>2+</a:t>
            </a:r>
            <a:r>
              <a:rPr lang="en-US" altLang="en-US" sz="2400"/>
              <a:t> ions can be readily replace Mg</a:t>
            </a:r>
            <a:r>
              <a:rPr lang="en-US" altLang="en-US" sz="2400" baseline="30000"/>
              <a:t>2+</a:t>
            </a:r>
            <a:r>
              <a:rPr lang="en-US" altLang="en-US" sz="2400"/>
              <a:t> ions in an MgO compound.  </a:t>
            </a:r>
          </a:p>
          <a:p>
            <a:pPr>
              <a:buFontTx/>
              <a:buNone/>
            </a:pPr>
            <a:endParaRPr lang="en-US" altLang="en-US" sz="2400"/>
          </a:p>
          <a:p>
            <a:pPr>
              <a:buFontTx/>
              <a:buNone/>
            </a:pPr>
            <a:r>
              <a:rPr lang="en-US" altLang="en-US" sz="2400"/>
              <a:t>However, if Al</a:t>
            </a:r>
            <a:r>
              <a:rPr lang="en-US" altLang="en-US" sz="2400" baseline="30000"/>
              <a:t>3+</a:t>
            </a:r>
            <a:r>
              <a:rPr lang="en-US" altLang="en-US" sz="2400"/>
              <a:t> ions are used as a replacement, three Mg</a:t>
            </a:r>
            <a:r>
              <a:rPr lang="en-US" altLang="en-US" sz="2400" baseline="30000"/>
              <a:t>2+</a:t>
            </a:r>
            <a:r>
              <a:rPr lang="en-US" altLang="en-US" sz="2400"/>
              <a:t> ions will be replaced by two Al</a:t>
            </a:r>
            <a:r>
              <a:rPr lang="en-US" altLang="en-US" sz="2400" baseline="30000"/>
              <a:t>3+ </a:t>
            </a:r>
            <a:r>
              <a:rPr lang="en-US" altLang="en-US" sz="2400"/>
              <a:t>ions.</a:t>
            </a:r>
            <a:r>
              <a:rPr lang="en-US" altLang="en-US" sz="2400" baseline="30000"/>
              <a:t>  </a:t>
            </a:r>
          </a:p>
          <a:p>
            <a:pPr>
              <a:buFontTx/>
              <a:buNone/>
            </a:pPr>
            <a:endParaRPr lang="en-US" altLang="en-US" sz="2400" baseline="30000"/>
          </a:p>
          <a:p>
            <a:pPr>
              <a:buFontTx/>
              <a:buNone/>
            </a:pPr>
            <a:r>
              <a:rPr lang="en-US" altLang="en-US" sz="2400"/>
              <a:t>This will leave one Mg</a:t>
            </a:r>
            <a:r>
              <a:rPr lang="en-US" altLang="en-US" sz="2400" baseline="30000"/>
              <a:t>2+</a:t>
            </a:r>
            <a:r>
              <a:rPr lang="en-US" altLang="en-US" sz="2400"/>
              <a:t> site vacant.</a:t>
            </a:r>
          </a:p>
        </p:txBody>
      </p:sp>
      <p:sp>
        <p:nvSpPr>
          <p:cNvPr id="32771" name="Rectangle 3">
            <a:extLst>
              <a:ext uri="{FF2B5EF4-FFF2-40B4-BE49-F238E27FC236}">
                <a16:creationId xmlns:a16="http://schemas.microsoft.com/office/drawing/2014/main" id="{0151FEEF-2FF6-4074-86D7-9C7369CA0F4E}"/>
              </a:ext>
            </a:extLst>
          </p:cNvPr>
          <p:cNvSpPr>
            <a:spLocks noGrp="1" noChangeArrowheads="1"/>
          </p:cNvSpPr>
          <p:nvPr>
            <p:ph type="title"/>
          </p:nvPr>
        </p:nvSpPr>
        <p:spPr>
          <a:xfrm>
            <a:off x="457200" y="228600"/>
            <a:ext cx="8153400" cy="381000"/>
          </a:xfrm>
          <a:solidFill>
            <a:schemeClr val="bg1"/>
          </a:solidFill>
          <a:ln>
            <a:solidFill>
              <a:schemeClr val="bg1"/>
            </a:solidFill>
            <a:miter lim="800000"/>
            <a:headEnd/>
            <a:tailEnd/>
          </a:ln>
        </p:spPr>
        <p:txBody>
          <a:bodyPr/>
          <a:lstStyle/>
          <a:p>
            <a:r>
              <a:rPr lang="en-US" altLang="en-US" sz="3600"/>
              <a:t>Bonding</a:t>
            </a:r>
          </a:p>
        </p:txBody>
      </p:sp>
    </p:spTree>
  </p:cSld>
  <p:clrMapOvr>
    <a:masterClrMapping/>
  </p:clrMapOvr>
  <p:transition>
    <p:pull dir="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1FD1F2E-BD00-4EBB-A2E8-040CCEF3B6C8}"/>
              </a:ext>
            </a:extLst>
          </p:cNvPr>
          <p:cNvSpPr>
            <a:spLocks noChangeArrowheads="1"/>
          </p:cNvSpPr>
          <p:nvPr/>
        </p:nvSpPr>
        <p:spPr bwMode="auto">
          <a:xfrm>
            <a:off x="381000" y="914400"/>
            <a:ext cx="8378825"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har char="•"/>
              <a:defRPr sz="3200">
                <a:solidFill>
                  <a:schemeClr val="tx1"/>
                </a:solidFill>
                <a:latin typeface="Arial" panose="020B0604020202020204" pitchFamily="34" charset="0"/>
              </a:defRPr>
            </a:lvl1pPr>
            <a:lvl2pPr marL="2027238" indent="-533400">
              <a:spcBef>
                <a:spcPct val="20000"/>
              </a:spcBef>
              <a:buChar char="–"/>
              <a:defRPr sz="2800">
                <a:solidFill>
                  <a:schemeClr val="tx1"/>
                </a:solidFill>
                <a:latin typeface="Arial" panose="020B0604020202020204" pitchFamily="34" charset="0"/>
              </a:defRPr>
            </a:lvl2pPr>
            <a:lvl3pPr marL="2351088" indent="-457200">
              <a:spcBef>
                <a:spcPct val="20000"/>
              </a:spcBef>
              <a:buChar char="•"/>
              <a:defRPr sz="2400">
                <a:solidFill>
                  <a:schemeClr val="tx1"/>
                </a:solidFill>
                <a:latin typeface="Arial" panose="020B0604020202020204" pitchFamily="34" charset="0"/>
              </a:defRPr>
            </a:lvl3pPr>
            <a:lvl4pPr marL="2617788" indent="-381000">
              <a:spcBef>
                <a:spcPct val="20000"/>
              </a:spcBef>
              <a:buChar char="–"/>
              <a:defRPr sz="2000">
                <a:solidFill>
                  <a:schemeClr val="tx1"/>
                </a:solidFill>
                <a:latin typeface="Arial" panose="020B0604020202020204" pitchFamily="34" charset="0"/>
              </a:defRPr>
            </a:lvl4pPr>
            <a:lvl5pPr marL="2960688" indent="-381000">
              <a:spcBef>
                <a:spcPct val="20000"/>
              </a:spcBef>
              <a:buChar char="»"/>
              <a:defRPr sz="2000">
                <a:solidFill>
                  <a:schemeClr val="tx1"/>
                </a:solidFill>
                <a:latin typeface="Arial" panose="020B0604020202020204" pitchFamily="34" charset="0"/>
              </a:defRPr>
            </a:lvl5pPr>
            <a:lvl6pPr marL="3417888" indent="-381000" fontAlgn="base">
              <a:spcBef>
                <a:spcPct val="20000"/>
              </a:spcBef>
              <a:spcAft>
                <a:spcPct val="0"/>
              </a:spcAft>
              <a:buChar char="»"/>
              <a:defRPr sz="2000">
                <a:solidFill>
                  <a:schemeClr val="tx1"/>
                </a:solidFill>
                <a:latin typeface="Arial" panose="020B0604020202020204" pitchFamily="34" charset="0"/>
              </a:defRPr>
            </a:lvl6pPr>
            <a:lvl7pPr marL="3875088" indent="-381000" fontAlgn="base">
              <a:spcBef>
                <a:spcPct val="20000"/>
              </a:spcBef>
              <a:spcAft>
                <a:spcPct val="0"/>
              </a:spcAft>
              <a:buChar char="»"/>
              <a:defRPr sz="2000">
                <a:solidFill>
                  <a:schemeClr val="tx1"/>
                </a:solidFill>
                <a:latin typeface="Arial" panose="020B0604020202020204" pitchFamily="34" charset="0"/>
              </a:defRPr>
            </a:lvl7pPr>
            <a:lvl8pPr marL="4332288" indent="-381000" fontAlgn="base">
              <a:spcBef>
                <a:spcPct val="20000"/>
              </a:spcBef>
              <a:spcAft>
                <a:spcPct val="0"/>
              </a:spcAft>
              <a:buChar char="»"/>
              <a:defRPr sz="2000">
                <a:solidFill>
                  <a:schemeClr val="tx1"/>
                </a:solidFill>
                <a:latin typeface="Arial" panose="020B0604020202020204" pitchFamily="34" charset="0"/>
              </a:defRPr>
            </a:lvl8pPr>
            <a:lvl9pPr marL="4789488" indent="-381000" fontAlgn="base">
              <a:spcBef>
                <a:spcPct val="20000"/>
              </a:spcBef>
              <a:spcAft>
                <a:spcPct val="0"/>
              </a:spcAft>
              <a:buChar char="»"/>
              <a:defRPr sz="2000">
                <a:solidFill>
                  <a:schemeClr val="tx1"/>
                </a:solidFill>
                <a:latin typeface="Arial" panose="020B0604020202020204" pitchFamily="34" charset="0"/>
              </a:defRPr>
            </a:lvl9pPr>
          </a:lstStyle>
          <a:p>
            <a:pPr>
              <a:buFontTx/>
              <a:buNone/>
            </a:pPr>
            <a:r>
              <a:rPr lang="en-US" altLang="en-US" sz="2400" b="1"/>
              <a:t>Mixture vs. Compound:</a:t>
            </a:r>
          </a:p>
          <a:p>
            <a:pPr>
              <a:buFontTx/>
              <a:buNone/>
            </a:pPr>
            <a:endParaRPr lang="en-US" altLang="en-US" sz="2400"/>
          </a:p>
          <a:p>
            <a:pPr>
              <a:buFontTx/>
              <a:buAutoNum type="alphaLcParenR"/>
            </a:pPr>
            <a:r>
              <a:rPr lang="en-US" altLang="en-US" sz="2400"/>
              <a:t>The composition of a mixture is variable.  The composition of a compound is not variable.</a:t>
            </a:r>
          </a:p>
          <a:p>
            <a:pPr>
              <a:buFontTx/>
              <a:buAutoNum type="alphaLcParenR"/>
            </a:pPr>
            <a:r>
              <a:rPr lang="en-US" altLang="en-US" sz="2400"/>
              <a:t>The components of a compound do </a:t>
            </a:r>
            <a:r>
              <a:rPr lang="en-US" altLang="en-US" sz="2400" u="sng"/>
              <a:t>not</a:t>
            </a:r>
            <a:r>
              <a:rPr lang="en-US" altLang="en-US" sz="2400"/>
              <a:t> retain their individual properties, where as, mixture components do retain their individual characteristic properties. [ i.e. sodium and chlorine are both poisonous; however, their compound NaCl (table salt) is </a:t>
            </a:r>
            <a:r>
              <a:rPr lang="en-US" altLang="en-US" sz="2400" u="sng"/>
              <a:t>not </a:t>
            </a:r>
            <a:r>
              <a:rPr lang="en-US" altLang="en-US" sz="2400"/>
              <a:t>poisonous].</a:t>
            </a:r>
          </a:p>
          <a:p>
            <a:pPr>
              <a:buFontTx/>
              <a:buAutoNum type="alphaLcParenR"/>
            </a:pPr>
            <a:r>
              <a:rPr lang="en-US" altLang="en-US" sz="2400"/>
              <a:t>Large amounts of energy are required to separate the components of a compound.  Mixture components are easily separated.</a:t>
            </a:r>
            <a:endParaRPr lang="en-US" altLang="en-US" sz="2400" u="sng"/>
          </a:p>
        </p:txBody>
      </p:sp>
      <p:sp>
        <p:nvSpPr>
          <p:cNvPr id="34819" name="Rectangle 3">
            <a:extLst>
              <a:ext uri="{FF2B5EF4-FFF2-40B4-BE49-F238E27FC236}">
                <a16:creationId xmlns:a16="http://schemas.microsoft.com/office/drawing/2014/main" id="{7CC9EC31-76AA-4A72-81BB-92AF28511BE7}"/>
              </a:ext>
            </a:extLst>
          </p:cNvPr>
          <p:cNvSpPr>
            <a:spLocks noGrp="1" noChangeArrowheads="1"/>
          </p:cNvSpPr>
          <p:nvPr>
            <p:ph type="title"/>
          </p:nvPr>
        </p:nvSpPr>
        <p:spPr>
          <a:xfrm>
            <a:off x="457200" y="228600"/>
            <a:ext cx="8153400" cy="381000"/>
          </a:xfrm>
          <a:solidFill>
            <a:schemeClr val="bg1"/>
          </a:solidFill>
          <a:ln>
            <a:solidFill>
              <a:schemeClr val="bg1"/>
            </a:solidFill>
            <a:miter lim="800000"/>
            <a:headEnd/>
            <a:tailEnd/>
          </a:ln>
        </p:spPr>
        <p:txBody>
          <a:bodyPr/>
          <a:lstStyle/>
          <a:p>
            <a:r>
              <a:rPr lang="en-US" altLang="en-US" sz="3600"/>
              <a:t>Bonding</a:t>
            </a:r>
          </a:p>
        </p:txBody>
      </p:sp>
    </p:spTree>
  </p:cSld>
  <p:clrMapOvr>
    <a:masterClrMapping/>
  </p:clrMapOvr>
  <p:transition>
    <p:pull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69D6D10-AC0E-46FA-A5CD-EAA9A1EE23B6}"/>
              </a:ext>
            </a:extLst>
          </p:cNvPr>
          <p:cNvSpPr>
            <a:spLocks noGrp="1" noChangeArrowheads="1"/>
          </p:cNvSpPr>
          <p:nvPr>
            <p:ph type="title"/>
          </p:nvPr>
        </p:nvSpPr>
        <p:spPr>
          <a:xfrm>
            <a:off x="685800" y="0"/>
            <a:ext cx="7772400" cy="495300"/>
          </a:xfrm>
          <a:solidFill>
            <a:schemeClr val="bg1"/>
          </a:solidFill>
          <a:ln>
            <a:solidFill>
              <a:schemeClr val="bg1"/>
            </a:solidFill>
            <a:miter lim="800000"/>
            <a:headEnd/>
            <a:tailEnd/>
          </a:ln>
        </p:spPr>
        <p:txBody>
          <a:bodyPr/>
          <a:lstStyle/>
          <a:p>
            <a:r>
              <a:rPr lang="en-US" altLang="en-US" sz="3200">
                <a:solidFill>
                  <a:schemeClr val="tx1"/>
                </a:solidFill>
                <a:latin typeface="Calibri" panose="020F0502020204030204" pitchFamily="34" charset="0"/>
              </a:rPr>
              <a:t>Coordination Number</a:t>
            </a:r>
          </a:p>
        </p:txBody>
      </p:sp>
      <p:sp>
        <p:nvSpPr>
          <p:cNvPr id="40963" name="Rectangle 3">
            <a:extLst>
              <a:ext uri="{FF2B5EF4-FFF2-40B4-BE49-F238E27FC236}">
                <a16:creationId xmlns:a16="http://schemas.microsoft.com/office/drawing/2014/main" id="{6434BAA1-67C0-490E-AEEB-7E355136492D}"/>
              </a:ext>
            </a:extLst>
          </p:cNvPr>
          <p:cNvSpPr>
            <a:spLocks noChangeArrowheads="1"/>
          </p:cNvSpPr>
          <p:nvPr/>
        </p:nvSpPr>
        <p:spPr bwMode="auto">
          <a:xfrm>
            <a:off x="0" y="457200"/>
            <a:ext cx="91440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a:latin typeface="Calibri" panose="020F0502020204030204" pitchFamily="34" charset="0"/>
              </a:rPr>
              <a:t>This is the number of atoms touching a particular atom or the number of nearest neighbors for that particular atom.</a:t>
            </a:r>
          </a:p>
          <a:p>
            <a:r>
              <a:rPr lang="en-US" altLang="en-US" sz="2400">
                <a:latin typeface="Calibri" panose="020F0502020204030204" pitchFamily="34" charset="0"/>
              </a:rPr>
              <a:t>It </a:t>
            </a:r>
            <a:r>
              <a:rPr lang="en-US" altLang="en-US" sz="2400" b="1">
                <a:latin typeface="Calibri" panose="020F0502020204030204" pitchFamily="34" charset="0"/>
              </a:rPr>
              <a:t>is an indication of how tightly and efficiently the atoms are packed together.</a:t>
            </a:r>
          </a:p>
          <a:p>
            <a:r>
              <a:rPr lang="en-US" altLang="en-US" sz="2400">
                <a:latin typeface="Calibri" panose="020F0502020204030204" pitchFamily="34" charset="0"/>
              </a:rPr>
              <a:t>For ionic solids, the coordination number is the number of nearest ions.</a:t>
            </a:r>
          </a:p>
          <a:p>
            <a:r>
              <a:rPr lang="en-US" altLang="en-US" sz="2400">
                <a:latin typeface="Calibri" panose="020F0502020204030204" pitchFamily="34" charset="0"/>
              </a:rPr>
              <a:t>We can see below that the Simple Cubic (SC) and Body Centered Cubic (BCC) have a coordination number of 6 and 8, respectively.</a:t>
            </a:r>
          </a:p>
        </p:txBody>
      </p:sp>
      <p:pic>
        <p:nvPicPr>
          <p:cNvPr id="40964" name="Picture 4" descr="Fig 3-15 - coordination number">
            <a:extLst>
              <a:ext uri="{FF2B5EF4-FFF2-40B4-BE49-F238E27FC236}">
                <a16:creationId xmlns:a16="http://schemas.microsoft.com/office/drawing/2014/main" id="{2FD329A3-1F8B-44AC-9903-20AD273987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657600"/>
            <a:ext cx="4876800" cy="2876550"/>
          </a:xfrm>
          <a:prstGeom prst="rect">
            <a:avLst/>
          </a:prstGeom>
          <a:noFill/>
          <a:extLst>
            <a:ext uri="{909E8E84-426E-40DD-AFC4-6F175D3DCCD1}">
              <a14:hiddenFill xmlns:a14="http://schemas.microsoft.com/office/drawing/2010/main">
                <a:solidFill>
                  <a:srgbClr val="FFFFFF"/>
                </a:solidFill>
              </a14:hiddenFill>
            </a:ext>
          </a:extLst>
        </p:spPr>
      </p:pic>
      <p:sp>
        <p:nvSpPr>
          <p:cNvPr id="40965" name="Text Box 5">
            <a:extLst>
              <a:ext uri="{FF2B5EF4-FFF2-40B4-BE49-F238E27FC236}">
                <a16:creationId xmlns:a16="http://schemas.microsoft.com/office/drawing/2014/main" id="{84A22C2B-3D53-4ADD-854D-6D9DE5180947}"/>
              </a:ext>
            </a:extLst>
          </p:cNvPr>
          <p:cNvSpPr txBox="1">
            <a:spLocks noChangeArrowheads="1"/>
          </p:cNvSpPr>
          <p:nvPr/>
        </p:nvSpPr>
        <p:spPr bwMode="auto">
          <a:xfrm>
            <a:off x="5851525" y="4267200"/>
            <a:ext cx="28352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400">
                <a:latin typeface="Times New Roman" panose="02020603050405020304" pitchFamily="18" charset="0"/>
              </a:rPr>
              <a:t>The coordination of atoms in the a) SC and b) BBC unit cells.</a:t>
            </a:r>
          </a:p>
        </p:txBody>
      </p:sp>
    </p:spTree>
  </p:cSld>
  <p:clrMapOvr>
    <a:masterClrMapping/>
  </p:clrMapOvr>
  <p:transition>
    <p:pull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8CA62642-6D2A-45DC-8078-72E5FAD7224B}"/>
              </a:ext>
            </a:extLst>
          </p:cNvPr>
          <p:cNvSpPr>
            <a:spLocks noGrp="1" noChangeArrowheads="1"/>
          </p:cNvSpPr>
          <p:nvPr>
            <p:ph type="title"/>
          </p:nvPr>
        </p:nvSpPr>
        <p:spPr>
          <a:xfrm>
            <a:off x="-12700" y="1214438"/>
            <a:ext cx="2057400" cy="4762500"/>
          </a:xfrm>
          <a:solidFill>
            <a:schemeClr val="bg1"/>
          </a:solidFill>
          <a:ln>
            <a:solidFill>
              <a:schemeClr val="bg1"/>
            </a:solidFill>
            <a:miter lim="800000"/>
            <a:headEnd/>
            <a:tailEnd/>
          </a:ln>
        </p:spPr>
        <p:txBody>
          <a:bodyPr/>
          <a:lstStyle/>
          <a:p>
            <a:r>
              <a:rPr lang="en-US" altLang="en-US" sz="2400" b="1">
                <a:solidFill>
                  <a:schemeClr val="tx1"/>
                </a:solidFill>
                <a:latin typeface="Calibri" panose="020F0502020204030204" pitchFamily="34" charset="0"/>
              </a:rPr>
              <a:t>Interstitial Sites in Crystals</a:t>
            </a:r>
            <a:br>
              <a:rPr lang="en-US" altLang="en-US" sz="2400" b="1">
                <a:solidFill>
                  <a:schemeClr val="tx1"/>
                </a:solidFill>
                <a:latin typeface="Calibri" panose="020F0502020204030204" pitchFamily="34" charset="0"/>
              </a:rPr>
            </a:br>
            <a:br>
              <a:rPr lang="en-US" altLang="en-US" sz="2400" b="1">
                <a:solidFill>
                  <a:schemeClr val="tx1"/>
                </a:solidFill>
                <a:latin typeface="Calibri" panose="020F0502020204030204" pitchFamily="34" charset="0"/>
              </a:rPr>
            </a:br>
            <a:r>
              <a:rPr lang="en-US" altLang="en-US" sz="2000" b="1">
                <a:solidFill>
                  <a:schemeClr val="tx1"/>
                </a:solidFill>
                <a:latin typeface="Calibri" panose="020F0502020204030204" pitchFamily="34" charset="0"/>
              </a:rPr>
              <a:t>We can use the radius ratio between the interstitial atom and host atom to determine the site it prefers to exist.</a:t>
            </a:r>
            <a:r>
              <a:rPr lang="en-US" altLang="en-US" sz="2400" b="1">
                <a:solidFill>
                  <a:schemeClr val="tx1"/>
                </a:solidFill>
              </a:rPr>
              <a:t> </a:t>
            </a:r>
          </a:p>
        </p:txBody>
      </p:sp>
      <p:pic>
        <p:nvPicPr>
          <p:cNvPr id="36867" name="Picture 3" descr="Table 3-6 - interstitials">
            <a:extLst>
              <a:ext uri="{FF2B5EF4-FFF2-40B4-BE49-F238E27FC236}">
                <a16:creationId xmlns:a16="http://schemas.microsoft.com/office/drawing/2014/main" id="{0B6F31CC-ABE8-4281-A826-440648CD7C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9525"/>
            <a:ext cx="7086600" cy="6772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8E33F56F-A22B-4544-9C00-F28236B68FAD}"/>
              </a:ext>
            </a:extLst>
          </p:cNvPr>
          <p:cNvSpPr>
            <a:spLocks noGrp="1" noChangeArrowheads="1"/>
          </p:cNvSpPr>
          <p:nvPr>
            <p:ph type="title"/>
          </p:nvPr>
        </p:nvSpPr>
        <p:spPr>
          <a:xfrm>
            <a:off x="685800" y="114300"/>
            <a:ext cx="7772400" cy="647700"/>
          </a:xfrm>
          <a:solidFill>
            <a:schemeClr val="bg1"/>
          </a:solidFill>
          <a:ln>
            <a:solidFill>
              <a:schemeClr val="bg1"/>
            </a:solidFill>
            <a:miter lim="800000"/>
            <a:headEnd/>
            <a:tailEnd/>
          </a:ln>
        </p:spPr>
        <p:txBody>
          <a:bodyPr/>
          <a:lstStyle/>
          <a:p>
            <a:r>
              <a:rPr lang="en-US" altLang="en-US" sz="3200">
                <a:solidFill>
                  <a:schemeClr val="tx1"/>
                </a:solidFill>
              </a:rPr>
              <a:t>Packing Factor</a:t>
            </a:r>
          </a:p>
        </p:txBody>
      </p:sp>
      <p:sp>
        <p:nvSpPr>
          <p:cNvPr id="43011" name="Rectangle 3">
            <a:extLst>
              <a:ext uri="{FF2B5EF4-FFF2-40B4-BE49-F238E27FC236}">
                <a16:creationId xmlns:a16="http://schemas.microsoft.com/office/drawing/2014/main" id="{232961DE-AD58-4275-8957-E718BD76D5D5}"/>
              </a:ext>
            </a:extLst>
          </p:cNvPr>
          <p:cNvSpPr>
            <a:spLocks noChangeArrowheads="1"/>
          </p:cNvSpPr>
          <p:nvPr/>
        </p:nvSpPr>
        <p:spPr bwMode="auto">
          <a:xfrm>
            <a:off x="304800" y="1328738"/>
            <a:ext cx="873125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a:solidFill>
                  <a:schemeClr val="tx2"/>
                </a:solidFill>
              </a:rPr>
              <a:t>This is the fraction of space occupied by atoms, assuming that the atoms are hard spheres.</a:t>
            </a:r>
          </a:p>
          <a:p>
            <a:r>
              <a:rPr lang="en-US" altLang="en-US" sz="2400">
                <a:solidFill>
                  <a:schemeClr val="tx2"/>
                </a:solidFill>
              </a:rPr>
              <a:t>The general expression for the packing factor is:</a:t>
            </a:r>
          </a:p>
          <a:p>
            <a:endParaRPr lang="en-US" altLang="en-US" sz="2400">
              <a:solidFill>
                <a:schemeClr val="tx2"/>
              </a:solidFill>
            </a:endParaRPr>
          </a:p>
        </p:txBody>
      </p:sp>
      <p:graphicFrame>
        <p:nvGraphicFramePr>
          <p:cNvPr id="43012" name="Object 4">
            <a:extLst>
              <a:ext uri="{FF2B5EF4-FFF2-40B4-BE49-F238E27FC236}">
                <a16:creationId xmlns:a16="http://schemas.microsoft.com/office/drawing/2014/main" id="{8F7A99EF-8295-4018-B871-36629CE1B528}"/>
              </a:ext>
            </a:extLst>
          </p:cNvPr>
          <p:cNvGraphicFramePr>
            <a:graphicFrameLocks noChangeAspect="1"/>
          </p:cNvGraphicFramePr>
          <p:nvPr/>
        </p:nvGraphicFramePr>
        <p:xfrm>
          <a:off x="876300" y="3429000"/>
          <a:ext cx="7391400" cy="747713"/>
        </p:xfrm>
        <a:graphic>
          <a:graphicData uri="http://schemas.openxmlformats.org/presentationml/2006/ole">
            <mc:AlternateContent xmlns:mc="http://schemas.openxmlformats.org/markup-compatibility/2006">
              <mc:Choice xmlns:v="urn:schemas-microsoft-com:vml" Requires="v">
                <p:oleObj spid="_x0000_s1026" name="Equation" r:id="rId4" imgW="3898800" imgH="393480" progId="Equation.3">
                  <p:embed/>
                </p:oleObj>
              </mc:Choice>
              <mc:Fallback>
                <p:oleObj name="Equation" r:id="rId4" imgW="3898800" imgH="393480" progId="Equation.3">
                  <p:embed/>
                  <p:pic>
                    <p:nvPicPr>
                      <p:cNvPr id="43012" name="Object 4">
                        <a:extLst>
                          <a:ext uri="{FF2B5EF4-FFF2-40B4-BE49-F238E27FC236}">
                            <a16:creationId xmlns:a16="http://schemas.microsoft.com/office/drawing/2014/main" id="{8F7A99EF-8295-4018-B871-36629CE1B5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300" y="3429000"/>
                        <a:ext cx="7391400" cy="74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pull dir="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8049F6EB-0606-49A9-8604-70DA6E2F8AC2}"/>
              </a:ext>
            </a:extLst>
          </p:cNvPr>
          <p:cNvSpPr>
            <a:spLocks noGrp="1" noChangeArrowheads="1"/>
          </p:cNvSpPr>
          <p:nvPr>
            <p:ph type="title"/>
          </p:nvPr>
        </p:nvSpPr>
        <p:spPr>
          <a:xfrm>
            <a:off x="685800" y="114300"/>
            <a:ext cx="7772400" cy="647700"/>
          </a:xfrm>
          <a:solidFill>
            <a:schemeClr val="bg1"/>
          </a:solidFill>
          <a:ln>
            <a:solidFill>
              <a:schemeClr val="bg1"/>
            </a:solidFill>
            <a:miter lim="800000"/>
            <a:headEnd/>
            <a:tailEnd/>
          </a:ln>
        </p:spPr>
        <p:txBody>
          <a:bodyPr/>
          <a:lstStyle/>
          <a:p>
            <a:r>
              <a:rPr lang="en-US" altLang="en-US" sz="3200">
                <a:solidFill>
                  <a:schemeClr val="tx1"/>
                </a:solidFill>
              </a:rPr>
              <a:t>Packing Factor</a:t>
            </a:r>
          </a:p>
        </p:txBody>
      </p:sp>
      <p:sp>
        <p:nvSpPr>
          <p:cNvPr id="45059" name="Rectangle 3">
            <a:extLst>
              <a:ext uri="{FF2B5EF4-FFF2-40B4-BE49-F238E27FC236}">
                <a16:creationId xmlns:a16="http://schemas.microsoft.com/office/drawing/2014/main" id="{288F32DB-CEFC-4886-99A4-503C318C6533}"/>
              </a:ext>
            </a:extLst>
          </p:cNvPr>
          <p:cNvSpPr>
            <a:spLocks noChangeArrowheads="1"/>
          </p:cNvSpPr>
          <p:nvPr/>
        </p:nvSpPr>
        <p:spPr bwMode="auto">
          <a:xfrm>
            <a:off x="304800" y="838200"/>
            <a:ext cx="87312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a:t>For a FCC cell, there are </a:t>
            </a:r>
            <a:r>
              <a:rPr lang="en-US" altLang="en-US" sz="2400" b="1"/>
              <a:t>four lattice points</a:t>
            </a:r>
            <a:r>
              <a:rPr lang="en-US" altLang="en-US" sz="2400"/>
              <a:t> per cell.  If there is 4 atoms per lattice point then there are 4 atoms/cell.  The packing factor for FCC can be written as:</a:t>
            </a:r>
          </a:p>
        </p:txBody>
      </p:sp>
      <p:graphicFrame>
        <p:nvGraphicFramePr>
          <p:cNvPr id="45060" name="Object 4">
            <a:extLst>
              <a:ext uri="{FF2B5EF4-FFF2-40B4-BE49-F238E27FC236}">
                <a16:creationId xmlns:a16="http://schemas.microsoft.com/office/drawing/2014/main" id="{DC7ADAA6-2E20-4BF6-9627-6BAE3D039137}"/>
              </a:ext>
            </a:extLst>
          </p:cNvPr>
          <p:cNvGraphicFramePr>
            <a:graphicFrameLocks noChangeAspect="1"/>
          </p:cNvGraphicFramePr>
          <p:nvPr/>
        </p:nvGraphicFramePr>
        <p:xfrm>
          <a:off x="381000" y="2057400"/>
          <a:ext cx="8077200" cy="1397000"/>
        </p:xfrm>
        <a:graphic>
          <a:graphicData uri="http://schemas.openxmlformats.org/presentationml/2006/ole">
            <mc:AlternateContent xmlns:mc="http://schemas.openxmlformats.org/markup-compatibility/2006">
              <mc:Choice xmlns:v="urn:schemas-microsoft-com:vml" Requires="v">
                <p:oleObj spid="_x0000_s2050" name="Equation" r:id="rId4" imgW="3962160" imgH="685800" progId="Equation.3">
                  <p:embed/>
                </p:oleObj>
              </mc:Choice>
              <mc:Fallback>
                <p:oleObj name="Equation" r:id="rId4" imgW="3962160" imgH="685800" progId="Equation.3">
                  <p:embed/>
                  <p:pic>
                    <p:nvPicPr>
                      <p:cNvPr id="45060" name="Object 4">
                        <a:extLst>
                          <a:ext uri="{FF2B5EF4-FFF2-40B4-BE49-F238E27FC236}">
                            <a16:creationId xmlns:a16="http://schemas.microsoft.com/office/drawing/2014/main" id="{DC7ADAA6-2E20-4BF6-9627-6BAE3D0391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2057400"/>
                        <a:ext cx="8077200" cy="139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1" name="Rectangle 5">
            <a:extLst>
              <a:ext uri="{FF2B5EF4-FFF2-40B4-BE49-F238E27FC236}">
                <a16:creationId xmlns:a16="http://schemas.microsoft.com/office/drawing/2014/main" id="{7B8D1182-9A7D-47F5-9EAF-0D2151A9788C}"/>
              </a:ext>
            </a:extLst>
          </p:cNvPr>
          <p:cNvSpPr>
            <a:spLocks noChangeArrowheads="1"/>
          </p:cNvSpPr>
          <p:nvPr/>
        </p:nvSpPr>
        <p:spPr bwMode="auto">
          <a:xfrm>
            <a:off x="228600" y="3638550"/>
            <a:ext cx="8839200" cy="276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b="1"/>
              <a:t>This is the most efficient packing possible for the “ideal” crystal structure</a:t>
            </a:r>
            <a:r>
              <a:rPr lang="en-US" altLang="en-US" sz="2400"/>
              <a:t>. Higher packing is possible for non-ideal structures.</a:t>
            </a:r>
          </a:p>
          <a:p>
            <a:r>
              <a:rPr lang="en-US" altLang="en-US" sz="2400"/>
              <a:t>BCC cells have a packing of 0.68</a:t>
            </a:r>
          </a:p>
          <a:p>
            <a:r>
              <a:rPr lang="en-US" altLang="en-US" sz="2400"/>
              <a:t>SC cells have a packing of 0.52</a:t>
            </a:r>
          </a:p>
          <a:p>
            <a:r>
              <a:rPr lang="en-US" altLang="en-US" sz="2400"/>
              <a:t>HCP also has a packing of 0.74</a:t>
            </a:r>
          </a:p>
        </p:txBody>
      </p:sp>
    </p:spTree>
  </p:cSld>
  <p:clrMapOvr>
    <a:masterClrMapping/>
  </p:clrMapOvr>
  <p:transition>
    <p:pull dir="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Table 3-2">
            <a:extLst>
              <a:ext uri="{FF2B5EF4-FFF2-40B4-BE49-F238E27FC236}">
                <a16:creationId xmlns:a16="http://schemas.microsoft.com/office/drawing/2014/main" id="{35A44B47-C41E-44CC-ADFB-CA7DB02900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36638"/>
            <a:ext cx="9144000" cy="35067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D4F76799-8981-42C7-83ED-7CE5761D9BDB}"/>
              </a:ext>
            </a:extLst>
          </p:cNvPr>
          <p:cNvSpPr>
            <a:spLocks noGrp="1" noChangeArrowheads="1"/>
          </p:cNvSpPr>
          <p:nvPr>
            <p:ph type="title"/>
          </p:nvPr>
        </p:nvSpPr>
        <p:spPr>
          <a:xfrm>
            <a:off x="685800" y="0"/>
            <a:ext cx="7772400" cy="800100"/>
          </a:xfrm>
          <a:solidFill>
            <a:schemeClr val="bg1"/>
          </a:solidFill>
          <a:ln>
            <a:solidFill>
              <a:schemeClr val="bg1"/>
            </a:solidFill>
            <a:miter lim="800000"/>
            <a:headEnd/>
            <a:tailEnd/>
          </a:ln>
        </p:spPr>
        <p:txBody>
          <a:bodyPr/>
          <a:lstStyle/>
          <a:p>
            <a:r>
              <a:rPr lang="en-US" altLang="en-US" sz="3200">
                <a:solidFill>
                  <a:schemeClr val="tx1"/>
                </a:solidFill>
              </a:rPr>
              <a:t>Van der Waals Bonding</a:t>
            </a:r>
          </a:p>
        </p:txBody>
      </p:sp>
      <p:sp>
        <p:nvSpPr>
          <p:cNvPr id="49155" name="Rectangle 3">
            <a:extLst>
              <a:ext uri="{FF2B5EF4-FFF2-40B4-BE49-F238E27FC236}">
                <a16:creationId xmlns:a16="http://schemas.microsoft.com/office/drawing/2014/main" id="{FA60E40E-EA9A-4D9D-9FCE-1B19108D5B59}"/>
              </a:ext>
            </a:extLst>
          </p:cNvPr>
          <p:cNvSpPr>
            <a:spLocks noChangeArrowheads="1"/>
          </p:cNvSpPr>
          <p:nvPr/>
        </p:nvSpPr>
        <p:spPr bwMode="auto">
          <a:xfrm>
            <a:off x="0" y="838200"/>
            <a:ext cx="91440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a:t>These bonds are much weaker than the three primary bonds but are very prevalent in materials, and thus very important.</a:t>
            </a:r>
          </a:p>
          <a:p>
            <a:r>
              <a:rPr lang="en-US" altLang="en-US" sz="2400"/>
              <a:t>These bonds are </a:t>
            </a:r>
            <a:r>
              <a:rPr lang="en-US" altLang="en-US" sz="2400" b="1"/>
              <a:t>formed by electrostatic attraction</a:t>
            </a:r>
            <a:r>
              <a:rPr lang="en-US" altLang="en-US" sz="2400"/>
              <a:t> between groups of atoms or molecules that are either permanently polarized or dynamically polarized (i.e., changing as in a chemical process).  </a:t>
            </a:r>
          </a:p>
          <a:p>
            <a:r>
              <a:rPr lang="en-US" altLang="en-US" sz="2400"/>
              <a:t>They possess an electric dipole moment</a:t>
            </a:r>
          </a:p>
          <a:p>
            <a:pPr lvl="1"/>
            <a:r>
              <a:rPr lang="en-US" altLang="en-US" sz="2400"/>
              <a:t> eg., </a:t>
            </a:r>
            <a:r>
              <a:rPr lang="en-US" altLang="en-US" sz="2400" b="1"/>
              <a:t>H</a:t>
            </a:r>
            <a:r>
              <a:rPr lang="en-US" altLang="en-US" sz="2400" b="1" baseline="-25000"/>
              <a:t>2</a:t>
            </a:r>
            <a:r>
              <a:rPr lang="en-US" altLang="en-US" sz="2400" b="1"/>
              <a:t>O</a:t>
            </a:r>
            <a:r>
              <a:rPr lang="en-US" altLang="en-US" sz="2400"/>
              <a:t> where the oxygen is more strongly electronegative than H so O shares H</a:t>
            </a:r>
            <a:r>
              <a:rPr lang="en-US" altLang="en-US" sz="2400" baseline="-25000"/>
              <a:t>2</a:t>
            </a:r>
            <a:r>
              <a:rPr lang="en-US" altLang="en-US" sz="2400"/>
              <a:t>’s electrons giving </a:t>
            </a:r>
            <a:r>
              <a:rPr lang="en-US" altLang="en-US" sz="2400" b="1"/>
              <a:t>oxygen a negative potential and H a positive potential</a:t>
            </a:r>
            <a:r>
              <a:rPr lang="en-US" altLang="en-US" sz="2400"/>
              <a:t>. </a:t>
            </a:r>
          </a:p>
          <a:p>
            <a:r>
              <a:rPr lang="en-US" altLang="en-US" sz="2400"/>
              <a:t>Many organic molecules, polymers, and ceramics exhibit this type of bonding, often referred to as “</a:t>
            </a:r>
            <a:r>
              <a:rPr lang="en-US" altLang="en-US" sz="2400" b="1"/>
              <a:t>hydrogen” bonding</a:t>
            </a:r>
            <a:r>
              <a:rPr lang="en-US" altLang="en-US" sz="2400"/>
              <a:t>” with permanent polarization on an atomic level.</a:t>
            </a:r>
          </a:p>
          <a:p>
            <a:pPr lvl="1"/>
            <a:r>
              <a:rPr lang="en-US" altLang="en-US" sz="2400"/>
              <a:t>These weak bonds enable life’s processes to occur such as photosynthesis and the “Hydrogen Cycle”.</a:t>
            </a:r>
          </a:p>
        </p:txBody>
      </p:sp>
    </p:spTree>
  </p:cSld>
  <p:clrMapOvr>
    <a:masterClrMapping/>
  </p:clrMapOvr>
  <p:transition>
    <p:pull dir="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descr="Fig 2- 21 - AP - van der Waals">
            <a:extLst>
              <a:ext uri="{FF2B5EF4-FFF2-40B4-BE49-F238E27FC236}">
                <a16:creationId xmlns:a16="http://schemas.microsoft.com/office/drawing/2014/main" id="{C80C44ED-4278-4589-9690-A46A558DDE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22263"/>
            <a:ext cx="7848600" cy="3906837"/>
          </a:xfrm>
          <a:prstGeom prst="rect">
            <a:avLst/>
          </a:prstGeom>
          <a:noFill/>
          <a:extLst>
            <a:ext uri="{909E8E84-426E-40DD-AFC4-6F175D3DCCD1}">
              <a14:hiddenFill xmlns:a14="http://schemas.microsoft.com/office/drawing/2010/main">
                <a:solidFill>
                  <a:srgbClr val="FFFFFF"/>
                </a:solidFill>
              </a14:hiddenFill>
            </a:ext>
          </a:extLst>
        </p:spPr>
      </p:pic>
      <p:sp>
        <p:nvSpPr>
          <p:cNvPr id="51203" name="Text Box 3">
            <a:extLst>
              <a:ext uri="{FF2B5EF4-FFF2-40B4-BE49-F238E27FC236}">
                <a16:creationId xmlns:a16="http://schemas.microsoft.com/office/drawing/2014/main" id="{307F1407-4A6E-4B8D-8634-ECCC2AEF846A}"/>
              </a:ext>
            </a:extLst>
          </p:cNvPr>
          <p:cNvSpPr txBox="1">
            <a:spLocks noChangeArrowheads="1"/>
          </p:cNvSpPr>
          <p:nvPr/>
        </p:nvSpPr>
        <p:spPr bwMode="auto">
          <a:xfrm>
            <a:off x="898525" y="4662488"/>
            <a:ext cx="77882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400">
                <a:latin typeface="Times New Roman" panose="02020603050405020304" pitchFamily="18" charset="0"/>
              </a:rPr>
              <a:t>In water, electrons in the oxygen tend to concentrate away from the hydrogen.  The resulting charge difference permits the molecule to be weakly bonded to other water molecules by Van der Waals forces.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descr="Fig 2- 22 - AP - van de Waals">
            <a:extLst>
              <a:ext uri="{FF2B5EF4-FFF2-40B4-BE49-F238E27FC236}">
                <a16:creationId xmlns:a16="http://schemas.microsoft.com/office/drawing/2014/main" id="{419F58A6-D977-45E9-B410-7EB7F977A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3429000"/>
            <a:ext cx="6172200" cy="2478088"/>
          </a:xfrm>
          <a:prstGeom prst="rect">
            <a:avLst/>
          </a:prstGeom>
          <a:noFill/>
          <a:extLst>
            <a:ext uri="{909E8E84-426E-40DD-AFC4-6F175D3DCCD1}">
              <a14:hiddenFill xmlns:a14="http://schemas.microsoft.com/office/drawing/2010/main">
                <a:solidFill>
                  <a:srgbClr val="FFFFFF"/>
                </a:solidFill>
              </a14:hiddenFill>
            </a:ext>
          </a:extLst>
        </p:spPr>
      </p:pic>
      <p:sp>
        <p:nvSpPr>
          <p:cNvPr id="53251" name="Rectangle 3">
            <a:extLst>
              <a:ext uri="{FF2B5EF4-FFF2-40B4-BE49-F238E27FC236}">
                <a16:creationId xmlns:a16="http://schemas.microsoft.com/office/drawing/2014/main" id="{95F28726-CDAE-40C9-8851-3DA6A484F13F}"/>
              </a:ext>
            </a:extLst>
          </p:cNvPr>
          <p:cNvSpPr>
            <a:spLocks noGrp="1" noChangeArrowheads="1"/>
          </p:cNvSpPr>
          <p:nvPr>
            <p:ph type="title"/>
          </p:nvPr>
        </p:nvSpPr>
        <p:spPr>
          <a:xfrm>
            <a:off x="685800" y="0"/>
            <a:ext cx="7772400" cy="800100"/>
          </a:xfrm>
          <a:solidFill>
            <a:schemeClr val="bg1"/>
          </a:solidFill>
          <a:ln>
            <a:solidFill>
              <a:schemeClr val="bg1"/>
            </a:solidFill>
            <a:miter lim="800000"/>
            <a:headEnd/>
            <a:tailEnd/>
          </a:ln>
        </p:spPr>
        <p:txBody>
          <a:bodyPr/>
          <a:lstStyle/>
          <a:p>
            <a:r>
              <a:rPr lang="en-US" altLang="en-US" sz="3200">
                <a:solidFill>
                  <a:schemeClr val="tx1"/>
                </a:solidFill>
              </a:rPr>
              <a:t>Van der Waals Bonding</a:t>
            </a:r>
          </a:p>
        </p:txBody>
      </p:sp>
      <p:sp>
        <p:nvSpPr>
          <p:cNvPr id="53252" name="Rectangle 4">
            <a:extLst>
              <a:ext uri="{FF2B5EF4-FFF2-40B4-BE49-F238E27FC236}">
                <a16:creationId xmlns:a16="http://schemas.microsoft.com/office/drawing/2014/main" id="{EA2270F2-FE6E-4D8F-849C-5840F1EF26E1}"/>
              </a:ext>
            </a:extLst>
          </p:cNvPr>
          <p:cNvSpPr>
            <a:spLocks noChangeArrowheads="1"/>
          </p:cNvSpPr>
          <p:nvPr/>
        </p:nvSpPr>
        <p:spPr bwMode="auto">
          <a:xfrm>
            <a:off x="0" y="838200"/>
            <a:ext cx="91440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000"/>
              <a:t>Van der Waals bonding can change the properties of a material substantially.</a:t>
            </a:r>
          </a:p>
          <a:p>
            <a:r>
              <a:rPr lang="en-US" altLang="en-US" sz="2000"/>
              <a:t>eg.,</a:t>
            </a:r>
            <a:r>
              <a:rPr lang="en-US" altLang="en-US" sz="2400"/>
              <a:t> </a:t>
            </a:r>
            <a:r>
              <a:rPr lang="en-US" altLang="en-US" sz="2000"/>
              <a:t>for long chained carbon molecules, polymers are covalently bonded and hence might be </a:t>
            </a:r>
            <a:r>
              <a:rPr lang="en-US" altLang="en-US" sz="2000" b="1"/>
              <a:t>expected to be brittle</a:t>
            </a:r>
            <a:r>
              <a:rPr lang="en-US" altLang="en-US" sz="2400"/>
              <a:t>.  </a:t>
            </a:r>
            <a:r>
              <a:rPr lang="en-US" altLang="en-US" sz="2000"/>
              <a:t>The long chain molecules are bonded together between the chains by Van der Waals bonds so ductility is obtained by the distortion of the weak bonds rather than between the strong covalent bonds along the chain itself.</a:t>
            </a:r>
          </a:p>
        </p:txBody>
      </p:sp>
      <p:sp>
        <p:nvSpPr>
          <p:cNvPr id="53253" name="Text Box 5">
            <a:extLst>
              <a:ext uri="{FF2B5EF4-FFF2-40B4-BE49-F238E27FC236}">
                <a16:creationId xmlns:a16="http://schemas.microsoft.com/office/drawing/2014/main" id="{734F4BBD-F55B-4D28-9231-2E96123B457C}"/>
              </a:ext>
            </a:extLst>
          </p:cNvPr>
          <p:cNvSpPr txBox="1">
            <a:spLocks noChangeArrowheads="1"/>
          </p:cNvSpPr>
          <p:nvPr/>
        </p:nvSpPr>
        <p:spPr bwMode="auto">
          <a:xfrm>
            <a:off x="60325" y="5927725"/>
            <a:ext cx="90836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000">
                <a:latin typeface="Times New Roman" panose="02020603050405020304" pitchFamily="18" charset="0"/>
              </a:rPr>
              <a:t>In Polyvinyl Chloride (PVC), the </a:t>
            </a:r>
            <a:r>
              <a:rPr lang="en-US" altLang="en-US" sz="2000" b="1">
                <a:latin typeface="Times New Roman" panose="02020603050405020304" pitchFamily="18" charset="0"/>
              </a:rPr>
              <a:t>chloride atoms</a:t>
            </a:r>
            <a:r>
              <a:rPr lang="en-US" altLang="en-US" sz="2000">
                <a:latin typeface="Times New Roman" panose="02020603050405020304" pitchFamily="18" charset="0"/>
              </a:rPr>
              <a:t> attached to the polymer chain have a negative charge and the </a:t>
            </a:r>
            <a:r>
              <a:rPr lang="en-US" altLang="en-US" sz="2000" b="1">
                <a:latin typeface="Times New Roman" panose="02020603050405020304" pitchFamily="18" charset="0"/>
              </a:rPr>
              <a:t>hydrogen atoms</a:t>
            </a:r>
            <a:r>
              <a:rPr lang="en-US" altLang="en-US" sz="2000">
                <a:latin typeface="Times New Roman" panose="02020603050405020304" pitchFamily="18" charset="0"/>
              </a:rPr>
              <a:t> are positively charged enabling van der Waals bonding.</a:t>
            </a:r>
          </a:p>
        </p:txBody>
      </p:sp>
    </p:spTree>
  </p:cSld>
  <p:clrMapOvr>
    <a:masterClrMapping/>
  </p:clrMapOvr>
  <p:transition>
    <p:pull dir="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C80E7E0F-9B3B-433C-B538-53136E172259}"/>
              </a:ext>
            </a:extLst>
          </p:cNvPr>
          <p:cNvSpPr>
            <a:spLocks noGrp="1" noChangeArrowheads="1"/>
          </p:cNvSpPr>
          <p:nvPr>
            <p:ph type="title"/>
          </p:nvPr>
        </p:nvSpPr>
        <p:spPr>
          <a:xfrm>
            <a:off x="457200" y="274638"/>
            <a:ext cx="8229600" cy="411162"/>
          </a:xfrm>
        </p:spPr>
        <p:txBody>
          <a:bodyPr/>
          <a:lstStyle/>
          <a:p>
            <a:r>
              <a:rPr lang="en-US" altLang="en-US" sz="3200">
                <a:latin typeface="Calibri" panose="020F0502020204030204" pitchFamily="34" charset="0"/>
              </a:rPr>
              <a:t>Bonding</a:t>
            </a:r>
          </a:p>
        </p:txBody>
      </p:sp>
      <p:sp>
        <p:nvSpPr>
          <p:cNvPr id="58371" name="Rectangle 3">
            <a:extLst>
              <a:ext uri="{FF2B5EF4-FFF2-40B4-BE49-F238E27FC236}">
                <a16:creationId xmlns:a16="http://schemas.microsoft.com/office/drawing/2014/main" id="{962ED6E7-6B2B-4528-AB9D-0B6100048831}"/>
              </a:ext>
            </a:extLst>
          </p:cNvPr>
          <p:cNvSpPr>
            <a:spLocks noGrp="1" noChangeArrowheads="1"/>
          </p:cNvSpPr>
          <p:nvPr>
            <p:ph type="body" idx="1"/>
          </p:nvPr>
        </p:nvSpPr>
        <p:spPr>
          <a:xfrm>
            <a:off x="152400" y="838200"/>
            <a:ext cx="8991600" cy="4953000"/>
          </a:xfrm>
        </p:spPr>
        <p:txBody>
          <a:bodyPr/>
          <a:lstStyle/>
          <a:p>
            <a:pPr marL="0" indent="0">
              <a:buFontTx/>
              <a:buNone/>
            </a:pPr>
            <a:r>
              <a:rPr lang="en-US" altLang="en-US" sz="2800" b="1">
                <a:latin typeface="Calibri" panose="020F0502020204030204" pitchFamily="34" charset="0"/>
              </a:rPr>
              <a:t>Bonding character of the four fundamental types of engineering materials.</a:t>
            </a:r>
          </a:p>
          <a:p>
            <a:pPr marL="0" indent="0">
              <a:buFontTx/>
              <a:buNone/>
            </a:pPr>
            <a:endParaRPr lang="en-US" altLang="en-US" sz="2800" b="1">
              <a:latin typeface="Calibri" panose="020F0502020204030204" pitchFamily="34" charset="0"/>
            </a:endParaRPr>
          </a:p>
          <a:p>
            <a:pPr marL="0" indent="0">
              <a:buFontTx/>
              <a:buNone/>
            </a:pPr>
            <a:r>
              <a:rPr lang="en-US" altLang="en-US" sz="2400" b="1" u="sng">
                <a:latin typeface="Calibri" panose="020F0502020204030204" pitchFamily="34" charset="0"/>
              </a:rPr>
              <a:t>Material type</a:t>
            </a:r>
            <a:r>
              <a:rPr lang="en-US" altLang="en-US" sz="2400" b="1">
                <a:latin typeface="Calibri" panose="020F0502020204030204" pitchFamily="34" charset="0"/>
              </a:rPr>
              <a:t>	    </a:t>
            </a:r>
            <a:r>
              <a:rPr lang="en-US" altLang="en-US" sz="2400" b="1" u="sng">
                <a:latin typeface="Calibri" panose="020F0502020204030204" pitchFamily="34" charset="0"/>
              </a:rPr>
              <a:t>Bonding Character</a:t>
            </a:r>
            <a:r>
              <a:rPr lang="en-US" altLang="en-US" sz="2400" b="1">
                <a:latin typeface="Calibri" panose="020F0502020204030204" pitchFamily="34" charset="0"/>
              </a:rPr>
              <a:t>          </a:t>
            </a:r>
            <a:r>
              <a:rPr lang="en-US" altLang="en-US" sz="2400" b="1" u="sng">
                <a:latin typeface="Calibri" panose="020F0502020204030204" pitchFamily="34" charset="0"/>
              </a:rPr>
              <a:t>Example</a:t>
            </a:r>
          </a:p>
          <a:p>
            <a:pPr marL="0" indent="0">
              <a:buFontTx/>
              <a:buNone/>
            </a:pPr>
            <a:endParaRPr lang="en-US" altLang="en-US" sz="2400">
              <a:latin typeface="Calibri" panose="020F0502020204030204" pitchFamily="34" charset="0"/>
            </a:endParaRPr>
          </a:p>
          <a:p>
            <a:pPr marL="0" indent="0">
              <a:buFontTx/>
              <a:buNone/>
            </a:pPr>
            <a:r>
              <a:rPr lang="en-US" altLang="en-US" sz="2400">
                <a:latin typeface="Calibri" panose="020F0502020204030204" pitchFamily="34" charset="0"/>
              </a:rPr>
              <a:t>Metal	     	     Metallic		       Iron and Ferrous alloys</a:t>
            </a:r>
          </a:p>
          <a:p>
            <a:pPr marL="0" indent="0">
              <a:buFontTx/>
              <a:buNone/>
            </a:pPr>
            <a:r>
              <a:rPr lang="en-US" altLang="en-US" sz="2400">
                <a:latin typeface="Calibri" panose="020F0502020204030204" pitchFamily="34" charset="0"/>
              </a:rPr>
              <a:t>Ceramics	     Ionic/covalent	       Silica (SiO</a:t>
            </a:r>
            <a:r>
              <a:rPr lang="en-US" altLang="en-US" sz="2400" baseline="-25000">
                <a:latin typeface="Calibri" panose="020F0502020204030204" pitchFamily="34" charset="0"/>
              </a:rPr>
              <a:t>2</a:t>
            </a:r>
            <a:r>
              <a:rPr lang="en-US" altLang="en-US" sz="2400">
                <a:latin typeface="Calibri" panose="020F0502020204030204" pitchFamily="34" charset="0"/>
              </a:rPr>
              <a:t>)</a:t>
            </a:r>
          </a:p>
          <a:p>
            <a:pPr marL="0" indent="0">
              <a:buFontTx/>
              <a:buNone/>
            </a:pPr>
            <a:r>
              <a:rPr lang="en-US" altLang="en-US" sz="2400">
                <a:latin typeface="Calibri" panose="020F0502020204030204" pitchFamily="34" charset="0"/>
              </a:rPr>
              <a:t>and glasses			                    (Crystalline &amp; non-crystalline)</a:t>
            </a:r>
          </a:p>
          <a:p>
            <a:pPr marL="0" indent="0">
              <a:buFontTx/>
              <a:buNone/>
            </a:pPr>
            <a:r>
              <a:rPr lang="en-US" altLang="en-US" sz="2400">
                <a:latin typeface="Calibri" panose="020F0502020204030204" pitchFamily="34" charset="0"/>
              </a:rPr>
              <a:t>Polymers	Covalent &amp; Secondary	       Polyethylene (C</a:t>
            </a:r>
            <a:r>
              <a:rPr lang="en-US" altLang="en-US" sz="2400" baseline="-25000">
                <a:latin typeface="Calibri" panose="020F0502020204030204" pitchFamily="34" charset="0"/>
              </a:rPr>
              <a:t>2</a:t>
            </a:r>
            <a:r>
              <a:rPr lang="en-US" altLang="en-US" sz="2400">
                <a:latin typeface="Calibri" panose="020F0502020204030204" pitchFamily="34" charset="0"/>
              </a:rPr>
              <a:t>H</a:t>
            </a:r>
            <a:r>
              <a:rPr lang="en-US" altLang="en-US" sz="2400" baseline="-25000">
                <a:latin typeface="Calibri" panose="020F0502020204030204" pitchFamily="34" charset="0"/>
              </a:rPr>
              <a:t>4</a:t>
            </a:r>
            <a:r>
              <a:rPr lang="en-US" altLang="en-US" sz="2400">
                <a:latin typeface="Calibri" panose="020F0502020204030204" pitchFamily="34" charset="0"/>
              </a:rPr>
              <a:t>)</a:t>
            </a:r>
          </a:p>
          <a:p>
            <a:pPr marL="0" indent="0">
              <a:buFontTx/>
              <a:buNone/>
            </a:pPr>
            <a:r>
              <a:rPr lang="en-US" altLang="en-US" sz="2400">
                <a:latin typeface="Calibri" panose="020F0502020204030204" pitchFamily="34" charset="0"/>
              </a:rPr>
              <a:t>Semiconductors    Covalent		       Silicon (Si) 			 		    or covalent/ionic 	       Cadmium sulfide (CdS)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4">
            <a:extLst>
              <a:ext uri="{FF2B5EF4-FFF2-40B4-BE49-F238E27FC236}">
                <a16:creationId xmlns:a16="http://schemas.microsoft.com/office/drawing/2014/main" id="{403A0018-8EE0-4C51-956B-CB7DC8E884AE}"/>
              </a:ext>
            </a:extLst>
          </p:cNvPr>
          <p:cNvSpPr>
            <a:spLocks noGrp="1" noChangeArrowheads="1"/>
          </p:cNvSpPr>
          <p:nvPr>
            <p:ph type="title"/>
          </p:nvPr>
        </p:nvSpPr>
        <p:spPr>
          <a:xfrm>
            <a:off x="457200" y="274638"/>
            <a:ext cx="8229600" cy="411162"/>
          </a:xfrm>
          <a:noFill/>
          <a:ln/>
        </p:spPr>
        <p:txBody>
          <a:bodyPr/>
          <a:lstStyle/>
          <a:p>
            <a:r>
              <a:rPr lang="en-US" altLang="en-US" sz="3200"/>
              <a:t>Bonding</a:t>
            </a:r>
          </a:p>
        </p:txBody>
      </p:sp>
      <p:grpSp>
        <p:nvGrpSpPr>
          <p:cNvPr id="57373" name="Group 29">
            <a:extLst>
              <a:ext uri="{FF2B5EF4-FFF2-40B4-BE49-F238E27FC236}">
                <a16:creationId xmlns:a16="http://schemas.microsoft.com/office/drawing/2014/main" id="{8E476C2E-F2F3-44B2-A49D-D9BBEE2DA318}"/>
              </a:ext>
            </a:extLst>
          </p:cNvPr>
          <p:cNvGrpSpPr>
            <a:grpSpLocks/>
          </p:cNvGrpSpPr>
          <p:nvPr/>
        </p:nvGrpSpPr>
        <p:grpSpPr bwMode="auto">
          <a:xfrm>
            <a:off x="1905000" y="838200"/>
            <a:ext cx="5257800" cy="4633913"/>
            <a:chOff x="1200" y="528"/>
            <a:chExt cx="3312" cy="2919"/>
          </a:xfrm>
        </p:grpSpPr>
        <p:sp>
          <p:nvSpPr>
            <p:cNvPr id="57349" name="Line 5">
              <a:extLst>
                <a:ext uri="{FF2B5EF4-FFF2-40B4-BE49-F238E27FC236}">
                  <a16:creationId xmlns:a16="http://schemas.microsoft.com/office/drawing/2014/main" id="{E62A1FA4-4418-475B-8379-FEB7223CF681}"/>
                </a:ext>
              </a:extLst>
            </p:cNvPr>
            <p:cNvSpPr>
              <a:spLocks noChangeShapeType="1"/>
            </p:cNvSpPr>
            <p:nvPr/>
          </p:nvSpPr>
          <p:spPr bwMode="auto">
            <a:xfrm flipH="1">
              <a:off x="1824" y="816"/>
              <a:ext cx="816"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50" name="Line 6">
              <a:extLst>
                <a:ext uri="{FF2B5EF4-FFF2-40B4-BE49-F238E27FC236}">
                  <a16:creationId xmlns:a16="http://schemas.microsoft.com/office/drawing/2014/main" id="{1F04CD3B-904A-46AA-ABED-9C716FAA43C8}"/>
                </a:ext>
              </a:extLst>
            </p:cNvPr>
            <p:cNvSpPr>
              <a:spLocks noChangeShapeType="1"/>
            </p:cNvSpPr>
            <p:nvPr/>
          </p:nvSpPr>
          <p:spPr bwMode="auto">
            <a:xfrm>
              <a:off x="2640" y="816"/>
              <a:ext cx="912"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51" name="Line 7">
              <a:extLst>
                <a:ext uri="{FF2B5EF4-FFF2-40B4-BE49-F238E27FC236}">
                  <a16:creationId xmlns:a16="http://schemas.microsoft.com/office/drawing/2014/main" id="{A441515E-EB5A-40CA-88D0-329961863293}"/>
                </a:ext>
              </a:extLst>
            </p:cNvPr>
            <p:cNvSpPr>
              <a:spLocks noChangeShapeType="1"/>
            </p:cNvSpPr>
            <p:nvPr/>
          </p:nvSpPr>
          <p:spPr bwMode="auto">
            <a:xfrm>
              <a:off x="1824" y="2304"/>
              <a:ext cx="768"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52" name="Line 8">
              <a:extLst>
                <a:ext uri="{FF2B5EF4-FFF2-40B4-BE49-F238E27FC236}">
                  <a16:creationId xmlns:a16="http://schemas.microsoft.com/office/drawing/2014/main" id="{2BE61A38-5BDC-4C9F-A30D-15AE080D17E3}"/>
                </a:ext>
              </a:extLst>
            </p:cNvPr>
            <p:cNvSpPr>
              <a:spLocks noChangeShapeType="1"/>
            </p:cNvSpPr>
            <p:nvPr/>
          </p:nvSpPr>
          <p:spPr bwMode="auto">
            <a:xfrm flipV="1">
              <a:off x="2592" y="2304"/>
              <a:ext cx="960"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53" name="Line 9">
              <a:extLst>
                <a:ext uri="{FF2B5EF4-FFF2-40B4-BE49-F238E27FC236}">
                  <a16:creationId xmlns:a16="http://schemas.microsoft.com/office/drawing/2014/main" id="{3068DE66-76E3-4D5B-A428-AFB97B7E38BA}"/>
                </a:ext>
              </a:extLst>
            </p:cNvPr>
            <p:cNvSpPr>
              <a:spLocks noChangeShapeType="1"/>
            </p:cNvSpPr>
            <p:nvPr/>
          </p:nvSpPr>
          <p:spPr bwMode="auto">
            <a:xfrm>
              <a:off x="1824" y="2304"/>
              <a:ext cx="172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54" name="Line 10">
              <a:extLst>
                <a:ext uri="{FF2B5EF4-FFF2-40B4-BE49-F238E27FC236}">
                  <a16:creationId xmlns:a16="http://schemas.microsoft.com/office/drawing/2014/main" id="{12E7A9D2-6A00-4071-92D3-A6A1FA6BA88B}"/>
                </a:ext>
              </a:extLst>
            </p:cNvPr>
            <p:cNvSpPr>
              <a:spLocks noChangeShapeType="1"/>
            </p:cNvSpPr>
            <p:nvPr/>
          </p:nvSpPr>
          <p:spPr bwMode="auto">
            <a:xfrm flipH="1">
              <a:off x="2592" y="816"/>
              <a:ext cx="48" cy="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55" name="Text Box 11">
              <a:extLst>
                <a:ext uri="{FF2B5EF4-FFF2-40B4-BE49-F238E27FC236}">
                  <a16:creationId xmlns:a16="http://schemas.microsoft.com/office/drawing/2014/main" id="{1690E568-1762-4292-9408-E4D5244D0CB6}"/>
                </a:ext>
              </a:extLst>
            </p:cNvPr>
            <p:cNvSpPr txBox="1">
              <a:spLocks noChangeArrowheads="1"/>
            </p:cNvSpPr>
            <p:nvPr/>
          </p:nvSpPr>
          <p:spPr bwMode="auto">
            <a:xfrm>
              <a:off x="1200" y="2190"/>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Metallic</a:t>
              </a:r>
            </a:p>
          </p:txBody>
        </p:sp>
        <p:sp>
          <p:nvSpPr>
            <p:cNvPr id="57356" name="Text Box 12">
              <a:extLst>
                <a:ext uri="{FF2B5EF4-FFF2-40B4-BE49-F238E27FC236}">
                  <a16:creationId xmlns:a16="http://schemas.microsoft.com/office/drawing/2014/main" id="{51AA6E6C-393C-4CED-A3CE-9D1A2BF8C00B}"/>
                </a:ext>
              </a:extLst>
            </p:cNvPr>
            <p:cNvSpPr txBox="1">
              <a:spLocks noChangeArrowheads="1"/>
            </p:cNvSpPr>
            <p:nvPr/>
          </p:nvSpPr>
          <p:spPr bwMode="auto">
            <a:xfrm>
              <a:off x="2352" y="3216"/>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t>Ionic</a:t>
              </a:r>
            </a:p>
          </p:txBody>
        </p:sp>
        <p:sp>
          <p:nvSpPr>
            <p:cNvPr id="57357" name="Text Box 13">
              <a:extLst>
                <a:ext uri="{FF2B5EF4-FFF2-40B4-BE49-F238E27FC236}">
                  <a16:creationId xmlns:a16="http://schemas.microsoft.com/office/drawing/2014/main" id="{72BB828C-2034-4B6E-9471-7214EB51430A}"/>
                </a:ext>
              </a:extLst>
            </p:cNvPr>
            <p:cNvSpPr txBox="1">
              <a:spLocks noChangeArrowheads="1"/>
            </p:cNvSpPr>
            <p:nvPr/>
          </p:nvSpPr>
          <p:spPr bwMode="auto">
            <a:xfrm>
              <a:off x="2256" y="528"/>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t>Covalent</a:t>
              </a:r>
            </a:p>
          </p:txBody>
        </p:sp>
        <p:sp>
          <p:nvSpPr>
            <p:cNvPr id="57358" name="Text Box 14">
              <a:extLst>
                <a:ext uri="{FF2B5EF4-FFF2-40B4-BE49-F238E27FC236}">
                  <a16:creationId xmlns:a16="http://schemas.microsoft.com/office/drawing/2014/main" id="{AE0309BA-50D6-49E2-A924-D5DF236B72BF}"/>
                </a:ext>
              </a:extLst>
            </p:cNvPr>
            <p:cNvSpPr txBox="1">
              <a:spLocks noChangeArrowheads="1"/>
            </p:cNvSpPr>
            <p:nvPr/>
          </p:nvSpPr>
          <p:spPr bwMode="auto">
            <a:xfrm>
              <a:off x="3552" y="2178"/>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Secondary</a:t>
              </a:r>
            </a:p>
          </p:txBody>
        </p:sp>
        <p:sp>
          <p:nvSpPr>
            <p:cNvPr id="57360" name="Freeform 16">
              <a:extLst>
                <a:ext uri="{FF2B5EF4-FFF2-40B4-BE49-F238E27FC236}">
                  <a16:creationId xmlns:a16="http://schemas.microsoft.com/office/drawing/2014/main" id="{6DB32C33-C51A-4C0C-88BA-4B46C05204FB}"/>
                </a:ext>
              </a:extLst>
            </p:cNvPr>
            <p:cNvSpPr>
              <a:spLocks/>
            </p:cNvSpPr>
            <p:nvPr/>
          </p:nvSpPr>
          <p:spPr bwMode="auto">
            <a:xfrm>
              <a:off x="2400" y="816"/>
              <a:ext cx="528" cy="624"/>
            </a:xfrm>
            <a:custGeom>
              <a:avLst/>
              <a:gdLst>
                <a:gd name="T0" fmla="*/ 0 w 528"/>
                <a:gd name="T1" fmla="*/ 432 h 624"/>
                <a:gd name="T2" fmla="*/ 144 w 528"/>
                <a:gd name="T3" fmla="*/ 624 h 624"/>
                <a:gd name="T4" fmla="*/ 240 w 528"/>
                <a:gd name="T5" fmla="*/ 624 h 624"/>
                <a:gd name="T6" fmla="*/ 384 w 528"/>
                <a:gd name="T7" fmla="*/ 624 h 624"/>
                <a:gd name="T8" fmla="*/ 480 w 528"/>
                <a:gd name="T9" fmla="*/ 528 h 624"/>
                <a:gd name="T10" fmla="*/ 528 w 528"/>
                <a:gd name="T11" fmla="*/ 480 h 624"/>
                <a:gd name="T12" fmla="*/ 240 w 528"/>
                <a:gd name="T13" fmla="*/ 0 h 624"/>
                <a:gd name="T14" fmla="*/ 0 w 528"/>
                <a:gd name="T15" fmla="*/ 432 h 6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8" h="624">
                  <a:moveTo>
                    <a:pt x="0" y="432"/>
                  </a:moveTo>
                  <a:lnTo>
                    <a:pt x="144" y="624"/>
                  </a:lnTo>
                  <a:lnTo>
                    <a:pt x="240" y="624"/>
                  </a:lnTo>
                  <a:lnTo>
                    <a:pt x="384" y="624"/>
                  </a:lnTo>
                  <a:lnTo>
                    <a:pt x="480" y="528"/>
                  </a:lnTo>
                  <a:lnTo>
                    <a:pt x="528" y="480"/>
                  </a:lnTo>
                  <a:lnTo>
                    <a:pt x="240" y="0"/>
                  </a:lnTo>
                  <a:lnTo>
                    <a:pt x="0" y="432"/>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61" name="Freeform 17">
              <a:extLst>
                <a:ext uri="{FF2B5EF4-FFF2-40B4-BE49-F238E27FC236}">
                  <a16:creationId xmlns:a16="http://schemas.microsoft.com/office/drawing/2014/main" id="{590C3213-168C-4C11-ACCC-D82B85B4CB5F}"/>
                </a:ext>
              </a:extLst>
            </p:cNvPr>
            <p:cNvSpPr>
              <a:spLocks/>
            </p:cNvSpPr>
            <p:nvPr/>
          </p:nvSpPr>
          <p:spPr bwMode="auto">
            <a:xfrm>
              <a:off x="2928" y="1440"/>
              <a:ext cx="480" cy="624"/>
            </a:xfrm>
            <a:custGeom>
              <a:avLst/>
              <a:gdLst>
                <a:gd name="T0" fmla="*/ 48 w 480"/>
                <a:gd name="T1" fmla="*/ 0 h 624"/>
                <a:gd name="T2" fmla="*/ 48 w 480"/>
                <a:gd name="T3" fmla="*/ 96 h 624"/>
                <a:gd name="T4" fmla="*/ 0 w 480"/>
                <a:gd name="T5" fmla="*/ 240 h 624"/>
                <a:gd name="T6" fmla="*/ 0 w 480"/>
                <a:gd name="T7" fmla="*/ 384 h 624"/>
                <a:gd name="T8" fmla="*/ 48 w 480"/>
                <a:gd name="T9" fmla="*/ 480 h 624"/>
                <a:gd name="T10" fmla="*/ 192 w 480"/>
                <a:gd name="T11" fmla="*/ 576 h 624"/>
                <a:gd name="T12" fmla="*/ 288 w 480"/>
                <a:gd name="T13" fmla="*/ 576 h 624"/>
                <a:gd name="T14" fmla="*/ 384 w 480"/>
                <a:gd name="T15" fmla="*/ 624 h 624"/>
                <a:gd name="T16" fmla="*/ 480 w 480"/>
                <a:gd name="T17" fmla="*/ 624 h 624"/>
                <a:gd name="T18" fmla="*/ 144 w 480"/>
                <a:gd name="T19" fmla="*/ 48 h 624"/>
                <a:gd name="T20" fmla="*/ 48 w 480"/>
                <a:gd name="T21" fmla="*/ 0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0" h="624">
                  <a:moveTo>
                    <a:pt x="48" y="0"/>
                  </a:moveTo>
                  <a:lnTo>
                    <a:pt x="48" y="96"/>
                  </a:lnTo>
                  <a:lnTo>
                    <a:pt x="0" y="240"/>
                  </a:lnTo>
                  <a:lnTo>
                    <a:pt x="0" y="384"/>
                  </a:lnTo>
                  <a:lnTo>
                    <a:pt x="48" y="480"/>
                  </a:lnTo>
                  <a:lnTo>
                    <a:pt x="192" y="576"/>
                  </a:lnTo>
                  <a:lnTo>
                    <a:pt x="288" y="576"/>
                  </a:lnTo>
                  <a:lnTo>
                    <a:pt x="384" y="624"/>
                  </a:lnTo>
                  <a:lnTo>
                    <a:pt x="480" y="624"/>
                  </a:lnTo>
                  <a:lnTo>
                    <a:pt x="144" y="48"/>
                  </a:lnTo>
                  <a:lnTo>
                    <a:pt x="48" y="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62" name="Freeform 18">
              <a:extLst>
                <a:ext uri="{FF2B5EF4-FFF2-40B4-BE49-F238E27FC236}">
                  <a16:creationId xmlns:a16="http://schemas.microsoft.com/office/drawing/2014/main" id="{0AC14BE5-B8FB-4C40-A28A-1A70D167D224}"/>
                </a:ext>
              </a:extLst>
            </p:cNvPr>
            <p:cNvSpPr>
              <a:spLocks/>
            </p:cNvSpPr>
            <p:nvPr/>
          </p:nvSpPr>
          <p:spPr bwMode="auto">
            <a:xfrm>
              <a:off x="1824" y="1872"/>
              <a:ext cx="336" cy="672"/>
            </a:xfrm>
            <a:custGeom>
              <a:avLst/>
              <a:gdLst>
                <a:gd name="T0" fmla="*/ 240 w 336"/>
                <a:gd name="T1" fmla="*/ 0 h 672"/>
                <a:gd name="T2" fmla="*/ 288 w 336"/>
                <a:gd name="T3" fmla="*/ 144 h 672"/>
                <a:gd name="T4" fmla="*/ 336 w 336"/>
                <a:gd name="T5" fmla="*/ 288 h 672"/>
                <a:gd name="T6" fmla="*/ 336 w 336"/>
                <a:gd name="T7" fmla="*/ 480 h 672"/>
                <a:gd name="T8" fmla="*/ 288 w 336"/>
                <a:gd name="T9" fmla="*/ 576 h 672"/>
                <a:gd name="T10" fmla="*/ 240 w 336"/>
                <a:gd name="T11" fmla="*/ 672 h 672"/>
                <a:gd name="T12" fmla="*/ 0 w 336"/>
                <a:gd name="T13" fmla="*/ 432 h 672"/>
                <a:gd name="T14" fmla="*/ 240 w 33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6" h="672">
                  <a:moveTo>
                    <a:pt x="240" y="0"/>
                  </a:moveTo>
                  <a:lnTo>
                    <a:pt x="288" y="144"/>
                  </a:lnTo>
                  <a:lnTo>
                    <a:pt x="336" y="288"/>
                  </a:lnTo>
                  <a:lnTo>
                    <a:pt x="336" y="480"/>
                  </a:lnTo>
                  <a:lnTo>
                    <a:pt x="288" y="576"/>
                  </a:lnTo>
                  <a:lnTo>
                    <a:pt x="240" y="672"/>
                  </a:lnTo>
                  <a:lnTo>
                    <a:pt x="0" y="432"/>
                  </a:lnTo>
                  <a:lnTo>
                    <a:pt x="240" y="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63" name="Freeform 19">
              <a:extLst>
                <a:ext uri="{FF2B5EF4-FFF2-40B4-BE49-F238E27FC236}">
                  <a16:creationId xmlns:a16="http://schemas.microsoft.com/office/drawing/2014/main" id="{307D209B-BE63-433B-A732-D767A5BA639C}"/>
                </a:ext>
              </a:extLst>
            </p:cNvPr>
            <p:cNvSpPr>
              <a:spLocks/>
            </p:cNvSpPr>
            <p:nvPr/>
          </p:nvSpPr>
          <p:spPr bwMode="auto">
            <a:xfrm>
              <a:off x="2400" y="1776"/>
              <a:ext cx="432" cy="864"/>
            </a:xfrm>
            <a:custGeom>
              <a:avLst/>
              <a:gdLst>
                <a:gd name="T0" fmla="*/ 240 w 432"/>
                <a:gd name="T1" fmla="*/ 0 h 864"/>
                <a:gd name="T2" fmla="*/ 384 w 432"/>
                <a:gd name="T3" fmla="*/ 144 h 864"/>
                <a:gd name="T4" fmla="*/ 432 w 432"/>
                <a:gd name="T5" fmla="*/ 384 h 864"/>
                <a:gd name="T6" fmla="*/ 432 w 432"/>
                <a:gd name="T7" fmla="*/ 624 h 864"/>
                <a:gd name="T8" fmla="*/ 432 w 432"/>
                <a:gd name="T9" fmla="*/ 768 h 864"/>
                <a:gd name="T10" fmla="*/ 336 w 432"/>
                <a:gd name="T11" fmla="*/ 864 h 864"/>
                <a:gd name="T12" fmla="*/ 192 w 432"/>
                <a:gd name="T13" fmla="*/ 864 h 864"/>
                <a:gd name="T14" fmla="*/ 48 w 432"/>
                <a:gd name="T15" fmla="*/ 768 h 864"/>
                <a:gd name="T16" fmla="*/ 0 w 432"/>
                <a:gd name="T17" fmla="*/ 672 h 864"/>
                <a:gd name="T18" fmla="*/ 0 w 432"/>
                <a:gd name="T19" fmla="*/ 432 h 864"/>
                <a:gd name="T20" fmla="*/ 48 w 432"/>
                <a:gd name="T21" fmla="*/ 192 h 864"/>
                <a:gd name="T22" fmla="*/ 96 w 432"/>
                <a:gd name="T23" fmla="*/ 0 h 864"/>
                <a:gd name="T24" fmla="*/ 240 w 432"/>
                <a:gd name="T25" fmla="*/ 0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864">
                  <a:moveTo>
                    <a:pt x="240" y="0"/>
                  </a:moveTo>
                  <a:lnTo>
                    <a:pt x="384" y="144"/>
                  </a:lnTo>
                  <a:lnTo>
                    <a:pt x="432" y="384"/>
                  </a:lnTo>
                  <a:lnTo>
                    <a:pt x="432" y="624"/>
                  </a:lnTo>
                  <a:lnTo>
                    <a:pt x="432" y="768"/>
                  </a:lnTo>
                  <a:lnTo>
                    <a:pt x="336" y="864"/>
                  </a:lnTo>
                  <a:lnTo>
                    <a:pt x="192" y="864"/>
                  </a:lnTo>
                  <a:lnTo>
                    <a:pt x="48" y="768"/>
                  </a:lnTo>
                  <a:lnTo>
                    <a:pt x="0" y="672"/>
                  </a:lnTo>
                  <a:lnTo>
                    <a:pt x="0" y="432"/>
                  </a:lnTo>
                  <a:lnTo>
                    <a:pt x="48" y="192"/>
                  </a:lnTo>
                  <a:lnTo>
                    <a:pt x="96" y="0"/>
                  </a:lnTo>
                  <a:lnTo>
                    <a:pt x="240" y="0"/>
                  </a:lnTo>
                  <a:close/>
                </a:path>
              </a:pathLst>
            </a:cu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64" name="Text Box 20">
              <a:extLst>
                <a:ext uri="{FF2B5EF4-FFF2-40B4-BE49-F238E27FC236}">
                  <a16:creationId xmlns:a16="http://schemas.microsoft.com/office/drawing/2014/main" id="{D4910DF6-2CDE-4362-A89D-9837BEE5CF27}"/>
                </a:ext>
              </a:extLst>
            </p:cNvPr>
            <p:cNvSpPr txBox="1">
              <a:spLocks noChangeArrowheads="1"/>
            </p:cNvSpPr>
            <p:nvPr/>
          </p:nvSpPr>
          <p:spPr bwMode="auto">
            <a:xfrm>
              <a:off x="3072" y="864"/>
              <a:ext cx="12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Semi conductors</a:t>
              </a:r>
            </a:p>
          </p:txBody>
        </p:sp>
        <p:sp>
          <p:nvSpPr>
            <p:cNvPr id="57365" name="Text Box 21">
              <a:extLst>
                <a:ext uri="{FF2B5EF4-FFF2-40B4-BE49-F238E27FC236}">
                  <a16:creationId xmlns:a16="http://schemas.microsoft.com/office/drawing/2014/main" id="{E5A7586C-7181-474D-87D7-5365DE6DF638}"/>
                </a:ext>
              </a:extLst>
            </p:cNvPr>
            <p:cNvSpPr txBox="1">
              <a:spLocks noChangeArrowheads="1"/>
            </p:cNvSpPr>
            <p:nvPr/>
          </p:nvSpPr>
          <p:spPr bwMode="auto">
            <a:xfrm>
              <a:off x="3600" y="1536"/>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Polymers</a:t>
              </a:r>
            </a:p>
          </p:txBody>
        </p:sp>
        <p:sp>
          <p:nvSpPr>
            <p:cNvPr id="57366" name="Text Box 22">
              <a:extLst>
                <a:ext uri="{FF2B5EF4-FFF2-40B4-BE49-F238E27FC236}">
                  <a16:creationId xmlns:a16="http://schemas.microsoft.com/office/drawing/2014/main" id="{83CC1BB1-CD37-4FDD-B8E7-1C3B20B2D0E6}"/>
                </a:ext>
              </a:extLst>
            </p:cNvPr>
            <p:cNvSpPr txBox="1">
              <a:spLocks noChangeArrowheads="1"/>
            </p:cNvSpPr>
            <p:nvPr/>
          </p:nvSpPr>
          <p:spPr bwMode="auto">
            <a:xfrm>
              <a:off x="3504" y="2764"/>
              <a:ext cx="100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t>Ceramics and glasses</a:t>
              </a:r>
            </a:p>
          </p:txBody>
        </p:sp>
        <p:sp>
          <p:nvSpPr>
            <p:cNvPr id="57367" name="Text Box 23">
              <a:extLst>
                <a:ext uri="{FF2B5EF4-FFF2-40B4-BE49-F238E27FC236}">
                  <a16:creationId xmlns:a16="http://schemas.microsoft.com/office/drawing/2014/main" id="{D482D4BF-8F98-498B-8385-B665BF1F3E5E}"/>
                </a:ext>
              </a:extLst>
            </p:cNvPr>
            <p:cNvSpPr txBox="1">
              <a:spLocks noChangeArrowheads="1"/>
            </p:cNvSpPr>
            <p:nvPr/>
          </p:nvSpPr>
          <p:spPr bwMode="auto">
            <a:xfrm>
              <a:off x="1296" y="2736"/>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Metals</a:t>
              </a:r>
            </a:p>
          </p:txBody>
        </p:sp>
        <p:sp>
          <p:nvSpPr>
            <p:cNvPr id="57368" name="Line 24">
              <a:extLst>
                <a:ext uri="{FF2B5EF4-FFF2-40B4-BE49-F238E27FC236}">
                  <a16:creationId xmlns:a16="http://schemas.microsoft.com/office/drawing/2014/main" id="{6C4E07B5-EB3E-447A-A353-34ABEE9CFF69}"/>
                </a:ext>
              </a:extLst>
            </p:cNvPr>
            <p:cNvSpPr>
              <a:spLocks noChangeShapeType="1"/>
            </p:cNvSpPr>
            <p:nvPr/>
          </p:nvSpPr>
          <p:spPr bwMode="auto">
            <a:xfrm flipH="1">
              <a:off x="2688" y="1008"/>
              <a:ext cx="43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69" name="Line 25">
              <a:extLst>
                <a:ext uri="{FF2B5EF4-FFF2-40B4-BE49-F238E27FC236}">
                  <a16:creationId xmlns:a16="http://schemas.microsoft.com/office/drawing/2014/main" id="{B8ED1DA9-B893-43D3-98FF-1B85E1DBC403}"/>
                </a:ext>
              </a:extLst>
            </p:cNvPr>
            <p:cNvSpPr>
              <a:spLocks noChangeShapeType="1"/>
            </p:cNvSpPr>
            <p:nvPr/>
          </p:nvSpPr>
          <p:spPr bwMode="auto">
            <a:xfrm flipH="1">
              <a:off x="3120" y="1680"/>
              <a:ext cx="48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70" name="Line 26">
              <a:extLst>
                <a:ext uri="{FF2B5EF4-FFF2-40B4-BE49-F238E27FC236}">
                  <a16:creationId xmlns:a16="http://schemas.microsoft.com/office/drawing/2014/main" id="{EFE0E9F0-61A0-4D08-A977-3778EA166149}"/>
                </a:ext>
              </a:extLst>
            </p:cNvPr>
            <p:cNvSpPr>
              <a:spLocks noChangeShapeType="1"/>
            </p:cNvSpPr>
            <p:nvPr/>
          </p:nvSpPr>
          <p:spPr bwMode="auto">
            <a:xfrm flipH="1" flipV="1">
              <a:off x="2688" y="2400"/>
              <a:ext cx="816"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57371" name="Line 27">
              <a:extLst>
                <a:ext uri="{FF2B5EF4-FFF2-40B4-BE49-F238E27FC236}">
                  <a16:creationId xmlns:a16="http://schemas.microsoft.com/office/drawing/2014/main" id="{F3AD6054-97AC-4812-AF7A-A6CAB253763B}"/>
                </a:ext>
              </a:extLst>
            </p:cNvPr>
            <p:cNvSpPr>
              <a:spLocks noChangeShapeType="1"/>
            </p:cNvSpPr>
            <p:nvPr/>
          </p:nvSpPr>
          <p:spPr bwMode="auto">
            <a:xfrm flipV="1">
              <a:off x="1728" y="2352"/>
              <a:ext cx="336"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57372" name="Text Box 28">
            <a:extLst>
              <a:ext uri="{FF2B5EF4-FFF2-40B4-BE49-F238E27FC236}">
                <a16:creationId xmlns:a16="http://schemas.microsoft.com/office/drawing/2014/main" id="{416299DB-9D30-4301-AD19-5F531B34B55C}"/>
              </a:ext>
            </a:extLst>
          </p:cNvPr>
          <p:cNvSpPr txBox="1">
            <a:spLocks noChangeArrowheads="1"/>
          </p:cNvSpPr>
          <p:nvPr/>
        </p:nvSpPr>
        <p:spPr bwMode="auto">
          <a:xfrm>
            <a:off x="228600" y="5715000"/>
            <a:ext cx="8610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alibri" panose="020F0502020204030204" pitchFamily="34" charset="0"/>
              </a:rPr>
              <a:t>A 3-D tetrahedron representing the relative contributions of different bond types to the four fundamental categories of engineering materials.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87183C3F-D76A-4F9E-BBB9-280D4ACBD959}"/>
              </a:ext>
            </a:extLst>
          </p:cNvPr>
          <p:cNvSpPr>
            <a:spLocks noGrp="1" noChangeArrowheads="1"/>
          </p:cNvSpPr>
          <p:nvPr>
            <p:ph type="title"/>
          </p:nvPr>
        </p:nvSpPr>
        <p:spPr>
          <a:xfrm>
            <a:off x="685800" y="114300"/>
            <a:ext cx="7772400" cy="800100"/>
          </a:xfrm>
          <a:solidFill>
            <a:schemeClr val="bg1"/>
          </a:solidFill>
          <a:ln>
            <a:solidFill>
              <a:schemeClr val="bg1"/>
            </a:solidFill>
            <a:miter lim="800000"/>
            <a:headEnd/>
            <a:tailEnd/>
          </a:ln>
        </p:spPr>
        <p:txBody>
          <a:bodyPr/>
          <a:lstStyle/>
          <a:p>
            <a:r>
              <a:rPr lang="en-US" altLang="en-US" sz="3200">
                <a:solidFill>
                  <a:schemeClr val="tx1"/>
                </a:solidFill>
                <a:latin typeface="Calibri" panose="020F0502020204030204" pitchFamily="34" charset="0"/>
              </a:rPr>
              <a:t>Allotropic &amp; Polymorphic</a:t>
            </a:r>
          </a:p>
        </p:txBody>
      </p:sp>
      <p:sp>
        <p:nvSpPr>
          <p:cNvPr id="55299" name="Rectangle 3">
            <a:extLst>
              <a:ext uri="{FF2B5EF4-FFF2-40B4-BE49-F238E27FC236}">
                <a16:creationId xmlns:a16="http://schemas.microsoft.com/office/drawing/2014/main" id="{69F72B75-640B-4218-8599-23676F2F6776}"/>
              </a:ext>
            </a:extLst>
          </p:cNvPr>
          <p:cNvSpPr>
            <a:spLocks noChangeArrowheads="1"/>
          </p:cNvSpPr>
          <p:nvPr/>
        </p:nvSpPr>
        <p:spPr bwMode="auto">
          <a:xfrm>
            <a:off x="228600" y="914400"/>
            <a:ext cx="87630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a:t>Materials that can have more than one crystal structure are called allotropic or polymorphic.</a:t>
            </a:r>
          </a:p>
          <a:p>
            <a:endParaRPr lang="en-US" altLang="en-US" sz="2400"/>
          </a:p>
          <a:p>
            <a:r>
              <a:rPr lang="en-US" altLang="en-US" sz="2400" b="1"/>
              <a:t>Allotropy</a:t>
            </a:r>
            <a:r>
              <a:rPr lang="en-US" altLang="en-US" sz="2400"/>
              <a:t> refers to pure elements, which change their structure when they are heated for example.</a:t>
            </a:r>
          </a:p>
          <a:p>
            <a:pPr lvl="1"/>
            <a:r>
              <a:rPr lang="en-US" altLang="en-US" sz="2000"/>
              <a:t>Iron is an example which has a BCC structure at low temperatures and FCC structure at high temperatures.</a:t>
            </a:r>
          </a:p>
          <a:p>
            <a:r>
              <a:rPr lang="en-US" altLang="en-US" sz="2400" b="1"/>
              <a:t>Polymorphism</a:t>
            </a:r>
            <a:r>
              <a:rPr lang="en-US" altLang="en-US" sz="2400"/>
              <a:t> is used for compounds.</a:t>
            </a:r>
          </a:p>
          <a:p>
            <a:pPr lvl="1"/>
            <a:r>
              <a:rPr lang="en-US" altLang="en-US" sz="2000"/>
              <a:t>Zirconia, ZrO</a:t>
            </a:r>
            <a:r>
              <a:rPr lang="en-US" altLang="en-US" sz="2000" baseline="-25000"/>
              <a:t>2</a:t>
            </a:r>
            <a:r>
              <a:rPr lang="en-US" altLang="en-US" sz="2000"/>
              <a:t> is an example, which is monoclinic at room temperature, tetragonal at higher temperatures (&gt;1170 C) and cubic at very high temperatures (&gt; 2370 C).</a:t>
            </a:r>
          </a:p>
          <a:p>
            <a:r>
              <a:rPr lang="en-US" altLang="en-US" sz="2400"/>
              <a:t>Often a volume change is associated with a phase change in polymorphic materials.</a:t>
            </a:r>
          </a:p>
        </p:txBody>
      </p:sp>
    </p:spTree>
  </p:cSld>
  <p:clrMapOvr>
    <a:masterClrMapping/>
  </p:clrMapOvr>
  <p:transition>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9CCECB08-D0E3-467E-BDFE-49243FD5BBF3}"/>
              </a:ext>
            </a:extLst>
          </p:cNvPr>
          <p:cNvSpPr>
            <a:spLocks noGrp="1" noChangeArrowheads="1"/>
          </p:cNvSpPr>
          <p:nvPr>
            <p:ph type="title"/>
          </p:nvPr>
        </p:nvSpPr>
        <p:spPr>
          <a:xfrm>
            <a:off x="685800" y="114300"/>
            <a:ext cx="7772400" cy="495300"/>
          </a:xfrm>
          <a:solidFill>
            <a:schemeClr val="bg1"/>
          </a:solidFill>
          <a:ln>
            <a:solidFill>
              <a:schemeClr val="bg1"/>
            </a:solidFill>
            <a:miter lim="800000"/>
            <a:headEnd/>
            <a:tailEnd/>
          </a:ln>
        </p:spPr>
        <p:txBody>
          <a:bodyPr/>
          <a:lstStyle/>
          <a:p>
            <a:r>
              <a:rPr lang="en-US" altLang="en-US" sz="3200">
                <a:solidFill>
                  <a:schemeClr val="tx1"/>
                </a:solidFill>
                <a:latin typeface="Calibri" panose="020F0502020204030204" pitchFamily="34" charset="0"/>
              </a:rPr>
              <a:t>Theoretical Volume Changes</a:t>
            </a:r>
          </a:p>
        </p:txBody>
      </p:sp>
      <p:sp>
        <p:nvSpPr>
          <p:cNvPr id="59395" name="Rectangle 3">
            <a:extLst>
              <a:ext uri="{FF2B5EF4-FFF2-40B4-BE49-F238E27FC236}">
                <a16:creationId xmlns:a16="http://schemas.microsoft.com/office/drawing/2014/main" id="{67B6D409-85DF-48BB-8742-9F4FBE40F637}"/>
              </a:ext>
            </a:extLst>
          </p:cNvPr>
          <p:cNvSpPr>
            <a:spLocks noChangeArrowheads="1"/>
          </p:cNvSpPr>
          <p:nvPr/>
        </p:nvSpPr>
        <p:spPr bwMode="auto">
          <a:xfrm>
            <a:off x="304800" y="685800"/>
            <a:ext cx="873125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dirty="0">
                <a:solidFill>
                  <a:schemeClr val="tx2"/>
                </a:solidFill>
              </a:rPr>
              <a:t>Polymorphic materials upon changing their phase or crystal structure experience volume changes due to a difference in lattice parameters associated with the phase. For example, ZrO</a:t>
            </a:r>
            <a:r>
              <a:rPr lang="en-US" altLang="en-US" sz="2400" baseline="-25000" dirty="0">
                <a:solidFill>
                  <a:schemeClr val="tx2"/>
                </a:solidFill>
              </a:rPr>
              <a:t>2 </a:t>
            </a:r>
            <a:r>
              <a:rPr lang="en-US" altLang="en-US" sz="2400" dirty="0">
                <a:solidFill>
                  <a:schemeClr val="tx2"/>
                </a:solidFill>
              </a:rPr>
              <a:t>changes it phase from tetragonal to monoclinic with temperature.</a:t>
            </a:r>
          </a:p>
        </p:txBody>
      </p:sp>
      <p:graphicFrame>
        <p:nvGraphicFramePr>
          <p:cNvPr id="59396" name="Object 4">
            <a:extLst>
              <a:ext uri="{FF2B5EF4-FFF2-40B4-BE49-F238E27FC236}">
                <a16:creationId xmlns:a16="http://schemas.microsoft.com/office/drawing/2014/main" id="{3A851054-BF15-4CAD-B720-8C5D883A6227}"/>
              </a:ext>
            </a:extLst>
          </p:cNvPr>
          <p:cNvGraphicFramePr>
            <a:graphicFrameLocks noChangeAspect="1"/>
          </p:cNvGraphicFramePr>
          <p:nvPr/>
        </p:nvGraphicFramePr>
        <p:xfrm>
          <a:off x="381000" y="2536825"/>
          <a:ext cx="8458200" cy="739775"/>
        </p:xfrm>
        <a:graphic>
          <a:graphicData uri="http://schemas.openxmlformats.org/presentationml/2006/ole">
            <mc:AlternateContent xmlns:mc="http://schemas.openxmlformats.org/markup-compatibility/2006">
              <mc:Choice xmlns:v="urn:schemas-microsoft-com:vml" Requires="v">
                <p:oleObj spid="_x0000_s3074" name="Equation" r:id="rId4" imgW="5511600" imgH="482400" progId="Equation.3">
                  <p:embed/>
                </p:oleObj>
              </mc:Choice>
              <mc:Fallback>
                <p:oleObj name="Equation" r:id="rId4" imgW="5511600" imgH="482400" progId="Equation.3">
                  <p:embed/>
                  <p:pic>
                    <p:nvPicPr>
                      <p:cNvPr id="59396" name="Object 4">
                        <a:extLst>
                          <a:ext uri="{FF2B5EF4-FFF2-40B4-BE49-F238E27FC236}">
                            <a16:creationId xmlns:a16="http://schemas.microsoft.com/office/drawing/2014/main" id="{3A851054-BF15-4CAD-B720-8C5D883A62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2536825"/>
                        <a:ext cx="8458200" cy="73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397" name="Rectangle 5">
            <a:extLst>
              <a:ext uri="{FF2B5EF4-FFF2-40B4-BE49-F238E27FC236}">
                <a16:creationId xmlns:a16="http://schemas.microsoft.com/office/drawing/2014/main" id="{439D8CAE-CD8C-444F-8CEE-1263107BE151}"/>
              </a:ext>
            </a:extLst>
          </p:cNvPr>
          <p:cNvSpPr>
            <a:spLocks noChangeArrowheads="1"/>
          </p:cNvSpPr>
          <p:nvPr/>
        </p:nvSpPr>
        <p:spPr bwMode="auto">
          <a:xfrm>
            <a:off x="412750" y="3276600"/>
            <a:ext cx="873125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a:solidFill>
                  <a:schemeClr val="tx2"/>
                </a:solidFill>
              </a:rPr>
              <a:t>Thus there is an expansion of the unit cell of 4.21% as Zirconia transforms from a tetragonal to monoclinic form.</a:t>
            </a:r>
          </a:p>
          <a:p>
            <a:r>
              <a:rPr lang="en-US" altLang="en-US" sz="2400">
                <a:solidFill>
                  <a:schemeClr val="tx2"/>
                </a:solidFill>
              </a:rPr>
              <a:t>The volume expansions or contractions affect brittle materials adversely such as Zirconia and other ceramic and semiconductor materials by causing fracture.</a:t>
            </a:r>
          </a:p>
          <a:p>
            <a:r>
              <a:rPr lang="en-US" altLang="en-US" sz="2400">
                <a:solidFill>
                  <a:schemeClr val="tx2"/>
                </a:solidFill>
              </a:rPr>
              <a:t>Zirconia is modified by additives (eg. CaO, MgO, Y</a:t>
            </a:r>
            <a:r>
              <a:rPr lang="en-US" altLang="en-US" sz="2400" baseline="-25000">
                <a:solidFill>
                  <a:schemeClr val="tx2"/>
                </a:solidFill>
              </a:rPr>
              <a:t>2</a:t>
            </a:r>
            <a:r>
              <a:rPr lang="en-US" altLang="en-US" sz="2400">
                <a:solidFill>
                  <a:schemeClr val="tx2"/>
                </a:solidFill>
              </a:rPr>
              <a:t>O</a:t>
            </a:r>
            <a:r>
              <a:rPr lang="en-US" altLang="en-US" sz="2400" baseline="-25000">
                <a:solidFill>
                  <a:schemeClr val="tx2"/>
                </a:solidFill>
              </a:rPr>
              <a:t>3</a:t>
            </a:r>
            <a:r>
              <a:rPr lang="en-US" altLang="en-US" sz="2400">
                <a:solidFill>
                  <a:schemeClr val="tx2"/>
                </a:solidFill>
              </a:rPr>
              <a:t>) to retain its cubic form upon cooling to room temperature. </a:t>
            </a:r>
          </a:p>
          <a:p>
            <a:r>
              <a:rPr lang="en-US" altLang="en-US" sz="2400">
                <a:solidFill>
                  <a:schemeClr val="tx2"/>
                </a:solidFill>
              </a:rPr>
              <a:t>Cubic Zirconia is used for jewelry and the electronics industry.</a:t>
            </a:r>
          </a:p>
        </p:txBody>
      </p:sp>
    </p:spTree>
  </p:cSld>
  <p:clrMapOvr>
    <a:masterClrMapping/>
  </p:clrMapOvr>
  <p:transition>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6A6B8525-2852-4A1E-9620-76FEE28848D6}"/>
              </a:ext>
            </a:extLst>
          </p:cNvPr>
          <p:cNvSpPr>
            <a:spLocks noGrp="1" noChangeArrowheads="1"/>
          </p:cNvSpPr>
          <p:nvPr>
            <p:ph type="title"/>
          </p:nvPr>
        </p:nvSpPr>
        <p:spPr>
          <a:xfrm>
            <a:off x="685800" y="419100"/>
            <a:ext cx="7772400" cy="571500"/>
          </a:xfrm>
          <a:solidFill>
            <a:schemeClr val="bg1"/>
          </a:solidFill>
          <a:ln>
            <a:solidFill>
              <a:schemeClr val="bg1"/>
            </a:solidFill>
            <a:miter lim="800000"/>
            <a:headEnd/>
            <a:tailEnd/>
          </a:ln>
        </p:spPr>
        <p:txBody>
          <a:bodyPr/>
          <a:lstStyle/>
          <a:p>
            <a:r>
              <a:rPr lang="en-US" altLang="en-US" sz="3200" b="1">
                <a:solidFill>
                  <a:schemeClr val="tx1"/>
                </a:solidFill>
                <a:latin typeface="Calibri" panose="020F0502020204030204" pitchFamily="34" charset="0"/>
              </a:rPr>
              <a:t>Crystalline Imperfections</a:t>
            </a:r>
          </a:p>
        </p:txBody>
      </p:sp>
      <p:sp>
        <p:nvSpPr>
          <p:cNvPr id="61443" name="Rectangle 3">
            <a:extLst>
              <a:ext uri="{FF2B5EF4-FFF2-40B4-BE49-F238E27FC236}">
                <a16:creationId xmlns:a16="http://schemas.microsoft.com/office/drawing/2014/main" id="{810F0C6D-7D58-458E-9DE5-EF978057523E}"/>
              </a:ext>
            </a:extLst>
          </p:cNvPr>
          <p:cNvSpPr>
            <a:spLocks noChangeArrowheads="1"/>
          </p:cNvSpPr>
          <p:nvPr/>
        </p:nvSpPr>
        <p:spPr bwMode="auto">
          <a:xfrm>
            <a:off x="0" y="1600200"/>
            <a:ext cx="91440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b="1"/>
              <a:t>Real materials are never perfect</a:t>
            </a:r>
            <a:r>
              <a:rPr lang="en-US" altLang="en-US" sz="2400"/>
              <a:t> and contain various types of imperfections, which affect many of their properties.</a:t>
            </a:r>
          </a:p>
          <a:p>
            <a:endParaRPr lang="en-US" altLang="en-US" sz="2400"/>
          </a:p>
          <a:p>
            <a:r>
              <a:rPr lang="en-US" altLang="en-US" sz="2400"/>
              <a:t>Some properties affected by imperfections include tensile and ultimate strengths, thermal conductivity, electrical conductivity, photonic generation and conductivity, magnetic properties, etc</a:t>
            </a:r>
            <a:r>
              <a:rPr lang="en-US" altLang="en-US" sz="2400">
                <a:solidFill>
                  <a:schemeClr val="tx2"/>
                </a:solidFill>
              </a:rPr>
              <a:t>.</a:t>
            </a:r>
          </a:p>
        </p:txBody>
      </p:sp>
    </p:spTree>
  </p:cSld>
  <p:clrMapOvr>
    <a:masterClrMapping/>
  </p:clrMapOvr>
  <p:transition>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37B2763E-DFA7-496B-89E2-FD6E49F0FA06}"/>
              </a:ext>
            </a:extLst>
          </p:cNvPr>
          <p:cNvSpPr>
            <a:spLocks noGrp="1" noChangeArrowheads="1"/>
          </p:cNvSpPr>
          <p:nvPr>
            <p:ph type="title"/>
          </p:nvPr>
        </p:nvSpPr>
        <p:spPr>
          <a:xfrm>
            <a:off x="685800" y="304800"/>
            <a:ext cx="7772400" cy="342900"/>
          </a:xfrm>
          <a:solidFill>
            <a:schemeClr val="bg1"/>
          </a:solidFill>
          <a:ln>
            <a:solidFill>
              <a:schemeClr val="bg1"/>
            </a:solidFill>
            <a:miter lim="800000"/>
            <a:headEnd/>
            <a:tailEnd/>
          </a:ln>
        </p:spPr>
        <p:txBody>
          <a:bodyPr/>
          <a:lstStyle/>
          <a:p>
            <a:r>
              <a:rPr lang="en-US" altLang="en-US" sz="3200">
                <a:solidFill>
                  <a:schemeClr val="tx1"/>
                </a:solidFill>
                <a:latin typeface="Calibri" panose="020F0502020204030204" pitchFamily="34" charset="0"/>
              </a:rPr>
              <a:t>Crystalline Imperfections</a:t>
            </a:r>
          </a:p>
        </p:txBody>
      </p:sp>
      <p:sp>
        <p:nvSpPr>
          <p:cNvPr id="63491" name="Rectangle 3">
            <a:extLst>
              <a:ext uri="{FF2B5EF4-FFF2-40B4-BE49-F238E27FC236}">
                <a16:creationId xmlns:a16="http://schemas.microsoft.com/office/drawing/2014/main" id="{3058A459-9E20-4AD7-8E55-2EB4CE49C119}"/>
              </a:ext>
            </a:extLst>
          </p:cNvPr>
          <p:cNvSpPr>
            <a:spLocks noChangeArrowheads="1"/>
          </p:cNvSpPr>
          <p:nvPr/>
        </p:nvSpPr>
        <p:spPr bwMode="auto">
          <a:xfrm>
            <a:off x="533400" y="685800"/>
            <a:ext cx="8001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buFontTx/>
              <a:buNone/>
            </a:pPr>
            <a:endParaRPr lang="en-US" altLang="en-US" sz="2400">
              <a:solidFill>
                <a:schemeClr val="tx2"/>
              </a:solidFill>
            </a:endParaRPr>
          </a:p>
          <a:p>
            <a:pPr>
              <a:buFontTx/>
              <a:buNone/>
            </a:pPr>
            <a:r>
              <a:rPr lang="en-US" altLang="en-US" sz="2400"/>
              <a:t>Crystal lattice imperfections are classified according to their geometry and shape.</a:t>
            </a:r>
          </a:p>
          <a:p>
            <a:r>
              <a:rPr lang="en-US" altLang="en-US" sz="2400" b="1"/>
              <a:t>Point defects</a:t>
            </a:r>
            <a:r>
              <a:rPr lang="en-US" altLang="en-US" sz="2400"/>
              <a:t> are zero dimension</a:t>
            </a:r>
          </a:p>
          <a:p>
            <a:r>
              <a:rPr lang="en-US" altLang="en-US" sz="2400" b="1"/>
              <a:t>Line defects</a:t>
            </a:r>
            <a:r>
              <a:rPr lang="en-US" altLang="en-US" sz="2400"/>
              <a:t> are one dimensional</a:t>
            </a:r>
          </a:p>
          <a:p>
            <a:r>
              <a:rPr lang="en-US" altLang="en-US" sz="2400" b="1"/>
              <a:t>Planar defects</a:t>
            </a:r>
            <a:r>
              <a:rPr lang="en-US" altLang="en-US" sz="2400"/>
              <a:t> are two dimensional and comprise of free surfaces and grain boundaries</a:t>
            </a:r>
          </a:p>
          <a:p>
            <a:r>
              <a:rPr lang="en-US" altLang="en-US" sz="2400" b="1"/>
              <a:t>Volume defects</a:t>
            </a:r>
            <a:r>
              <a:rPr lang="en-US" altLang="en-US" sz="2400"/>
              <a:t> are cavities or voids filled with gas or consist of a vacuum.</a:t>
            </a:r>
          </a:p>
        </p:txBody>
      </p:sp>
    </p:spTree>
  </p:cSld>
  <p:clrMapOvr>
    <a:masterClrMapping/>
  </p:clrMapOvr>
  <p:transition>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26045A31-F94C-4464-97C9-BC3D78D77ACE}"/>
              </a:ext>
            </a:extLst>
          </p:cNvPr>
          <p:cNvSpPr>
            <a:spLocks noGrp="1" noChangeArrowheads="1"/>
          </p:cNvSpPr>
          <p:nvPr>
            <p:ph type="title"/>
          </p:nvPr>
        </p:nvSpPr>
        <p:spPr>
          <a:xfrm>
            <a:off x="685800" y="457200"/>
            <a:ext cx="7772400" cy="342900"/>
          </a:xfrm>
          <a:solidFill>
            <a:schemeClr val="bg1"/>
          </a:solidFill>
          <a:ln>
            <a:solidFill>
              <a:schemeClr val="bg1"/>
            </a:solidFill>
            <a:miter lim="800000"/>
            <a:headEnd/>
            <a:tailEnd/>
          </a:ln>
        </p:spPr>
        <p:txBody>
          <a:bodyPr/>
          <a:lstStyle/>
          <a:p>
            <a:r>
              <a:rPr lang="en-US" altLang="en-US" sz="3200">
                <a:solidFill>
                  <a:schemeClr val="tx1"/>
                </a:solidFill>
                <a:latin typeface="Calibri" panose="020F0502020204030204" pitchFamily="34" charset="0"/>
              </a:rPr>
              <a:t>Crystalline Imperfections</a:t>
            </a:r>
          </a:p>
        </p:txBody>
      </p:sp>
      <p:sp>
        <p:nvSpPr>
          <p:cNvPr id="65539" name="Rectangle 3">
            <a:extLst>
              <a:ext uri="{FF2B5EF4-FFF2-40B4-BE49-F238E27FC236}">
                <a16:creationId xmlns:a16="http://schemas.microsoft.com/office/drawing/2014/main" id="{521B5C0B-EE4A-4D92-8508-4AE9C12748F2}"/>
              </a:ext>
            </a:extLst>
          </p:cNvPr>
          <p:cNvSpPr>
            <a:spLocks noChangeArrowheads="1"/>
          </p:cNvSpPr>
          <p:nvPr/>
        </p:nvSpPr>
        <p:spPr bwMode="auto">
          <a:xfrm>
            <a:off x="762000" y="1828800"/>
            <a:ext cx="78486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a:t>The simplest example of a point defect is a </a:t>
            </a:r>
            <a:r>
              <a:rPr lang="en-US" altLang="en-US" sz="2400" b="1"/>
              <a:t>vacancy</a:t>
            </a:r>
            <a:r>
              <a:rPr lang="en-US" altLang="en-US" sz="2400"/>
              <a:t>, which is an atomic site from which an atom is missing.</a:t>
            </a:r>
          </a:p>
          <a:p>
            <a:pPr>
              <a:buFontTx/>
              <a:buNone/>
            </a:pPr>
            <a:endParaRPr lang="en-US" altLang="en-US" sz="2400"/>
          </a:p>
          <a:p>
            <a:r>
              <a:rPr lang="en-US" altLang="en-US" sz="2400" b="1"/>
              <a:t>Questions</a:t>
            </a:r>
            <a:r>
              <a:rPr lang="en-US" altLang="en-US" sz="2400"/>
              <a:t> arise about the properties of vacancies:</a:t>
            </a:r>
          </a:p>
          <a:p>
            <a:pPr lvl="1"/>
            <a:r>
              <a:rPr lang="en-US" altLang="en-US" sz="2400" b="1"/>
              <a:t>What is the density of vacancies in real materials?</a:t>
            </a:r>
          </a:p>
          <a:p>
            <a:pPr lvl="1"/>
            <a:r>
              <a:rPr lang="en-US" altLang="en-US" sz="2400" b="1"/>
              <a:t>How can vacancies move through the crystal?</a:t>
            </a:r>
          </a:p>
          <a:p>
            <a:pPr lvl="1"/>
            <a:r>
              <a:rPr lang="en-US" altLang="en-US" sz="2400" b="1"/>
              <a:t>How can these defects be formed</a:t>
            </a:r>
            <a:r>
              <a:rPr lang="en-US" altLang="en-US" sz="2400"/>
              <a:t>?</a:t>
            </a:r>
          </a:p>
        </p:txBody>
      </p:sp>
    </p:spTree>
  </p:cSld>
  <p:clrMapOvr>
    <a:masterClrMapping/>
  </p:clrMapOvr>
  <p:transition>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131B13D1-5DF2-4E94-B51D-DCA2309B79A7}"/>
              </a:ext>
            </a:extLst>
          </p:cNvPr>
          <p:cNvSpPr>
            <a:spLocks noGrp="1" noChangeArrowheads="1"/>
          </p:cNvSpPr>
          <p:nvPr>
            <p:ph type="title"/>
          </p:nvPr>
        </p:nvSpPr>
        <p:spPr>
          <a:xfrm>
            <a:off x="685800" y="114300"/>
            <a:ext cx="7772400" cy="571500"/>
          </a:xfrm>
          <a:solidFill>
            <a:schemeClr val="bg1"/>
          </a:solidFill>
          <a:ln>
            <a:solidFill>
              <a:schemeClr val="bg1"/>
            </a:solidFill>
            <a:miter lim="800000"/>
            <a:headEnd/>
            <a:tailEnd/>
          </a:ln>
        </p:spPr>
        <p:txBody>
          <a:bodyPr/>
          <a:lstStyle/>
          <a:p>
            <a:r>
              <a:rPr lang="en-US" altLang="en-US" sz="3200">
                <a:solidFill>
                  <a:schemeClr val="tx1"/>
                </a:solidFill>
                <a:latin typeface="Calibri" panose="020F0502020204030204" pitchFamily="34" charset="0"/>
              </a:rPr>
              <a:t>Crystalline Imperfections</a:t>
            </a:r>
          </a:p>
        </p:txBody>
      </p:sp>
      <p:sp>
        <p:nvSpPr>
          <p:cNvPr id="67587" name="Rectangle 3">
            <a:extLst>
              <a:ext uri="{FF2B5EF4-FFF2-40B4-BE49-F238E27FC236}">
                <a16:creationId xmlns:a16="http://schemas.microsoft.com/office/drawing/2014/main" id="{FB75B627-24AF-463A-AA54-A7B690E3EEDD}"/>
              </a:ext>
            </a:extLst>
          </p:cNvPr>
          <p:cNvSpPr>
            <a:spLocks noChangeArrowheads="1"/>
          </p:cNvSpPr>
          <p:nvPr/>
        </p:nvSpPr>
        <p:spPr bwMode="auto">
          <a:xfrm>
            <a:off x="228600" y="1143000"/>
            <a:ext cx="86868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a:t>The second type of point defect is a </a:t>
            </a:r>
            <a:r>
              <a:rPr lang="en-US" altLang="en-US" sz="2400" b="1"/>
              <a:t>self-interstitia</a:t>
            </a:r>
            <a:r>
              <a:rPr lang="en-US" altLang="en-US" sz="2400"/>
              <a:t>l </a:t>
            </a:r>
            <a:r>
              <a:rPr lang="en-US" altLang="en-US" sz="2400" b="1"/>
              <a:t>atom (SIA).</a:t>
            </a:r>
          </a:p>
          <a:p>
            <a:r>
              <a:rPr lang="en-US" altLang="en-US" sz="2400"/>
              <a:t>A SIA is an atom, which has moved off a regular atomic site into an interstitial site.  </a:t>
            </a:r>
          </a:p>
          <a:p>
            <a:r>
              <a:rPr lang="en-US" altLang="en-US" sz="2400"/>
              <a:t>The atom represents the material, e.g., Fe in steel, therefore “self-interstitial”, as opposed to an </a:t>
            </a:r>
            <a:r>
              <a:rPr lang="en-US" altLang="en-US" sz="2400" b="1"/>
              <a:t>impurity-interstitial</a:t>
            </a:r>
            <a:r>
              <a:rPr lang="en-US" altLang="en-US" sz="2400"/>
              <a:t> (Oxygen in steel) or </a:t>
            </a:r>
            <a:r>
              <a:rPr lang="en-US" altLang="en-US" sz="2400" b="1"/>
              <a:t>solute-interstitia</a:t>
            </a:r>
            <a:r>
              <a:rPr lang="en-US" altLang="en-US" sz="2400"/>
              <a:t>l (Carbon in steel).</a:t>
            </a:r>
          </a:p>
          <a:p>
            <a:r>
              <a:rPr lang="en-US" altLang="en-US" sz="2400"/>
              <a:t>The SIA is usually </a:t>
            </a:r>
            <a:r>
              <a:rPr lang="en-US" altLang="en-US" sz="2400" b="1"/>
              <a:t>energetically unstable</a:t>
            </a:r>
            <a:r>
              <a:rPr lang="en-US" altLang="en-US" sz="2400"/>
              <a:t> , since the atom prefers to be in its normal lattice position.</a:t>
            </a:r>
          </a:p>
          <a:p>
            <a:r>
              <a:rPr lang="en-US" altLang="en-US" sz="2400"/>
              <a:t>Impurity atoms can be purposely introduced to modify the properties of the  crystal.  These impurity atoms are called “dopants”.</a:t>
            </a:r>
          </a:p>
        </p:txBody>
      </p:sp>
    </p:spTree>
  </p:cSld>
  <p:clrMapOvr>
    <a:masterClrMapping/>
  </p:clrMapOvr>
  <p:transition>
    <p:pull dir="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83F9E5E1-D971-42C0-804F-D5B388C500EA}"/>
              </a:ext>
            </a:extLst>
          </p:cNvPr>
          <p:cNvSpPr>
            <a:spLocks noGrp="1" noChangeArrowheads="1"/>
          </p:cNvSpPr>
          <p:nvPr>
            <p:ph type="title"/>
          </p:nvPr>
        </p:nvSpPr>
        <p:spPr>
          <a:xfrm>
            <a:off x="685800" y="114300"/>
            <a:ext cx="7772400" cy="571500"/>
          </a:xfrm>
          <a:solidFill>
            <a:schemeClr val="bg1"/>
          </a:solidFill>
          <a:ln>
            <a:solidFill>
              <a:schemeClr val="bg1"/>
            </a:solidFill>
            <a:miter lim="800000"/>
            <a:headEnd/>
            <a:tailEnd/>
          </a:ln>
        </p:spPr>
        <p:txBody>
          <a:bodyPr/>
          <a:lstStyle/>
          <a:p>
            <a:r>
              <a:rPr lang="en-US" altLang="en-US" sz="3200">
                <a:solidFill>
                  <a:schemeClr val="tx1"/>
                </a:solidFill>
                <a:latin typeface="Calibri" panose="020F0502020204030204" pitchFamily="34" charset="0"/>
              </a:rPr>
              <a:t>Crystalline Imperfections</a:t>
            </a:r>
          </a:p>
        </p:txBody>
      </p:sp>
      <p:sp>
        <p:nvSpPr>
          <p:cNvPr id="69635" name="Rectangle 3">
            <a:extLst>
              <a:ext uri="{FF2B5EF4-FFF2-40B4-BE49-F238E27FC236}">
                <a16:creationId xmlns:a16="http://schemas.microsoft.com/office/drawing/2014/main" id="{7E8E94C0-638C-4EFB-A0B5-4263545776FD}"/>
              </a:ext>
            </a:extLst>
          </p:cNvPr>
          <p:cNvSpPr>
            <a:spLocks noChangeArrowheads="1"/>
          </p:cNvSpPr>
          <p:nvPr/>
        </p:nvSpPr>
        <p:spPr bwMode="auto">
          <a:xfrm>
            <a:off x="228600" y="1143000"/>
            <a:ext cx="86868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r>
              <a:rPr lang="en-US" altLang="en-US" sz="2400" dirty="0"/>
              <a:t>In ionic crystals, point defects are more complicated because the lattice must maintain charge neutrality.</a:t>
            </a:r>
          </a:p>
          <a:p>
            <a:endParaRPr lang="en-US" altLang="en-US" sz="2400" dirty="0"/>
          </a:p>
          <a:p>
            <a:r>
              <a:rPr lang="en-US" altLang="en-US" sz="2400" dirty="0"/>
              <a:t>When two oppositely charged ions are missing from an ionic crystal, a cation-anion divacancy is created, called a “Schottky” imperfection.</a:t>
            </a:r>
          </a:p>
          <a:p>
            <a:endParaRPr lang="en-US" altLang="en-US" sz="2400" dirty="0"/>
          </a:p>
          <a:p>
            <a:r>
              <a:rPr lang="en-US" altLang="en-US" sz="2400" dirty="0"/>
              <a:t>When a cation moves out of place next to another cation, a cation vacancy is produced, called a “Frenkel” imperfection.</a:t>
            </a:r>
          </a:p>
          <a:p>
            <a:pPr>
              <a:buFontTx/>
              <a:buNone/>
            </a:pPr>
            <a:endParaRPr lang="en-US" altLang="en-US" sz="2400" dirty="0"/>
          </a:p>
          <a:p>
            <a:pPr>
              <a:buFontTx/>
              <a:buNone/>
            </a:pPr>
            <a:r>
              <a:rPr lang="en-US" altLang="en-US" sz="2400" dirty="0"/>
              <a:t>Cation: Positively charged ion</a:t>
            </a:r>
          </a:p>
          <a:p>
            <a:pPr>
              <a:buFontTx/>
              <a:buNone/>
            </a:pPr>
            <a:r>
              <a:rPr lang="en-US" altLang="en-US" sz="2400" dirty="0"/>
              <a:t>Anion: Negatively charged ion</a:t>
            </a:r>
          </a:p>
        </p:txBody>
      </p:sp>
    </p:spTree>
  </p:cSld>
  <p:clrMapOvr>
    <a:masterClrMapping/>
  </p:clrMapOvr>
  <p:transition>
    <p:pull dir="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984AF2AD-EE6F-4DAD-8F55-955CBA539117}"/>
              </a:ext>
            </a:extLst>
          </p:cNvPr>
          <p:cNvSpPr>
            <a:spLocks noGrp="1" noChangeArrowheads="1"/>
          </p:cNvSpPr>
          <p:nvPr>
            <p:ph type="title"/>
          </p:nvPr>
        </p:nvSpPr>
        <p:spPr>
          <a:xfrm>
            <a:off x="685800" y="114300"/>
            <a:ext cx="7772400" cy="342900"/>
          </a:xfrm>
          <a:solidFill>
            <a:schemeClr val="bg1"/>
          </a:solidFill>
          <a:ln>
            <a:solidFill>
              <a:schemeClr val="bg1"/>
            </a:solidFill>
            <a:miter lim="800000"/>
            <a:headEnd/>
            <a:tailEnd/>
          </a:ln>
        </p:spPr>
        <p:txBody>
          <a:bodyPr/>
          <a:lstStyle/>
          <a:p>
            <a:r>
              <a:rPr lang="en-US" altLang="en-US" sz="3200">
                <a:solidFill>
                  <a:schemeClr val="tx1"/>
                </a:solidFill>
                <a:latin typeface="Calibri" panose="020F0502020204030204" pitchFamily="34" charset="0"/>
              </a:rPr>
              <a:t>Point Defects</a:t>
            </a:r>
          </a:p>
        </p:txBody>
      </p:sp>
      <p:sp>
        <p:nvSpPr>
          <p:cNvPr id="71683" name="Rectangle 3">
            <a:extLst>
              <a:ext uri="{FF2B5EF4-FFF2-40B4-BE49-F238E27FC236}">
                <a16:creationId xmlns:a16="http://schemas.microsoft.com/office/drawing/2014/main" id="{3FFFD910-1966-47DE-8DFB-E3D301C97162}"/>
              </a:ext>
            </a:extLst>
          </p:cNvPr>
          <p:cNvSpPr>
            <a:spLocks noChangeArrowheads="1"/>
          </p:cNvSpPr>
          <p:nvPr/>
        </p:nvSpPr>
        <p:spPr bwMode="auto">
          <a:xfrm>
            <a:off x="0" y="5867400"/>
            <a:ext cx="9144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buFontTx/>
              <a:buNone/>
            </a:pPr>
            <a:r>
              <a:rPr lang="en-US" altLang="en-US" sz="2400">
                <a:solidFill>
                  <a:schemeClr val="tx2"/>
                </a:solidFill>
              </a:rPr>
              <a:t>Point Defects: a) vacancy, b) interstitial, c) small substitutional, d) large substitutional, e) Frenkel defect and f) Schottky defect.</a:t>
            </a:r>
          </a:p>
          <a:p>
            <a:endParaRPr lang="en-US" altLang="en-US" sz="2400">
              <a:solidFill>
                <a:schemeClr val="tx2"/>
              </a:solidFill>
            </a:endParaRPr>
          </a:p>
        </p:txBody>
      </p:sp>
      <p:pic>
        <p:nvPicPr>
          <p:cNvPr id="71684" name="Picture 4" descr="Fig 4-1">
            <a:extLst>
              <a:ext uri="{FF2B5EF4-FFF2-40B4-BE49-F238E27FC236}">
                <a16:creationId xmlns:a16="http://schemas.microsoft.com/office/drawing/2014/main" id="{5E991764-4570-4C2A-95FA-90355B40DC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641350"/>
            <a:ext cx="7315200" cy="51450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a:extLst>
              <a:ext uri="{FF2B5EF4-FFF2-40B4-BE49-F238E27FC236}">
                <a16:creationId xmlns:a16="http://schemas.microsoft.com/office/drawing/2014/main" id="{D16CB408-28EC-4594-8F1E-FE4938A72B96}"/>
              </a:ext>
            </a:extLst>
          </p:cNvPr>
          <p:cNvSpPr txBox="1">
            <a:spLocks noChangeArrowheads="1"/>
          </p:cNvSpPr>
          <p:nvPr/>
        </p:nvSpPr>
        <p:spPr bwMode="auto">
          <a:xfrm>
            <a:off x="304800" y="3378937"/>
            <a:ext cx="86868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400" dirty="0">
                <a:latin typeface="Times New Roman" panose="02020603050405020304" pitchFamily="18" charset="0"/>
              </a:rPr>
              <a:t>Where:</a:t>
            </a:r>
          </a:p>
          <a:p>
            <a:pPr eaLnBrk="0" hangingPunct="0"/>
            <a:r>
              <a:rPr lang="en-US" altLang="en-US" sz="2400" dirty="0">
                <a:latin typeface="Times New Roman" panose="02020603050405020304" pitchFamily="18" charset="0"/>
              </a:rPr>
              <a:t>	C = a pre-exponential constant</a:t>
            </a:r>
          </a:p>
          <a:p>
            <a:pPr eaLnBrk="0" hangingPunct="0"/>
            <a:r>
              <a:rPr lang="en-US" altLang="en-US" sz="2400" dirty="0">
                <a:latin typeface="Times New Roman" panose="02020603050405020304" pitchFamily="18" charset="0"/>
              </a:rPr>
              <a:t>	</a:t>
            </a:r>
            <a:r>
              <a:rPr lang="en-US" altLang="en-US" sz="2400" dirty="0" err="1">
                <a:latin typeface="Times New Roman" panose="02020603050405020304" pitchFamily="18" charset="0"/>
              </a:rPr>
              <a:t>Ev</a:t>
            </a:r>
            <a:r>
              <a:rPr lang="en-US" altLang="en-US" sz="2400" dirty="0">
                <a:latin typeface="Times New Roman" panose="02020603050405020304" pitchFamily="18" charset="0"/>
              </a:rPr>
              <a:t> = the energy to form a single vacancy</a:t>
            </a:r>
          </a:p>
          <a:p>
            <a:pPr eaLnBrk="0" hangingPunct="0"/>
            <a:r>
              <a:rPr lang="en-US" altLang="en-US" sz="2400" dirty="0">
                <a:latin typeface="Times New Roman" panose="02020603050405020304" pitchFamily="18" charset="0"/>
              </a:rPr>
              <a:t>	k = Boltzmann’s constant (8.62 *10</a:t>
            </a:r>
            <a:r>
              <a:rPr lang="en-US" altLang="en-US" sz="2400" baseline="30000" dirty="0">
                <a:latin typeface="Times New Roman" panose="02020603050405020304" pitchFamily="18" charset="0"/>
              </a:rPr>
              <a:t>-5</a:t>
            </a:r>
            <a:r>
              <a:rPr lang="en-US" altLang="en-US" sz="2400" dirty="0">
                <a:latin typeface="Times New Roman" panose="02020603050405020304" pitchFamily="18" charset="0"/>
              </a:rPr>
              <a:t>eV/K) or</a:t>
            </a:r>
          </a:p>
          <a:p>
            <a:pPr eaLnBrk="0" hangingPunct="0"/>
            <a:r>
              <a:rPr lang="en-US" altLang="en-US" sz="2400" dirty="0">
                <a:latin typeface="Times New Roman" panose="02020603050405020304" pitchFamily="18" charset="0"/>
              </a:rPr>
              <a:t>				      (13.8*10</a:t>
            </a:r>
            <a:r>
              <a:rPr lang="en-US" altLang="en-US" sz="2400" baseline="30000" dirty="0">
                <a:latin typeface="Times New Roman" panose="02020603050405020304" pitchFamily="18" charset="0"/>
              </a:rPr>
              <a:t>-24</a:t>
            </a:r>
            <a:r>
              <a:rPr lang="en-US" altLang="en-US" sz="2400" dirty="0">
                <a:latin typeface="Times New Roman" panose="02020603050405020304" pitchFamily="18" charset="0"/>
              </a:rPr>
              <a:t> J/K)</a:t>
            </a:r>
          </a:p>
          <a:p>
            <a:pPr eaLnBrk="0" hangingPunct="0"/>
            <a:r>
              <a:rPr lang="en-US" altLang="en-US" sz="2400" dirty="0">
                <a:latin typeface="Times New Roman" panose="02020603050405020304" pitchFamily="18" charset="0"/>
              </a:rPr>
              <a:t>	T = temperature (in absolute degrees, i.e. Kelvin or Rankine)</a:t>
            </a:r>
          </a:p>
          <a:p>
            <a:pPr eaLnBrk="0" hangingPunct="0"/>
            <a:endParaRPr lang="en-US" altLang="en-US" sz="2400" dirty="0">
              <a:latin typeface="Times New Roman" panose="02020603050405020304" pitchFamily="18" charset="0"/>
            </a:endParaRPr>
          </a:p>
          <a:p>
            <a:pPr eaLnBrk="0" hangingPunct="0"/>
            <a:r>
              <a:rPr lang="en-US" altLang="en-US" sz="2400" dirty="0">
                <a:latin typeface="Times New Roman" panose="02020603050405020304" pitchFamily="18" charset="0"/>
              </a:rPr>
              <a:t>This equation can be linearized by taking the natural logarithm of each side.</a:t>
            </a:r>
            <a:endParaRPr lang="en-US" altLang="en-US" sz="2400" b="1" dirty="0">
              <a:solidFill>
                <a:schemeClr val="accent1"/>
              </a:solidFill>
              <a:latin typeface="Times New Roman" panose="02020603050405020304" pitchFamily="18" charset="0"/>
            </a:endParaRPr>
          </a:p>
        </p:txBody>
      </p:sp>
      <p:graphicFrame>
        <p:nvGraphicFramePr>
          <p:cNvPr id="73731" name="Object 3">
            <a:extLst>
              <a:ext uri="{FF2B5EF4-FFF2-40B4-BE49-F238E27FC236}">
                <a16:creationId xmlns:a16="http://schemas.microsoft.com/office/drawing/2014/main" id="{415DC13E-E274-4685-883B-C8E9CB3FC7EC}"/>
              </a:ext>
            </a:extLst>
          </p:cNvPr>
          <p:cNvGraphicFramePr>
            <a:graphicFrameLocks noChangeAspect="1"/>
          </p:cNvGraphicFramePr>
          <p:nvPr>
            <p:extLst>
              <p:ext uri="{D42A27DB-BD31-4B8C-83A1-F6EECF244321}">
                <p14:modId xmlns:p14="http://schemas.microsoft.com/office/powerpoint/2010/main" val="3479687224"/>
              </p:ext>
            </p:extLst>
          </p:nvPr>
        </p:nvGraphicFramePr>
        <p:xfrm>
          <a:off x="2590800" y="2121693"/>
          <a:ext cx="3302000" cy="1154113"/>
        </p:xfrm>
        <a:graphic>
          <a:graphicData uri="http://schemas.openxmlformats.org/presentationml/2006/ole">
            <mc:AlternateContent xmlns:mc="http://schemas.openxmlformats.org/markup-compatibility/2006">
              <mc:Choice xmlns:v="urn:schemas-microsoft-com:vml" Requires="v">
                <p:oleObj spid="_x0000_s4098" name="Equation" r:id="rId4" imgW="1269720" imgH="444240" progId="Equation.3">
                  <p:embed/>
                </p:oleObj>
              </mc:Choice>
              <mc:Fallback>
                <p:oleObj name="Equation" r:id="rId4" imgW="1269720" imgH="444240" progId="Equation.3">
                  <p:embed/>
                  <p:pic>
                    <p:nvPicPr>
                      <p:cNvPr id="73731" name="Object 3">
                        <a:extLst>
                          <a:ext uri="{FF2B5EF4-FFF2-40B4-BE49-F238E27FC236}">
                            <a16:creationId xmlns:a16="http://schemas.microsoft.com/office/drawing/2014/main" id="{415DC13E-E274-4685-883B-C8E9CB3FC7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2121693"/>
                        <a:ext cx="3302000" cy="115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732" name="Text Box 4">
            <a:extLst>
              <a:ext uri="{FF2B5EF4-FFF2-40B4-BE49-F238E27FC236}">
                <a16:creationId xmlns:a16="http://schemas.microsoft.com/office/drawing/2014/main" id="{00FF8E03-BBCE-49BF-AFEB-E45148A3E4D3}"/>
              </a:ext>
            </a:extLst>
          </p:cNvPr>
          <p:cNvSpPr txBox="1">
            <a:spLocks noChangeArrowheads="1"/>
          </p:cNvSpPr>
          <p:nvPr/>
        </p:nvSpPr>
        <p:spPr bwMode="auto">
          <a:xfrm>
            <a:off x="685800" y="838200"/>
            <a:ext cx="79248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400">
                <a:latin typeface="Times New Roman" panose="02020603050405020304" pitchFamily="18" charset="0"/>
              </a:rPr>
              <a:t>Vacancies and interstitial increase their concentration in materials </a:t>
            </a:r>
            <a:r>
              <a:rPr lang="en-US" altLang="en-US" sz="2400" b="1">
                <a:latin typeface="Times New Roman" panose="02020603050405020304" pitchFamily="18" charset="0"/>
              </a:rPr>
              <a:t>exponentially</a:t>
            </a:r>
            <a:r>
              <a:rPr lang="en-US" altLang="en-US" sz="2400">
                <a:latin typeface="Times New Roman" panose="02020603050405020304" pitchFamily="18" charset="0"/>
              </a:rPr>
              <a:t> with temperature and obey the </a:t>
            </a:r>
            <a:r>
              <a:rPr lang="en-US" altLang="en-US" sz="2400" b="1">
                <a:latin typeface="Times New Roman" panose="02020603050405020304" pitchFamily="18" charset="0"/>
              </a:rPr>
              <a:t>Arrenhius equation</a:t>
            </a:r>
            <a:r>
              <a:rPr lang="en-US" altLang="en-US" sz="2400">
                <a:latin typeface="Times New Roman" panose="02020603050405020304" pitchFamily="18" charset="0"/>
              </a:rPr>
              <a:t>, for vacancies given as,</a:t>
            </a:r>
          </a:p>
        </p:txBody>
      </p:sp>
      <p:sp>
        <p:nvSpPr>
          <p:cNvPr id="73733" name="Rectangle 5">
            <a:extLst>
              <a:ext uri="{FF2B5EF4-FFF2-40B4-BE49-F238E27FC236}">
                <a16:creationId xmlns:a16="http://schemas.microsoft.com/office/drawing/2014/main" id="{63B41052-E75C-4235-8CAF-74DE06B13E04}"/>
              </a:ext>
            </a:extLst>
          </p:cNvPr>
          <p:cNvSpPr>
            <a:spLocks noGrp="1" noChangeArrowheads="1"/>
          </p:cNvSpPr>
          <p:nvPr>
            <p:ph type="title"/>
          </p:nvPr>
        </p:nvSpPr>
        <p:spPr>
          <a:xfrm>
            <a:off x="685800" y="114300"/>
            <a:ext cx="7772400" cy="571500"/>
          </a:xfrm>
          <a:solidFill>
            <a:schemeClr val="bg1"/>
          </a:solidFill>
          <a:ln>
            <a:solidFill>
              <a:schemeClr val="bg1"/>
            </a:solidFill>
            <a:miter lim="800000"/>
            <a:headEnd/>
            <a:tailEnd/>
          </a:ln>
        </p:spPr>
        <p:txBody>
          <a:bodyPr/>
          <a:lstStyle/>
          <a:p>
            <a:r>
              <a:rPr lang="en-US" altLang="en-US" sz="3200">
                <a:solidFill>
                  <a:schemeClr val="tx1"/>
                </a:solidFill>
                <a:latin typeface="Calibri" panose="020F0502020204030204" pitchFamily="34" charset="0"/>
              </a:rPr>
              <a:t>Point Defects</a:t>
            </a:r>
          </a:p>
        </p:txBody>
      </p:sp>
    </p:spTree>
  </p:cSld>
  <p:clrMapOvr>
    <a:masterClrMapping/>
  </p:clrMapOvr>
  <p:transition>
    <p:pull dir="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875" name="Object 3">
            <a:extLst>
              <a:ext uri="{FF2B5EF4-FFF2-40B4-BE49-F238E27FC236}">
                <a16:creationId xmlns:a16="http://schemas.microsoft.com/office/drawing/2014/main" id="{93A964DA-D424-4FC8-A0AE-0B968B4C3B76}"/>
              </a:ext>
            </a:extLst>
          </p:cNvPr>
          <p:cNvGraphicFramePr>
            <a:graphicFrameLocks noChangeAspect="1"/>
          </p:cNvGraphicFramePr>
          <p:nvPr/>
        </p:nvGraphicFramePr>
        <p:xfrm>
          <a:off x="1900238" y="1981200"/>
          <a:ext cx="4491037" cy="1252538"/>
        </p:xfrm>
        <a:graphic>
          <a:graphicData uri="http://schemas.openxmlformats.org/presentationml/2006/ole">
            <mc:AlternateContent xmlns:mc="http://schemas.openxmlformats.org/markup-compatibility/2006">
              <mc:Choice xmlns:v="urn:schemas-microsoft-com:vml" Requires="v">
                <p:oleObj spid="_x0000_s5122" name="Equation" r:id="rId4" imgW="1726920" imgH="482400" progId="Equation.3">
                  <p:embed/>
                </p:oleObj>
              </mc:Choice>
              <mc:Fallback>
                <p:oleObj name="Equation" r:id="rId4" imgW="1726920" imgH="482400" progId="Equation.3">
                  <p:embed/>
                  <p:pic>
                    <p:nvPicPr>
                      <p:cNvPr id="79875" name="Object 3">
                        <a:extLst>
                          <a:ext uri="{FF2B5EF4-FFF2-40B4-BE49-F238E27FC236}">
                            <a16:creationId xmlns:a16="http://schemas.microsoft.com/office/drawing/2014/main" id="{93A964DA-D424-4FC8-A0AE-0B968B4C3B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0238" y="1981200"/>
                        <a:ext cx="4491037" cy="125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876" name="Text Box 4">
            <a:extLst>
              <a:ext uri="{FF2B5EF4-FFF2-40B4-BE49-F238E27FC236}">
                <a16:creationId xmlns:a16="http://schemas.microsoft.com/office/drawing/2014/main" id="{0840D76F-E2AF-4D48-AD2F-0DF88792AC6F}"/>
              </a:ext>
            </a:extLst>
          </p:cNvPr>
          <p:cNvSpPr txBox="1">
            <a:spLocks noChangeArrowheads="1"/>
          </p:cNvSpPr>
          <p:nvPr/>
        </p:nvSpPr>
        <p:spPr bwMode="auto">
          <a:xfrm>
            <a:off x="685800" y="1066800"/>
            <a:ext cx="7924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400"/>
              <a:t>This equation can be linearized by taking the natural logarithm of each side.</a:t>
            </a:r>
          </a:p>
        </p:txBody>
      </p:sp>
      <p:sp>
        <p:nvSpPr>
          <p:cNvPr id="79877" name="Rectangle 5">
            <a:extLst>
              <a:ext uri="{FF2B5EF4-FFF2-40B4-BE49-F238E27FC236}">
                <a16:creationId xmlns:a16="http://schemas.microsoft.com/office/drawing/2014/main" id="{0206647B-3718-43BD-8CD8-0EB6CCF1CC05}"/>
              </a:ext>
            </a:extLst>
          </p:cNvPr>
          <p:cNvSpPr>
            <a:spLocks noGrp="1" noChangeArrowheads="1"/>
          </p:cNvSpPr>
          <p:nvPr>
            <p:ph type="title"/>
          </p:nvPr>
        </p:nvSpPr>
        <p:spPr>
          <a:xfrm>
            <a:off x="685800" y="114300"/>
            <a:ext cx="7772400" cy="571500"/>
          </a:xfrm>
          <a:solidFill>
            <a:schemeClr val="bg1"/>
          </a:solidFill>
          <a:ln>
            <a:solidFill>
              <a:schemeClr val="bg1"/>
            </a:solidFill>
            <a:miter lim="800000"/>
            <a:headEnd/>
            <a:tailEnd/>
          </a:ln>
        </p:spPr>
        <p:txBody>
          <a:bodyPr/>
          <a:lstStyle/>
          <a:p>
            <a:r>
              <a:rPr lang="en-US" altLang="en-US" sz="3200">
                <a:solidFill>
                  <a:schemeClr val="tx1"/>
                </a:solidFill>
                <a:latin typeface="Calibri" panose="020F0502020204030204" pitchFamily="34" charset="0"/>
              </a:rPr>
              <a:t>Point Defects</a:t>
            </a:r>
          </a:p>
        </p:txBody>
      </p:sp>
    </p:spTree>
  </p:cSld>
  <p:clrMapOvr>
    <a:masterClrMapping/>
  </p:clrMapOvr>
  <p:transition>
    <p:pull dir="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a:extLst>
              <a:ext uri="{FF2B5EF4-FFF2-40B4-BE49-F238E27FC236}">
                <a16:creationId xmlns:a16="http://schemas.microsoft.com/office/drawing/2014/main" id="{69C67070-611E-4401-BC15-AF4863311667}"/>
              </a:ext>
            </a:extLst>
          </p:cNvPr>
          <p:cNvSpPr>
            <a:spLocks noGrp="1" noChangeArrowheads="1"/>
          </p:cNvSpPr>
          <p:nvPr>
            <p:ph type="title"/>
          </p:nvPr>
        </p:nvSpPr>
        <p:spPr>
          <a:xfrm>
            <a:off x="685800" y="114300"/>
            <a:ext cx="7772400" cy="571500"/>
          </a:xfrm>
          <a:solidFill>
            <a:schemeClr val="bg1"/>
          </a:solidFill>
          <a:ln>
            <a:solidFill>
              <a:schemeClr val="bg1"/>
            </a:solidFill>
            <a:miter lim="800000"/>
            <a:headEnd/>
            <a:tailEnd/>
          </a:ln>
        </p:spPr>
        <p:txBody>
          <a:bodyPr/>
          <a:lstStyle/>
          <a:p>
            <a:r>
              <a:rPr lang="en-US" altLang="en-US" sz="3200">
                <a:solidFill>
                  <a:schemeClr val="tx1"/>
                </a:solidFill>
                <a:latin typeface="Calibri" panose="020F0502020204030204" pitchFamily="34" charset="0"/>
              </a:rPr>
              <a:t>Point Defects</a:t>
            </a:r>
          </a:p>
        </p:txBody>
      </p:sp>
      <p:grpSp>
        <p:nvGrpSpPr>
          <p:cNvPr id="81932" name="Group 12">
            <a:extLst>
              <a:ext uri="{FF2B5EF4-FFF2-40B4-BE49-F238E27FC236}">
                <a16:creationId xmlns:a16="http://schemas.microsoft.com/office/drawing/2014/main" id="{54467B87-DCAF-413A-BEEE-5C2E4F9D4BCC}"/>
              </a:ext>
            </a:extLst>
          </p:cNvPr>
          <p:cNvGrpSpPr>
            <a:grpSpLocks/>
          </p:cNvGrpSpPr>
          <p:nvPr/>
        </p:nvGrpSpPr>
        <p:grpSpPr bwMode="auto">
          <a:xfrm>
            <a:off x="304800" y="1143000"/>
            <a:ext cx="8610600" cy="4781550"/>
            <a:chOff x="336" y="960"/>
            <a:chExt cx="5088" cy="2772"/>
          </a:xfrm>
        </p:grpSpPr>
        <p:graphicFrame>
          <p:nvGraphicFramePr>
            <p:cNvPr id="81927" name="Object 7">
              <a:extLst>
                <a:ext uri="{FF2B5EF4-FFF2-40B4-BE49-F238E27FC236}">
                  <a16:creationId xmlns:a16="http://schemas.microsoft.com/office/drawing/2014/main" id="{0D3257FD-4D2C-4017-9B12-725A8EC15E14}"/>
                </a:ext>
              </a:extLst>
            </p:cNvPr>
            <p:cNvGraphicFramePr>
              <a:graphicFrameLocks noChangeAspect="1"/>
            </p:cNvGraphicFramePr>
            <p:nvPr/>
          </p:nvGraphicFramePr>
          <p:xfrm>
            <a:off x="336" y="960"/>
            <a:ext cx="5088" cy="2772"/>
          </p:xfrm>
          <a:graphic>
            <a:graphicData uri="http://schemas.openxmlformats.org/presentationml/2006/ole">
              <mc:AlternateContent xmlns:mc="http://schemas.openxmlformats.org/markup-compatibility/2006">
                <mc:Choice xmlns:v="urn:schemas-microsoft-com:vml" Requires="v">
                  <p:oleObj spid="_x0000_s6146" name="Chart" r:id="rId4" imgW="4667098" imgH="2543251" progId="Excel.Chart.8">
                    <p:embed/>
                  </p:oleObj>
                </mc:Choice>
                <mc:Fallback>
                  <p:oleObj name="Chart" r:id="rId4" imgW="4667098" imgH="2543251" progId="Excel.Chart.8">
                    <p:embed/>
                    <p:pic>
                      <p:nvPicPr>
                        <p:cNvPr id="81927" name="Object 7">
                          <a:extLst>
                            <a:ext uri="{FF2B5EF4-FFF2-40B4-BE49-F238E27FC236}">
                              <a16:creationId xmlns:a16="http://schemas.microsoft.com/office/drawing/2014/main" id="{0D3257FD-4D2C-4017-9B12-725A8EC15E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 y="960"/>
                          <a:ext cx="5088" cy="2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26" name="Line 6">
              <a:extLst>
                <a:ext uri="{FF2B5EF4-FFF2-40B4-BE49-F238E27FC236}">
                  <a16:creationId xmlns:a16="http://schemas.microsoft.com/office/drawing/2014/main" id="{CD58B1D4-D66D-477F-8BE9-C6941A06416D}"/>
                </a:ext>
              </a:extLst>
            </p:cNvPr>
            <p:cNvSpPr>
              <a:spLocks noChangeShapeType="1"/>
            </p:cNvSpPr>
            <p:nvPr/>
          </p:nvSpPr>
          <p:spPr bwMode="auto">
            <a:xfrm>
              <a:off x="3102" y="2304"/>
              <a:ext cx="0" cy="672"/>
            </a:xfrm>
            <a:prstGeom prst="line">
              <a:avLst/>
            </a:prstGeom>
            <a:noFill/>
            <a:ln w="158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1928" name="Line 8">
              <a:extLst>
                <a:ext uri="{FF2B5EF4-FFF2-40B4-BE49-F238E27FC236}">
                  <a16:creationId xmlns:a16="http://schemas.microsoft.com/office/drawing/2014/main" id="{F1890EC3-1C58-4800-B779-78C9CFEC1EF9}"/>
                </a:ext>
              </a:extLst>
            </p:cNvPr>
            <p:cNvSpPr>
              <a:spLocks noChangeShapeType="1"/>
            </p:cNvSpPr>
            <p:nvPr/>
          </p:nvSpPr>
          <p:spPr bwMode="auto">
            <a:xfrm flipH="1">
              <a:off x="1104" y="2325"/>
              <a:ext cx="2016" cy="0"/>
            </a:xfrm>
            <a:prstGeom prst="line">
              <a:avLst/>
            </a:prstGeom>
            <a:noFill/>
            <a:ln w="158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1929" name="Line 9">
              <a:extLst>
                <a:ext uri="{FF2B5EF4-FFF2-40B4-BE49-F238E27FC236}">
                  <a16:creationId xmlns:a16="http://schemas.microsoft.com/office/drawing/2014/main" id="{9C8D7AFD-C258-4018-A247-1F14F66180B9}"/>
                </a:ext>
              </a:extLst>
            </p:cNvPr>
            <p:cNvSpPr>
              <a:spLocks noChangeShapeType="1"/>
            </p:cNvSpPr>
            <p:nvPr/>
          </p:nvSpPr>
          <p:spPr bwMode="auto">
            <a:xfrm>
              <a:off x="1872" y="1968"/>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1930" name="Line 10">
              <a:extLst>
                <a:ext uri="{FF2B5EF4-FFF2-40B4-BE49-F238E27FC236}">
                  <a16:creationId xmlns:a16="http://schemas.microsoft.com/office/drawing/2014/main" id="{493ED3DA-FC37-4FB3-BD05-4C5B5F9FADE9}"/>
                </a:ext>
              </a:extLst>
            </p:cNvPr>
            <p:cNvSpPr>
              <a:spLocks noChangeShapeType="1"/>
            </p:cNvSpPr>
            <p:nvPr/>
          </p:nvSpPr>
          <p:spPr bwMode="auto">
            <a:xfrm>
              <a:off x="2592" y="196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81931" name="Text Box 11">
              <a:extLst>
                <a:ext uri="{FF2B5EF4-FFF2-40B4-BE49-F238E27FC236}">
                  <a16:creationId xmlns:a16="http://schemas.microsoft.com/office/drawing/2014/main" id="{4065B108-1DF2-4714-AEDB-6A7665471136}"/>
                </a:ext>
              </a:extLst>
            </p:cNvPr>
            <p:cNvSpPr txBox="1">
              <a:spLocks noChangeArrowheads="1"/>
            </p:cNvSpPr>
            <p:nvPr/>
          </p:nvSpPr>
          <p:spPr bwMode="auto">
            <a:xfrm>
              <a:off x="2688" y="1824"/>
              <a:ext cx="1152"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latin typeface="Calibri" panose="020F0502020204030204" pitchFamily="34" charset="0"/>
                </a:rPr>
                <a:t>Slope = E</a:t>
              </a:r>
              <a:r>
                <a:rPr lang="en-US" altLang="en-US" sz="2400" baseline="-25000">
                  <a:latin typeface="Calibri" panose="020F0502020204030204" pitchFamily="34" charset="0"/>
                </a:rPr>
                <a:t>v</a:t>
              </a:r>
              <a:r>
                <a:rPr lang="en-US" altLang="en-US" sz="2400">
                  <a:latin typeface="Calibri" panose="020F0502020204030204" pitchFamily="34" charset="0"/>
                </a:rPr>
                <a:t> / K</a:t>
              </a:r>
            </a:p>
          </p:txBody>
        </p:sp>
      </p:grpSp>
    </p:spTree>
  </p:cSld>
  <p:clrMapOvr>
    <a:masterClrMapping/>
  </p:clrMapOvr>
  <p:transition>
    <p:pull dir="ru"/>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4C6F68AD99C264E92B7A45A5C160D07" ma:contentTypeVersion="18" ma:contentTypeDescription="Create a new document." ma:contentTypeScope="" ma:versionID="9008ed0921099fe21e04bfddb6f1d277">
  <xsd:schema xmlns:xsd="http://www.w3.org/2001/XMLSchema" xmlns:xs="http://www.w3.org/2001/XMLSchema" xmlns:p="http://schemas.microsoft.com/office/2006/metadata/properties" xmlns:ns3="28b51251-b8e9-485d-b231-8785e1678778" xmlns:ns4="6b03e0f9-fb11-4730-b1f8-958acc0b9643" targetNamespace="http://schemas.microsoft.com/office/2006/metadata/properties" ma:root="true" ma:fieldsID="be832426ee3933c746d2eadb577693fd" ns3:_="" ns4:_="">
    <xsd:import namespace="28b51251-b8e9-485d-b231-8785e1678778"/>
    <xsd:import namespace="6b03e0f9-fb11-4730-b1f8-958acc0b9643"/>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MediaServiceLocation"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b51251-b8e9-485d-b231-8785e16787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b03e0f9-fb11-4730-b1f8-958acc0b964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28b51251-b8e9-485d-b231-8785e1678778" xsi:nil="true"/>
  </documentManagement>
</p:properties>
</file>

<file path=customXml/itemProps1.xml><?xml version="1.0" encoding="utf-8"?>
<ds:datastoreItem xmlns:ds="http://schemas.openxmlformats.org/officeDocument/2006/customXml" ds:itemID="{FEDD718C-0CD2-4CF5-9D5C-9E3364ECD98B}">
  <ds:schemaRefs>
    <ds:schemaRef ds:uri="http://schemas.microsoft.com/sharepoint/v3/contenttype/forms"/>
  </ds:schemaRefs>
</ds:datastoreItem>
</file>

<file path=customXml/itemProps2.xml><?xml version="1.0" encoding="utf-8"?>
<ds:datastoreItem xmlns:ds="http://schemas.openxmlformats.org/officeDocument/2006/customXml" ds:itemID="{CA2C0F21-A23A-4091-9C3D-28586FB9C8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b51251-b8e9-485d-b231-8785e1678778"/>
    <ds:schemaRef ds:uri="6b03e0f9-fb11-4730-b1f8-958acc0b96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0565026-E6CA-4366-8EBF-18566B2F4C45}">
  <ds:schemaRefs>
    <ds:schemaRef ds:uri="http://schemas.microsoft.com/office/2006/documentManagement/types"/>
    <ds:schemaRef ds:uri="6b03e0f9-fb11-4730-b1f8-958acc0b9643"/>
    <ds:schemaRef ds:uri="http://purl.org/dc/elements/1.1/"/>
    <ds:schemaRef ds:uri="http://schemas.microsoft.com/office/infopath/2007/PartnerControls"/>
    <ds:schemaRef ds:uri="http://schemas.microsoft.com/office/2006/metadata/properties"/>
    <ds:schemaRef ds:uri="http://schemas.openxmlformats.org/package/2006/metadata/core-properties"/>
    <ds:schemaRef ds:uri="28b51251-b8e9-485d-b231-8785e1678778"/>
    <ds:schemaRef ds:uri="http://www.w3.org/XML/1998/namespace"/>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221</TotalTime>
  <Words>2361</Words>
  <Application>Microsoft Office PowerPoint</Application>
  <PresentationFormat>On-screen Show (4:3)</PresentationFormat>
  <Paragraphs>233</Paragraphs>
  <Slides>38</Slides>
  <Notes>35</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2</vt:i4>
      </vt:variant>
      <vt:variant>
        <vt:lpstr>Slide Titles</vt:lpstr>
      </vt:variant>
      <vt:variant>
        <vt:i4>38</vt:i4>
      </vt:variant>
    </vt:vector>
  </HeadingPairs>
  <TitlesOfParts>
    <vt:vector size="44" baseType="lpstr">
      <vt:lpstr>Arial</vt:lpstr>
      <vt:lpstr>Calibri</vt:lpstr>
      <vt:lpstr>Times New Roman</vt:lpstr>
      <vt:lpstr>Default Design</vt:lpstr>
      <vt:lpstr>Equation</vt:lpstr>
      <vt:lpstr>Chart</vt:lpstr>
      <vt:lpstr>ENGR 290  Bonding</vt:lpstr>
      <vt:lpstr>Bonding</vt:lpstr>
      <vt:lpstr>Ionic Bonds</vt:lpstr>
      <vt:lpstr>PowerPoint Presentation</vt:lpstr>
      <vt:lpstr>PowerPoint Presentation</vt:lpstr>
      <vt:lpstr>Covalent Bonds</vt:lpstr>
      <vt:lpstr>Covalent Bonds</vt:lpstr>
      <vt:lpstr>Metallic Bonds</vt:lpstr>
      <vt:lpstr>PowerPoint Presentation</vt:lpstr>
      <vt:lpstr>PowerPoint Presentation</vt:lpstr>
      <vt:lpstr>Metallic Bonds</vt:lpstr>
      <vt:lpstr>PowerPoint Presentation</vt:lpstr>
      <vt:lpstr>Bonding</vt:lpstr>
      <vt:lpstr>Bonding</vt:lpstr>
      <vt:lpstr>Bonding</vt:lpstr>
      <vt:lpstr>Bonding</vt:lpstr>
      <vt:lpstr>Bonding</vt:lpstr>
      <vt:lpstr>Coordination Number</vt:lpstr>
      <vt:lpstr>Interstitial Sites in Crystals  We can use the radius ratio between the interstitial atom and host atom to determine the site it prefers to exist. </vt:lpstr>
      <vt:lpstr>Packing Factor</vt:lpstr>
      <vt:lpstr>Packing Factor</vt:lpstr>
      <vt:lpstr>PowerPoint Presentation</vt:lpstr>
      <vt:lpstr>Van der Waals Bonding</vt:lpstr>
      <vt:lpstr>PowerPoint Presentation</vt:lpstr>
      <vt:lpstr>Van der Waals Bonding</vt:lpstr>
      <vt:lpstr>Bonding</vt:lpstr>
      <vt:lpstr>Bonding</vt:lpstr>
      <vt:lpstr>Allotropic &amp; Polymorphic</vt:lpstr>
      <vt:lpstr>Theoretical Volume Changes</vt:lpstr>
      <vt:lpstr>Crystalline Imperfections</vt:lpstr>
      <vt:lpstr>Crystalline Imperfections</vt:lpstr>
      <vt:lpstr>Crystalline Imperfections</vt:lpstr>
      <vt:lpstr>Crystalline Imperfections</vt:lpstr>
      <vt:lpstr>Crystalline Imperfections</vt:lpstr>
      <vt:lpstr>Point Defects</vt:lpstr>
      <vt:lpstr>Point Defects</vt:lpstr>
      <vt:lpstr>Point Defects</vt:lpstr>
      <vt:lpstr>Point Defects</vt:lpstr>
    </vt:vector>
  </TitlesOfParts>
  <Company>UVic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Bonding</dc:title>
  <dc:creator>mech</dc:creator>
  <cp:lastModifiedBy>Stephen Ferguson</cp:lastModifiedBy>
  <cp:revision>17</cp:revision>
  <dcterms:created xsi:type="dcterms:W3CDTF">2011-12-28T01:39:29Z</dcterms:created>
  <dcterms:modified xsi:type="dcterms:W3CDTF">2024-09-18T21:14:15Z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0x01010094C6F68AD99C264E92B7A45A5C160D07</vt:lpwstr>
  </property>
</Properties>
</file>