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4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9" r:id="rId4"/>
    <p:sldMasterId id="2147483691" r:id="rId5"/>
    <p:sldMasterId id="2147483684" r:id="rId6"/>
    <p:sldMasterId id="2147483686" r:id="rId7"/>
    <p:sldMasterId id="2147483701" r:id="rId8"/>
  </p:sldMasterIdLst>
  <p:notesMasterIdLst>
    <p:notesMasterId r:id="rId79"/>
  </p:notesMasterIdLst>
  <p:sldIdLst>
    <p:sldId id="334" r:id="rId9"/>
    <p:sldId id="296" r:id="rId10"/>
    <p:sldId id="297" r:id="rId11"/>
    <p:sldId id="298" r:id="rId12"/>
    <p:sldId id="344" r:id="rId13"/>
    <p:sldId id="345" r:id="rId14"/>
    <p:sldId id="346" r:id="rId15"/>
    <p:sldId id="347" r:id="rId16"/>
    <p:sldId id="266" r:id="rId17"/>
    <p:sldId id="348" r:id="rId18"/>
    <p:sldId id="349" r:id="rId19"/>
    <p:sldId id="350" r:id="rId20"/>
    <p:sldId id="351" r:id="rId21"/>
    <p:sldId id="301" r:id="rId22"/>
    <p:sldId id="352" r:id="rId23"/>
    <p:sldId id="302" r:id="rId24"/>
    <p:sldId id="322" r:id="rId25"/>
    <p:sldId id="353" r:id="rId26"/>
    <p:sldId id="371" r:id="rId27"/>
    <p:sldId id="372" r:id="rId28"/>
    <p:sldId id="373" r:id="rId29"/>
    <p:sldId id="374" r:id="rId30"/>
    <p:sldId id="303" r:id="rId31"/>
    <p:sldId id="354" r:id="rId32"/>
    <p:sldId id="355" r:id="rId33"/>
    <p:sldId id="356" r:id="rId34"/>
    <p:sldId id="357" r:id="rId35"/>
    <p:sldId id="358" r:id="rId36"/>
    <p:sldId id="375" r:id="rId37"/>
    <p:sldId id="376" r:id="rId38"/>
    <p:sldId id="324" r:id="rId39"/>
    <p:sldId id="325" r:id="rId40"/>
    <p:sldId id="300" r:id="rId41"/>
    <p:sldId id="361" r:id="rId42"/>
    <p:sldId id="362" r:id="rId43"/>
    <p:sldId id="326" r:id="rId44"/>
    <p:sldId id="363" r:id="rId45"/>
    <p:sldId id="364" r:id="rId46"/>
    <p:sldId id="365" r:id="rId47"/>
    <p:sldId id="377" r:id="rId48"/>
    <p:sldId id="378" r:id="rId49"/>
    <p:sldId id="379" r:id="rId50"/>
    <p:sldId id="380" r:id="rId51"/>
    <p:sldId id="381" r:id="rId52"/>
    <p:sldId id="382" r:id="rId53"/>
    <p:sldId id="383" r:id="rId54"/>
    <p:sldId id="359" r:id="rId55"/>
    <p:sldId id="366" r:id="rId56"/>
    <p:sldId id="360" r:id="rId57"/>
    <p:sldId id="323" r:id="rId58"/>
    <p:sldId id="328" r:id="rId59"/>
    <p:sldId id="367" r:id="rId60"/>
    <p:sldId id="368" r:id="rId61"/>
    <p:sldId id="329" r:id="rId62"/>
    <p:sldId id="331" r:id="rId63"/>
    <p:sldId id="369" r:id="rId64"/>
    <p:sldId id="330" r:id="rId65"/>
    <p:sldId id="384" r:id="rId66"/>
    <p:sldId id="385" r:id="rId67"/>
    <p:sldId id="390" r:id="rId68"/>
    <p:sldId id="386" r:id="rId69"/>
    <p:sldId id="387" r:id="rId70"/>
    <p:sldId id="388" r:id="rId71"/>
    <p:sldId id="337" r:id="rId72"/>
    <p:sldId id="342" r:id="rId73"/>
    <p:sldId id="370" r:id="rId74"/>
    <p:sldId id="343" r:id="rId75"/>
    <p:sldId id="332" r:id="rId76"/>
    <p:sldId id="389" r:id="rId77"/>
    <p:sldId id="336" r:id="rId7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 Content" id="{5973D931-3BAC-4F30-9C16-B7461F574E40}">
          <p14:sldIdLst>
            <p14:sldId id="334"/>
            <p14:sldId id="296"/>
            <p14:sldId id="297"/>
            <p14:sldId id="298"/>
            <p14:sldId id="344"/>
            <p14:sldId id="345"/>
            <p14:sldId id="346"/>
            <p14:sldId id="347"/>
            <p14:sldId id="266"/>
            <p14:sldId id="348"/>
            <p14:sldId id="349"/>
            <p14:sldId id="350"/>
            <p14:sldId id="351"/>
            <p14:sldId id="301"/>
            <p14:sldId id="352"/>
            <p14:sldId id="302"/>
            <p14:sldId id="322"/>
            <p14:sldId id="353"/>
            <p14:sldId id="371"/>
            <p14:sldId id="372"/>
            <p14:sldId id="373"/>
            <p14:sldId id="374"/>
            <p14:sldId id="303"/>
            <p14:sldId id="354"/>
            <p14:sldId id="355"/>
            <p14:sldId id="356"/>
            <p14:sldId id="357"/>
            <p14:sldId id="358"/>
            <p14:sldId id="375"/>
            <p14:sldId id="376"/>
            <p14:sldId id="324"/>
            <p14:sldId id="325"/>
            <p14:sldId id="300"/>
            <p14:sldId id="361"/>
            <p14:sldId id="362"/>
            <p14:sldId id="326"/>
            <p14:sldId id="363"/>
            <p14:sldId id="364"/>
            <p14:sldId id="365"/>
            <p14:sldId id="377"/>
            <p14:sldId id="378"/>
            <p14:sldId id="379"/>
            <p14:sldId id="380"/>
            <p14:sldId id="381"/>
            <p14:sldId id="382"/>
            <p14:sldId id="383"/>
            <p14:sldId id="359"/>
            <p14:sldId id="366"/>
            <p14:sldId id="360"/>
            <p14:sldId id="323"/>
            <p14:sldId id="328"/>
            <p14:sldId id="367"/>
            <p14:sldId id="368"/>
            <p14:sldId id="329"/>
            <p14:sldId id="331"/>
            <p14:sldId id="369"/>
            <p14:sldId id="330"/>
            <p14:sldId id="384"/>
            <p14:sldId id="385"/>
            <p14:sldId id="390"/>
            <p14:sldId id="386"/>
            <p14:sldId id="387"/>
            <p14:sldId id="388"/>
            <p14:sldId id="337"/>
            <p14:sldId id="342"/>
            <p14:sldId id="370"/>
            <p14:sldId id="343"/>
            <p14:sldId id="332"/>
            <p14:sldId id="389"/>
            <p14:sldId id="336"/>
          </p14:sldIdLst>
        </p14:section>
      </p14:sectionLst>
    </p:ext>
    <p:ext uri="{EFAFB233-063F-42B5-8137-9DF3F51BA10A}">
      <p15:sldGuideLst xmlns:p15="http://schemas.microsoft.com/office/powerpoint/2012/main">
        <p15:guide id="2" pos="3264" userDrawn="1">
          <p15:clr>
            <a:srgbClr val="A4A3A4"/>
          </p15:clr>
        </p15:guide>
        <p15:guide id="3" orient="horz" pos="2256" userDrawn="1">
          <p15:clr>
            <a:srgbClr val="A4A3A4"/>
          </p15:clr>
        </p15:guide>
        <p15:guide id="4" pos="56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iporen, Laura" initials="CL" lastIdx="4" clrIdx="0">
    <p:extLst>
      <p:ext uri="{19B8F6BF-5375-455C-9EA6-DF929625EA0E}">
        <p15:presenceInfo xmlns:p15="http://schemas.microsoft.com/office/powerpoint/2012/main" userId="S-1-5-21-1645522239-1123561945-839522115-1006658" providerId="AD"/>
      </p:ext>
    </p:extLst>
  </p:cmAuthor>
  <p:cmAuthor id="2" name="Ciporen, Laura" initials="CL [2]" lastIdx="2" clrIdx="1">
    <p:extLst>
      <p:ext uri="{19B8F6BF-5375-455C-9EA6-DF929625EA0E}">
        <p15:presenceInfo xmlns:p15="http://schemas.microsoft.com/office/powerpoint/2012/main" userId="S::laura.ciporen@mheducation.com::567f631f-0624-4179-9d16-569ddce4882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00B29E-71B7-491B-84E4-1DA3EC499ECA}" v="3" dt="2026-09-12T04:06:27.9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85" autoAdjust="0"/>
    <p:restoredTop sz="94084" autoAdjust="0"/>
  </p:normalViewPr>
  <p:slideViewPr>
    <p:cSldViewPr snapToGrid="0" showGuides="1">
      <p:cViewPr varScale="1">
        <p:scale>
          <a:sx n="70" d="100"/>
          <a:sy n="70" d="100"/>
        </p:scale>
        <p:origin x="1348" y="48"/>
      </p:cViewPr>
      <p:guideLst>
        <p:guide pos="3264"/>
        <p:guide orient="horz" pos="2256"/>
        <p:guide pos="5640"/>
      </p:guideLst>
    </p:cSldViewPr>
  </p:slideViewPr>
  <p:outlineViewPr>
    <p:cViewPr>
      <p:scale>
        <a:sx n="50" d="100"/>
        <a:sy n="50" d="100"/>
      </p:scale>
      <p:origin x="0" y="-30366"/>
    </p:cViewPr>
  </p:outlin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8.xml"/><Relationship Id="rId21" Type="http://schemas.openxmlformats.org/officeDocument/2006/relationships/slide" Target="slides/slide13.xml"/><Relationship Id="rId42" Type="http://schemas.openxmlformats.org/officeDocument/2006/relationships/slide" Target="slides/slide34.xml"/><Relationship Id="rId47" Type="http://schemas.openxmlformats.org/officeDocument/2006/relationships/slide" Target="slides/slide39.xml"/><Relationship Id="rId63" Type="http://schemas.openxmlformats.org/officeDocument/2006/relationships/slide" Target="slides/slide55.xml"/><Relationship Id="rId68" Type="http://schemas.openxmlformats.org/officeDocument/2006/relationships/slide" Target="slides/slide60.xml"/><Relationship Id="rId84" Type="http://schemas.openxmlformats.org/officeDocument/2006/relationships/tableStyles" Target="tableStyles.xml"/><Relationship Id="rId16" Type="http://schemas.openxmlformats.org/officeDocument/2006/relationships/slide" Target="slides/slide8.xml"/><Relationship Id="rId11" Type="http://schemas.openxmlformats.org/officeDocument/2006/relationships/slide" Target="slides/slide3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53" Type="http://schemas.openxmlformats.org/officeDocument/2006/relationships/slide" Target="slides/slide45.xml"/><Relationship Id="rId58" Type="http://schemas.openxmlformats.org/officeDocument/2006/relationships/slide" Target="slides/slide50.xml"/><Relationship Id="rId74" Type="http://schemas.openxmlformats.org/officeDocument/2006/relationships/slide" Target="slides/slide66.xml"/><Relationship Id="rId79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slide" Target="slides/slide35.xml"/><Relationship Id="rId48" Type="http://schemas.openxmlformats.org/officeDocument/2006/relationships/slide" Target="slides/slide40.xml"/><Relationship Id="rId56" Type="http://schemas.openxmlformats.org/officeDocument/2006/relationships/slide" Target="slides/slide48.xml"/><Relationship Id="rId64" Type="http://schemas.openxmlformats.org/officeDocument/2006/relationships/slide" Target="slides/slide56.xml"/><Relationship Id="rId69" Type="http://schemas.openxmlformats.org/officeDocument/2006/relationships/slide" Target="slides/slide61.xml"/><Relationship Id="rId77" Type="http://schemas.openxmlformats.org/officeDocument/2006/relationships/slide" Target="slides/slide69.xml"/><Relationship Id="rId8" Type="http://schemas.openxmlformats.org/officeDocument/2006/relationships/slideMaster" Target="slideMasters/slideMaster5.xml"/><Relationship Id="rId51" Type="http://schemas.openxmlformats.org/officeDocument/2006/relationships/slide" Target="slides/slide43.xml"/><Relationship Id="rId72" Type="http://schemas.openxmlformats.org/officeDocument/2006/relationships/slide" Target="slides/slide64.xml"/><Relationship Id="rId80" Type="http://schemas.openxmlformats.org/officeDocument/2006/relationships/commentAuthors" Target="commentAuthors.xml"/><Relationship Id="rId85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openxmlformats.org/officeDocument/2006/relationships/slide" Target="slides/slide38.xml"/><Relationship Id="rId59" Type="http://schemas.openxmlformats.org/officeDocument/2006/relationships/slide" Target="slides/slide51.xml"/><Relationship Id="rId67" Type="http://schemas.openxmlformats.org/officeDocument/2006/relationships/slide" Target="slides/slide59.xml"/><Relationship Id="rId20" Type="http://schemas.openxmlformats.org/officeDocument/2006/relationships/slide" Target="slides/slide12.xml"/><Relationship Id="rId41" Type="http://schemas.openxmlformats.org/officeDocument/2006/relationships/slide" Target="slides/slide33.xml"/><Relationship Id="rId54" Type="http://schemas.openxmlformats.org/officeDocument/2006/relationships/slide" Target="slides/slide46.xml"/><Relationship Id="rId62" Type="http://schemas.openxmlformats.org/officeDocument/2006/relationships/slide" Target="slides/slide54.xml"/><Relationship Id="rId70" Type="http://schemas.openxmlformats.org/officeDocument/2006/relationships/slide" Target="slides/slide62.xml"/><Relationship Id="rId75" Type="http://schemas.openxmlformats.org/officeDocument/2006/relationships/slide" Target="slides/slide67.xml"/><Relationship Id="rId83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49" Type="http://schemas.openxmlformats.org/officeDocument/2006/relationships/slide" Target="slides/slide41.xml"/><Relationship Id="rId57" Type="http://schemas.openxmlformats.org/officeDocument/2006/relationships/slide" Target="slides/slide49.xml"/><Relationship Id="rId10" Type="http://schemas.openxmlformats.org/officeDocument/2006/relationships/slide" Target="slides/slide2.xml"/><Relationship Id="rId31" Type="http://schemas.openxmlformats.org/officeDocument/2006/relationships/slide" Target="slides/slide23.xml"/><Relationship Id="rId44" Type="http://schemas.openxmlformats.org/officeDocument/2006/relationships/slide" Target="slides/slide36.xml"/><Relationship Id="rId52" Type="http://schemas.openxmlformats.org/officeDocument/2006/relationships/slide" Target="slides/slide44.xml"/><Relationship Id="rId60" Type="http://schemas.openxmlformats.org/officeDocument/2006/relationships/slide" Target="slides/slide52.xml"/><Relationship Id="rId65" Type="http://schemas.openxmlformats.org/officeDocument/2006/relationships/slide" Target="slides/slide57.xml"/><Relationship Id="rId73" Type="http://schemas.openxmlformats.org/officeDocument/2006/relationships/slide" Target="slides/slide65.xml"/><Relationship Id="rId78" Type="http://schemas.openxmlformats.org/officeDocument/2006/relationships/slide" Target="slides/slide70.xml"/><Relationship Id="rId81" Type="http://schemas.openxmlformats.org/officeDocument/2006/relationships/presProps" Target="presProps.xml"/><Relationship Id="rId86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9" Type="http://schemas.openxmlformats.org/officeDocument/2006/relationships/slide" Target="slides/slide31.xml"/><Relationship Id="rId34" Type="http://schemas.openxmlformats.org/officeDocument/2006/relationships/slide" Target="slides/slide26.xml"/><Relationship Id="rId50" Type="http://schemas.openxmlformats.org/officeDocument/2006/relationships/slide" Target="slides/slide42.xml"/><Relationship Id="rId55" Type="http://schemas.openxmlformats.org/officeDocument/2006/relationships/slide" Target="slides/slide47.xml"/><Relationship Id="rId76" Type="http://schemas.openxmlformats.org/officeDocument/2006/relationships/slide" Target="slides/slide68.xml"/><Relationship Id="rId7" Type="http://schemas.openxmlformats.org/officeDocument/2006/relationships/slideMaster" Target="slideMasters/slideMaster4.xml"/><Relationship Id="rId71" Type="http://schemas.openxmlformats.org/officeDocument/2006/relationships/slide" Target="slides/slide63.xml"/><Relationship Id="rId2" Type="http://schemas.openxmlformats.org/officeDocument/2006/relationships/customXml" Target="../customXml/item2.xml"/><Relationship Id="rId29" Type="http://schemas.openxmlformats.org/officeDocument/2006/relationships/slide" Target="slides/slide21.xml"/><Relationship Id="rId24" Type="http://schemas.openxmlformats.org/officeDocument/2006/relationships/slide" Target="slides/slide16.xml"/><Relationship Id="rId40" Type="http://schemas.openxmlformats.org/officeDocument/2006/relationships/slide" Target="slides/slide32.xml"/><Relationship Id="rId45" Type="http://schemas.openxmlformats.org/officeDocument/2006/relationships/slide" Target="slides/slide37.xml"/><Relationship Id="rId66" Type="http://schemas.openxmlformats.org/officeDocument/2006/relationships/slide" Target="slides/slide58.xml"/><Relationship Id="rId61" Type="http://schemas.openxmlformats.org/officeDocument/2006/relationships/slide" Target="slides/slide53.xml"/><Relationship Id="rId8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zhgan Moazzen Zadeh-Bacon" userId="87017a61-33d9-4952-aa6c-e009fac81f23" providerId="ADAL" clId="{447EDA8B-4EC7-4A76-95DB-62723156D1EE}"/>
    <pc:docChg chg="undo custSel addSld delSld modSld modSection">
      <pc:chgData name="Mozhgan Moazzen Zadeh-Bacon" userId="87017a61-33d9-4952-aa6c-e009fac81f23" providerId="ADAL" clId="{447EDA8B-4EC7-4A76-95DB-62723156D1EE}" dt="2026-09-12T04:06:27.985" v="26"/>
      <pc:docMkLst>
        <pc:docMk/>
      </pc:docMkLst>
      <pc:sldChg chg="del">
        <pc:chgData name="Mozhgan Moazzen Zadeh-Bacon" userId="87017a61-33d9-4952-aa6c-e009fac81f23" providerId="ADAL" clId="{447EDA8B-4EC7-4A76-95DB-62723156D1EE}" dt="2026-09-12T04:03:23.130" v="7" actId="47"/>
        <pc:sldMkLst>
          <pc:docMk/>
          <pc:sldMk cId="3028515047" sldId="256"/>
        </pc:sldMkLst>
      </pc:sldChg>
      <pc:sldChg chg="del">
        <pc:chgData name="Mozhgan Moazzen Zadeh-Bacon" userId="87017a61-33d9-4952-aa6c-e009fac81f23" providerId="ADAL" clId="{447EDA8B-4EC7-4A76-95DB-62723156D1EE}" dt="2026-09-12T04:02:55.676" v="5" actId="47"/>
        <pc:sldMkLst>
          <pc:docMk/>
          <pc:sldMk cId="1080484485" sldId="260"/>
        </pc:sldMkLst>
      </pc:sldChg>
      <pc:sldChg chg="modSp add mod">
        <pc:chgData name="Mozhgan Moazzen Zadeh-Bacon" userId="87017a61-33d9-4952-aa6c-e009fac81f23" providerId="ADAL" clId="{447EDA8B-4EC7-4A76-95DB-62723156D1EE}" dt="2026-09-12T04:06:27.985" v="26"/>
        <pc:sldMkLst>
          <pc:docMk/>
          <pc:sldMk cId="0" sldId="334"/>
        </pc:sldMkLst>
        <pc:spChg chg="mod">
          <ac:chgData name="Mozhgan Moazzen Zadeh-Bacon" userId="87017a61-33d9-4952-aa6c-e009fac81f23" providerId="ADAL" clId="{447EDA8B-4EC7-4A76-95DB-62723156D1EE}" dt="2026-09-12T04:06:27.985" v="26"/>
          <ac:spMkLst>
            <pc:docMk/>
            <pc:sldMk cId="0" sldId="334"/>
            <ac:spMk id="30" creationId="{A9FB1AC1-3BA5-1712-45BB-2CD0DC5E92A4}"/>
          </ac:spMkLst>
        </pc:spChg>
      </pc:sldChg>
      <pc:sldChg chg="add">
        <pc:chgData name="Mozhgan Moazzen Zadeh-Bacon" userId="87017a61-33d9-4952-aa6c-e009fac81f23" providerId="ADAL" clId="{447EDA8B-4EC7-4A76-95DB-62723156D1EE}" dt="2026-09-12T04:02:51.944" v="3"/>
        <pc:sldMkLst>
          <pc:docMk/>
          <pc:sldMk cId="0" sldId="336"/>
        </pc:sldMkLst>
      </pc:sldChg>
      <pc:sldChg chg="addSp delSp mod">
        <pc:chgData name="Mozhgan Moazzen Zadeh-Bacon" userId="87017a61-33d9-4952-aa6c-e009fac81f23" providerId="ADAL" clId="{447EDA8B-4EC7-4A76-95DB-62723156D1EE}" dt="2026-09-12T04:02:43.139" v="2" actId="22"/>
        <pc:sldMkLst>
          <pc:docMk/>
          <pc:sldMk cId="2560345670" sldId="389"/>
        </pc:sldMkLst>
        <pc:picChg chg="add del">
          <ac:chgData name="Mozhgan Moazzen Zadeh-Bacon" userId="87017a61-33d9-4952-aa6c-e009fac81f23" providerId="ADAL" clId="{447EDA8B-4EC7-4A76-95DB-62723156D1EE}" dt="2026-09-12T04:02:43.139" v="2" actId="22"/>
          <ac:picMkLst>
            <pc:docMk/>
            <pc:sldMk cId="2560345670" sldId="389"/>
            <ac:picMk id="3" creationId="{58F171F3-FCFE-E6BC-20BB-2C11DFE4A848}"/>
          </ac:picMkLst>
        </pc:picChg>
      </pc:sldChg>
      <pc:sldChg chg="new del">
        <pc:chgData name="Mozhgan Moazzen Zadeh-Bacon" userId="87017a61-33d9-4952-aa6c-e009fac81f23" providerId="ADAL" clId="{447EDA8B-4EC7-4A76-95DB-62723156D1EE}" dt="2026-09-12T04:02:54.648" v="4" actId="47"/>
        <pc:sldMkLst>
          <pc:docMk/>
          <pc:sldMk cId="134899955" sldId="391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4:48:12.87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484 234 10816,'-31'-55'7487,"29"68"-3836,-3 64-3515,27 179-269,-3-160 959,-21-83-2188,1-5-3665,1-8-5863</inkml:trace>
  <inkml:trace contextRef="#ctx0" brushRef="#br0" timeOffset="980.64">612 721 3840,'-106'25'13903,"77"-17"-13794,2 2 115,0-2 1,-1-1-1,0-1 1,0-1-1,0-1 0,-1-2 1,1-1-1,-25-3-224,42-1 107,0 0-1,1-1 0,0 0 0,0-1 0,0 0 0,0 0 1,1-1-1,0-1 0,0 0 0,0 0 0,1 0 1,0-1-1,1 0 0,0-1 0,0 0 0,1 0 0,0 0 1,0-1-1,1 0 0,0 0 0,1 0 0,-2-9-106,0-6 21,2-1-1,0 1 0,2-1 1,1 0-1,1 0 1,1 1-1,1-1 0,2 1 1,0-1-1,2 1 0,1 0-20,-2 6 11,2 1 0,0 1 0,1-1 0,1 1 0,1 1 0,0-1 0,1 2 0,1-1 0,0 2 0,1 0 0,0 0 0,1 1 0,1 1 0,0 0 0,1 1 0,0 1 0,15-8-11,-16 11-25,1 0-1,-1 1 1,1 1 0,0 0 0,0 1-1,0 1 1,0 0 0,1 1-1,-1 1 1,1 1 0,0 0-1,-1 1 1,1 1 0,-1 0 0,0 1-1,1 1 1,-2 1 0,1 0-1,0 1 1,-1 1 0,0 0 0,-1 1-1,1 1 1,-2 0 0,1 1-1,-1 0 1,-1 1 0,0 0-1,0 1 1,-1 1 0,-1 0 0,0 0-1,-1 1 1,0 0 0,3 8 25,-6-11 34,0 0 1,-1 0-1,-1 1 1,0 0-1,0 0 1,-1 0-1,-1 0 1,0 0-1,0 0 1,-2 1-1,1-1 1,-1 0 0,-1 1-1,-1-1 1,1 0-1,-2 1 1,0-1-1,0-1 1,-3 7-35,-5-1 76,-2 1 0,1-1 1,-2-1-1,0-1 1,-1 0-1,-1 0 0,0-2 1,-1 0-1,0-1 1,-1 0-1,0-2 1,-1 0-1,0-1 0,-12 3-76,-103 40-2788,41-17-3274,62-23-3170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4:48:15.9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602 473 1536,'-9'11'6994,"-16"-15"-3661,-25-16-92,48 19-3191,-1 0 1,1-1 0,0 1 0,0 0-1,0-1 1,0 0 0,0 1 0,1-1 0,-1 0-1,0 0 1,1 0 0,-1 0 0,1 0-1,0-1 1,0 1 0,0 0 0,0-1 0,0 1-1,0 0 1,1-1 0,-1 1 0,1-1-1,-1 1 1,1-1 0,0 1 0,0-1 0,0 1-1,1-1 1,-1 0 0,0 1 0,1 0 0,0-1-1,-1 1 1,1-1 0,0 1 0,0 0-1,1-1 1,-1 1 0,0 0 0,1 0 0,-1 0-1,1 0 1,0 0 0,0 1 0,0-1-1,0 0-50,1-3 66,1 0-1,-1 1 0,1-1 1,0 1-1,1 0 0,-1 0 0,1 0 1,-1 0-1,1 1 0,0 0 1,1 0-1,-1 0 0,0 1 0,1 0 1,-1 0-1,1 0 0,0 1 1,0-1-1,0 1 0,-1 1 0,1-1 1,0 1-1,0 0 0,0 1 1,0-1-1,0 1 0,0 0 0,0 0 1,0 1-66,0 1 27,0-1 0,-1 1 0,1 0 1,-1 0-1,0 1 0,0-1 0,0 1 1,0 0-1,-1 1 0,0-1 0,0 1 1,0 0-1,0 0 0,-1 0 0,1 0 1,-1 1-1,-1-1 0,1 1 0,-1 0 0,0 0 1,0 0-1,-1 0 0,1 0 0,-1 0 1,-1 0-1,1 0 0,-1 1 0,-1 1-27,0 7 11,-2-1-1,0 0 1,-1 0-1,0 0 1,-1-1-1,-1 1 0,0-1 1,-1-1-1,0 1 1,-1-1-1,-7 9-10,-45 92 72,59-113-44,1 1-1,0-1 1,-1 1-1,1-1 1,0 1-1,-1-1 1,1 1 0,0 0-1,0-1 1,-1 1-1,1-1 1,0 1-1,0 0 1,0-1 0,0 1-1,0-1 1,0 1-1,0 0 1,0-1-1,0 1 1,0 0 0,0-1-1,0 1 1,1-1-1,-1 1 1,0 0-1,0-1 1,1 1 0,-1-1-1,0 1 1,1-1-1,-1 1 1,0-1-1,1 1 1,-1-1 0,1 1-1,-1-1 1,1 0-1,-1 1 1,1-1-1,-1 0 1,1 1 0,-1-1-1,1 0 1,0 0-1,-1 1 1,1-1-1,-1 0 1,1 0 0,0 0-1,-1 0 1,1 0-1,-1 0 1,1 0-1,0 0 1,-1 0 0,1 0-1,0 0 1,-1 0-1,1-1-27,40-13 266,-35 11-325,167-83 1,-127 68-620,-26 13-2369,-7 2-1345,-3 1-4616</inkml:trace>
  <inkml:trace contextRef="#ctx0" brushRef="#br0" timeOffset="948.63">927 942 2816,'-30'7'6430,"-19"6"-4167,-2-8-879,0-2 1,0-1-1,0-4 1,0-1-1,-47-10-1384,68 6 244,0-1-1,1-2 0,0-1 0,1-1 0,0-1 1,1-1-1,1-2 0,0-1 0,1-1 0,1-1 1,1-1-1,0-1 0,2-1 0,0-1 0,-11-17-243,25 32 3,0 0-1,0 0 1,1-1-1,0 0 1,0 0-1,1 0 1,0-1-1,0 0 0,2 0 1,-1 0-1,1 0 1,0 0-1,1-1 1,0 1-1,1-1 1,0 0-1,1 0 1,0 1-1,1-1 1,0 0-1,1 1 0,0-1 1,0 1-1,1-1 1,0 1-1,2-3-2,90-132 38,-77 121-38,1 2 0,2 0 0,0 1 0,1 1 0,1 1 0,0 1 0,2 1 0,0 2 0,1 0 0,0 1 0,1 2 0,1 1 0,0 1 0,15-3 0,-21 9 2,-1 0 1,0 1-1,1 2 0,0 0 1,-1 1-1,1 1 1,-1 1-1,1 1 1,-1 1-1,0 1 1,0 1-1,0 0 0,-1 2 1,0 0-1,-1 2 1,0 0-1,0 1 1,-1 1-1,0 0 1,-1 1-1,-1 1 0,0 1 1,-1 1-1,12 14-2,50 131 7,-56-107-14,-14-38 21,-1 1 0,0-1 0,-1 1 0,-1 0 0,-1 0 0,0 1 0,-1-1 0,-1 1 0,-1-1 0,0 1 0,-2-1 0,0 1 0,0-1 0,-2 0 0,0 0 0,-6 13-14,-2-8-66,-1-1 0,-1 0-1,-1-2 1,-1 1 0,0-2 0,-2 0-1,0-1 1,0-1 0,-2-1-1,0 0 1,-1-2 0,0 0 0,-1-2-1,-20 8 67,-19 9-11605,30-16 6187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4:48:18.9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350 434 3328,'-6'-5'813,"5"5"-601,0 0 0,0-1 1,0 1-1,0 0 1,0-1-1,0 1 1,0-1-1,0 1 1,0-1-1,0 0 1,0 1-1,1-1 1,-1 0-1,0 1 1,0-1-1,1 0 1,-1 0-1,1 0 1,-1 0-1,1 0 1,-1 0-1,1 1 0,-1-1 1,1 0-1,0 0 1,-1 0-1,1-1 1,0 1-1,0 0 1,0 0-1,0 0 1,0 0-1,0 0 1,0 0-1,0 0 1,0 0-1,1 0 1,-1 0-1,0 0 1,1-1-213,8-16 5966,-7 13-5501,1 0-404,-1 1-1,1 0 0,0 0 0,0 0 0,1 0 0,-1 0 0,1 1 1,0-1-1,0 1 0,0 0 0,0 0 0,1 1 0,-1-1 0,1 1 1,-1 0-1,1 0 0,0 0 0,4 0-60,-5 3 58,-1 1 1,1 0-1,-1 1 1,0-1-1,0 0 1,0 1-1,-1 0 0,1-1 1,0 1-1,-1 0 1,0 1-1,0-1 0,0 0 1,0 1-1,0-1 1,-1 1-1,1-1 0,-1 1 1,0 0-1,0-1 1,0 1-59,-1 12-11,0 0 1,0 0 0,-2 0 0,0 0-1,0 0 1,-2 0 0,0-1 0,-1 1 0,0-1-1,-1-1 1,-1 1 0,0-1 0,-9 12 10,9-11-97,7-15 87,1 1-1,-1 0 1,0 0-1,1-1 1,-1 1-1,1-1 1,-1 1-1,1 0 0,-1-1 1,1 1-1,0-1 1,-1 1-1,1-1 1,0 0-1,-1 1 1,1-1-1,0 1 1,0-1-1,-1 0 0,1 0 1,0 0-1,0 1 1,0-1-1,-1 0 1,1 0-1,0 0 1,0 0-1,0 0 1,-1 0-1,1 0 1,0-1-1,0 1 0,-1 0 1,1 0-1,0-1 1,0 1-1,-1 0 1,1-1-1,0 1 1,-1-1-1,1 1 1,0-1-1,-1 1 0,1-1 1,-1 1-1,1-1 11,2 0 5,3-1 7,15-4-67,1 1 1,0 0 0,0 2-1,0 0 1,0 2 0,17 0 54,-36 2-3,1-1 1,0 1-1,-1 0 1,1 0-1,0 0 1,-1 1-1,1-1 1,-1 1-1,0 0 1,1 0 0,-1 0-1,0 0 1,0 0-1,0 1 1,-1 0-1,1-1 1,0 1-1,-1 0 1,0 0-1,0 0 1,0 1-1,0-1 1,0 0-1,-1 1 1,1-1-1,-1 1 1,0 0 0,0-1-1,0 1 1,-1 0-1,1-1 1,-1 1-1,0 0 1,0 0-1,0 0 1,-1-1-1,1 1 1,-1 0-1,0 0 1,0-1-1,-1 2 3,0 2 4,0 0 0,0-1 0,-1 1-1,0-1 1,0 1 0,-1-1 0,0 0-1,0 0 1,0 0 0,-1-1 0,0 0-1,0 0 1,0 0 0,0 0 0,-1-1-1,0 0 1,0 0 0,0 0 0,-1-1-1,1 0 1,-1 0 0,1-1 0,-1 0-1,0 0 1,0 0 0,0-1 0,-6 1-4,4-1 5,-1-1-1,1 0 1,-1 0 0,1-1 0,-1 0 0,1 0 0,-1-1 0,1-1 0,0 1-1,0-1 1,0-1 0,0 0 0,1 0 0,-7-5-5,-38-31-5615,29 20-4043</inkml:trace>
  <inkml:trace contextRef="#ctx0" brushRef="#br0" timeOffset="778.14">462 1014 6400,'-1'0'107,"1"0"0,-1 0 1,1 0-1,-1 0 0,0 0 0,1 1 1,-1-1-1,1-1 0,-1 1 1,1 0-1,-1 0 0,0 0 0,1 0 1,-1 0-1,1 0 0,-1-1 0,1 1 1,-1 0-1,1 0 0,-1-1 1,1 1-1,-1 0 0,1-1 0,-1 1 1,1-1-1,0 1 0,-1 0 0,1-1 1,0 1-1,-1-1 0,1 1 1,0-1-1,-1 1 0,1-1 0,0 0 1,0 1-1,0-1 0,0 1 0,-1-1 1,1 1-1,0-1 0,0 0 1,0 1-1,0-1 0,0 1 0,0-1 1,1 1-1,-1-1 0,0 0 1,0 1-1,0-1 0,0 1 0,1-1-107,-15 5 1163,-122 4 4315,123-9-5346,0-1 0,0 0 0,0-1-1,0 0 1,1-1 0,0-1 0,0 0 0,0 0-1,0-1 1,1-1 0,0 0 0,0-1 0,1 0 0,0 0-1,0-1 1,1 0 0,0-1 0,0 0 0,1 0-1,1-1 1,0 0 0,-4-9-132,1-8 132,1-1 1,1 0-1,1 0 1,2-1-1,1 0 0,1 0 1,2 0-1,1 0 1,1-1-1,2 1 0,1 1 1,1-1-1,1 0 0,2 1 1,1 0-1,2 1 1,4-10-133,-7 18-2,1 0 1,0 0-1,1 1 1,1 1-1,1-1 1,1 2-1,0 0 1,1 0-1,1 1 1,1 1-1,0 1 1,1 0-1,0 1 1,1 0-1,0 2 1,1 0-1,1 1 1,9-2 1,-12 9-24,1 1 0,0 0 0,0 2-1,-1 0 1,1 1 0,0 1 0,0 0 0,-1 2 0,0 0 0,0 1-1,0 0 1,0 2 0,-1 0 0,0 1 0,0 0 0,-1 1 0,0 1-1,0 0 1,5 7 24,10 4-37,-2 2 0,0 1 0,-2 0 0,0 2 1,-2 2-1,-1 0 0,15 24 37,-28-36-12,-1 0 0,0 1 0,-1 0 0,0 0 0,-2 1 0,0 0 0,-1 0 0,-1 1 0,0-1 1,-2 1-1,0 0 0,-1-1 0,-1 1 0,-1 0 0,-2 15 12,-4-5-231,-2-1 0,-1 0 0,0-1 0,-3 0 0,0 0 0,-1-2 0,-2 0 1,0 0-1,-2-2 0,0 0 0,-2-1 0,-1-1 0,0 0 0,-1-2 0,-1-1 0,-1-1 0,-1 0 0,0-2 0,-1-1 0,-17 6 231,-20 7-4965,0 0-3349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4:48:23.00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189 299 1024,'-5'8'7785,"11"-15"-3488,11-17-118,-12 15-3827,30-24 4032,-33 32-4176,8-10-96,-10 10 80,0 1 672,0 0 5,0 0-720,0 0-181,0 0 0,0 0 16,0 0 64,0 0 11,0 0-22,1 0-32,0 0-1,-1 0 1,1 0 0,0 1-1,-1-1 1,1 0-1,0 0 1,-1 1 0,1-1-1,0 0 1,-1 1-1,1-1 1,-1 0 0,1 1-1,-1-1 1,1 1-1,-1-1 1,1 1-1,-1-1 1,0 1 0,1 0-1,-1-1 1,1 1-1,-1-1 1,0 1 0,0 0-1,0-1 1,1 1-1,-1 0 1,0-1 0,0 1-1,0 0 1,0-1-1,0 1 1,0 0-1,0-1 1,0 1 0,0 0-1,0-1 1,-1 1-1,1 0 1,0-1 0,0 1-5,-38 279-128,38-276 122,-1-3 6,1 0 0,-1 1 0,1-1 0,0 1 0,-1-1 1,1 1-1,0-1 0,0 1 0,0-1 0,0 1 0,1-1 0,-1 1 0,0-1 1,0 0-1,1 1 0,-1-1 0,1 1 0,0-1 0,-1 0 0,1 1 0,0-1 1,0 0-1,-1 0 0,1 0 0,0 1 0,0-1 0,0 0 0,1 0 1,-1 0-1,0-1 0,0 1 0,0 0 0,1 0 0,-1-1 0,0 1 0,1 0 1,-1-1-1,1 0 0,-1 1 0,1-1 0,-1 0 0,1 0 0,-1 0 0,1 1 1,0-2-1,153-43-224,-15 2-2171,-129 39-867,-6-13-11472,-8 7 13109,0 1 820</inkml:trace>
  <inkml:trace contextRef="#ctx0" brushRef="#br0" timeOffset="324.76">444 301 1024,'20'22'986,"-11"-12"2734,-18-24 619,8 13-4095,1 0 1,-1 0-1,1 0 0,-1 0 0,0 0 1,1 0-1,-1 0 0,0 0 1,1 0-1,-1 0 0,0 0 0,0 0 1,0 1-1,0-1 0,0 0 1,0 1-1,0-1 0,0 1 0,0-1 1,0 1-1,-1-1 0,1 1 1,0 0-1,0-1 0,0 1 0,-1 0 1,1 0-1,0 0 0,0 0 1,0 0-1,-1 0 0,1 1 0,0-1 1,0 0-1,0 0 0,0 1 1,0-1-1,-1 1 0,1-1 0,0 1 1,0 0-245,6 35 815,3 0 0,0-1-1,3 0 1,1-1 0,9 18-815,-11-31-1108,20 64-11287,-30-80 6091</inkml:trace>
  <inkml:trace contextRef="#ctx0" brushRef="#br0" timeOffset="1059.12">515 730 3840,'7'-29'2496,"-7"57"4917,-56 10-3563,38-32-3421,0-1-1,-1-1 1,0-1 0,1-1 0,-1 0-1,0-1 1,0-1 0,-2-1-429,10 1 79,0 0 0,0-1 0,0 0 0,0-1 0,0 0 0,1-1 0,-1 0 0,1-1 0,-1 0 0,1 0-1,1-1 1,-1-1 0,1 1 0,0-1 0,0-1 0,0 0 0,1 0 0,0-1 0,1 0 0,-1 0 0,-1-4-79,-3-8 96,1 0 0,1-1-1,0 0 1,2 0 0,1-1-1,0 0 1,2 0-1,0 0 1,2-1 0,0 0-1,2 1 1,0-1 0,2 0-1,0 0 1,4-16-96,-4 24 4,1 1 0,1-1-1,0 1 1,0-1 0,2 1 0,0 0 0,0 1 0,1-1 0,1 1-1,0 0 1,1 1 0,0-1 0,1 2 0,1-1 0,0 1 0,0 1-1,1 0 1,9-7-4,-10 9 9,1 0-1,0 1 1,0 0 0,0 1-1,1 1 1,0-1-1,0 2 1,1 0-1,-1 0 1,1 1 0,0 0-1,0 2 1,0-1-1,0 1 1,0 1 0,0 1-1,0 0 1,1 0-1,-2 1 1,1 1-1,0 0 1,0 1 0,5 2-9,4 5-6,0 2 1,0 0 0,-1 1-1,0 1 1,-2 1 0,0 0-1,0 2 1,-2 0 0,0 1-1,-1 1 1,-2 0 0,1 1-1,-2 1 1,-1 0 0,-1 0-1,-1 2 1,-1-1 0,-1 1-1,1 8 6,-7-24-7,0 0-1,-1 0 1,-1 1 0,0-1-1,0 1 1,0-1 0,-1 0-1,0 1 1,-1-1-1,0 0 1,0 0 0,-1 0-1,0 0 1,0 0-1,0-1 1,-1 1 0,-1-1-1,1 0 1,-1 0 0,0-1-1,-1 1 1,0-1-1,0 0 1,0-1 0,0 1-1,-5 1 8,-19 16 4,-1-1 0,-1-2 0,0-2 0,-2 0 0,0-3 0,-1 0 0,0-3 0,-3 0-4,-50 11-1257,29-11-3139,8-2-8030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4:48:25.65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338 321 3840,'-5'3'555,"4"-2"-304,1-1-1,-1 1 0,1-1 0,0 1 0,-1-1 0,1 1 0,-1-1 0,1 0 0,-1 1 1,1-1-1,-1 0 0,1 1 0,-1-1 0,0 0 0,1 0 0,-1 1 0,1-1 0,-1 0 0,0 0 1,1 0-1,-1 0 0,1 0 0,-1 0 0,0 0 0,1 0 0,-1 0 0,0 0 0,1 0 1,-1-1-1,1 1 0,-1 0 0,0 0 0,1 0 0,-1-1 0,1 1 0,-1 0 0,1-1 1,-1 1-1,1-1 0,-1 1 0,1 0 0,-1-1 0,1 1 0,0-1 0,-1 1 0,1-1 1,0 0-1,-1 1 0,1-1 0,0 1-250,-1-1 1125,1 1-586,-7 22 207,4-12-683,-1 0 0,1 0 0,1 0-1,0 1 1,0-1 0,1 1 0,0-1 0,1 1-1,0-1 1,1 1 0,0-1 0,1 1-1,0 0-62,-2-9 50,1 0 0,0 0 0,0-1 0,-1 1 0,1 0-1,0 0 1,1 0 0,-1-1 0,0 1 0,0-1 0,1 1-1,-1-1 1,1 1 0,-1-1 0,1 0 0,0 0-1,-1 0 1,1 0 0,0 0 0,0 0 0,0 0 0,0 0-1,0-1 1,0 1 0,0-1 0,0 1 0,0-1 0,0 0-1,0 0 1,0 0 0,0 0 0,0 0 0,0-1 0,1 1-50,72-23-148,-59 17 297,-2 1-69,-9 2-80,-1 0-1,0 0 1,1 0 0,-1 1-1,1 0 1,0 0 0,0 0-1,0 1 1,0 0 0,0 0-1,0 0 1,0 0 0,0 1 0,1 0-1,-1 0 1,0 0 0,0 1-1,0 0 1,0 0 0,0 0-1,0 0 1,0 1 0,0 0-1,0 0 1,-1 0 0,1 1-1,-1-1 1,1 1 0,-1 0-1,0 0 1,0 1 0,3 3 0,-3 0 8,0 0 1,-1 0 0,0 1 0,0 0 0,-1-1-1,0 1 1,0 0 0,-1 0 0,0 0 0,0 0-1,-1 0 1,0 0 0,-1 0 0,1 0 0,-2 0-1,1 0 1,-1-1 0,0 1 0,0 0-1,-1-1 1,0 1 0,-1-1 0,0 0 0,0 0-1,0 0 1,-1-1 0,0 1 0,0-1 0,0 0-1,-1-1 1,0 1 0,-1-1-9,-44 17-3270,-11-23-3666,39-5 2744,0 0-128</inkml:trace>
  <inkml:trace contextRef="#ctx0" brushRef="#br0" timeOffset="354.54">343 381 4224,'-2'38'1978,"-4"-52"2060,-4-65 3897,11 77-7852,0 0-1,0 1 1,0-1-1,0 0 0,0 1 1,0-1-1,1 0 1,-1 1-1,1 0 1,-1-1-1,1 1 0,-1 0 1,1 0-1,0 0 1,-1 0-1,1 0 0,0 0 1,0 0-1,0 1 1,0-1-1,0 1 0,0-1 1,0 1-1,0 0 1,0 0-83,3-2-146,290-45 1949,-277 44-2213,33-6-472,-16 6-7463,-25 3 729</inkml:trace>
  <inkml:trace contextRef="#ctx0" brushRef="#br0" timeOffset="1109.22">882 660 2688,'-25'-4'846,"19"37"1914,6-30-2494,-2 7 313,0 1-1,0-1 1,-1 0 0,0-1 0,-1 1 0,0 0-1,-1-1 1,0 0 0,0 0 0,-1-1-1,0 1 1,0-1 0,-1 0 0,0-1 0,-1 0-1,0 0 1,0-1 0,0 1 0,-8 3-579,3 1 208,0 0-1,-1-1 1,0-1 0,0 0-1,-1-1 1,0 0 0,0-1 0,-1-1-1,0 0 1,0-2 0,0 0 0,-1 0-1,0-2 1,1 0 0,-1 0 0,0-2-1,0 0 1,0-1 0,0-1 0,1 0-1,-12-4-207,-127-80 806,104 52-680,39 29-79,1-1 0,0 0 0,0 0 0,0-1 0,1 0 0,0-1 0,1-1 0,-1 1 0,2-1 1,-1-1-1,1 0 0,1 0 0,0 0 0,0-1 0,1 0 0,0-1 0,1 1 0,0-1 0,1 0 0,1 0 0,-1-1-47,5-14-33,2-1 0,0 0 0,1 1 0,2-1 0,1 1 0,1 1 0,2-1 0,0 1 0,1 1 0,2 0 0,1 1-1,1 0 1,0 1 0,2 1 0,1 0 0,0 1 0,2 1 0,0 1 0,1 1 0,1 1 0,1 1 0,0 1 0,1 0 0,1 2 0,26-10 33,-36 16-22,1-1 0,0 2 1,1 0-1,-1 1 1,1 1-1,0 0 1,0 2-1,1 0 0,-1 0 1,0 2-1,1 0 1,-1 1-1,0 1 0,0 0 1,1 2-1,-2 0 1,1 0-1,0 2 0,-1 0 1,0 1-1,4 3 22,-5-1-7,-1 0-1,0 1 0,0 0 1,-2 1-1,1 1 0,-1 0 1,-1 0-1,0 1 0,-1 1 1,0 0-1,-1 0 0,-1 1 1,0 0-1,-1 0 0,0 1 1,0 4 7,5 27 121,-2 0 0,-2 0 1,-2 1-1,-1 19-121,-5-55-66,0 1 0,-1-1 0,-1 1 0,0-1 0,0 1 0,-1-1 0,-1 0 0,0 0 1,0 0-1,-1-1 0,-1 0 0,0 0 0,-1 0 0,0 0 0,0-1 0,-1 0 0,0-1 0,-1 0 0,0 0 0,-1-1 0,1 0 0,-10 5 66,-23 15-3525,-1-1-8597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4:57:26.12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151 530 21505,'56'44'188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4:57:30.501"/>
    </inkml:context>
    <inkml:brush xml:id="br0">
      <inkml:brushProperty name="width" value="0.025" units="cm"/>
      <inkml:brushProperty name="height" value="0.025" units="cm"/>
      <inkml:brushProperty name="color" value="#E71224"/>
    </inkml:brush>
    <inkml:brush xml:id="br1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2831 2212 1408,'1'-1'1,"4"-3"792,-40 24 1229,-55 11-593,22-52-992,-106 14-2719,109-9 4039,23 6-2380,0-1-1,0-3 1,1-1 0,-16-9 623,-16-24 2663,3 3-6035,55 37 3279,0 0 0,1-1-1,1-1 1,-1 0 0,2 0 0,-1-2 0,1 1 0,1-2 0,-1-1 93,-6-10-629</inkml:trace>
  <inkml:trace contextRef="#ctx0" brushRef="#br0" timeOffset="159.91">1848 1621 2688,'0'10'0,"0"4"1728,0-14 0,-6-5-2208,-6-3 0,2 2-2816</inkml:trace>
  <inkml:trace contextRef="#ctx0" brushRef="#br0" timeOffset="342.91">1530 1453 896,'11'4'0,"11"6"384,-34-11 32,2-3-1312</inkml:trace>
  <inkml:trace contextRef="#ctx0" brushRef="#br0" timeOffset="912.99">1072 1302 2304,'-13'-7'710,"0"1"1,0 0-1,-1 1 0,0 0 1,0 1-1,0 1 1,0 0-1,0 1 0,-1 0 1,-6 1-711,8 0 112,0-1 1,0 0-1,0-1 1,1 0-1,-1-1 1,1-1-1,0 0 1,0 0-1,1-1 1,-2-2-113,-24-10-1216,16 7 871,0-2-1,1 0 1,0-1-1,2-1 1,-1 0-1,2-2 1,0 0-1,1-1 1,-8-12 345,14 10 147,2 1 0,0-2 1,1 1-1,1-1 0,1 0 0,1 0 1,1 0-1,1-1 0,1 1 0,0-1 1,2 1-1,1-1 0,0 1 0,1-1 1,2 1-1,0 0 0,1 1 0,3-6-147,-5 8 322,1 1-1,1-1 0,1 1 1,0 0-1,1 0 0,1 1 1,0 0-1,3-2-321,8-6-76,1 0 0,1 1-1,1 2 1,2 0 0,0 2 0,0 0 0,29-14 76,-40 28-54,1 0 0,-1 1 0,1 1 0,0 0 0,0 1 0,1 1 0,-1 0 0,0 1 0,0 1 0,1 0 1,-1 1-1,0 1 0,0 0 0,-1 1 0,1 0 0,-1 2 0,4 1 54,82 18-2470,68-5-3706,-125-18 5995</inkml:trace>
  <inkml:trace contextRef="#ctx0" brushRef="#br0" timeOffset="1578.92">1578 324 2176,'3'0'96,"7"0"130,17 0 851,0 0 0,-1 1 0,1 2 0,-1 1 0,1 1 0,12 4-1077,-9 2 241,0 1 0,-1 1 0,0 1 0,-2 2 1,0 0-1,0 2 0,-2 1 0,0 2 0,2 3-241,1 3-15,19 20 62,2-1-1,2-2 1,2-3-1,52 30-46,-68-50-14,279 143-169,30-9-9,-316-136 218,-2 2 1,-1 0 0,-1 2-1,0 1 1,-2 1 0,-1 1-1,-1 1 1,12 20-27,57 123-819,-72-127-591,68 74-1669,-62-91 2249,-17-13 739,-1 0 0,0 0 1,0 0-1,-2 0 0,1 1 1,-2 0-1,0 0 0,-1 1 1,0-1-1,-1 1 0,0 0 1,-2-1-1,1 1 0,-3 14 91,-1-12 46,-1-1 0,0 1-1,-1-1 1,-1 0 0,-1-1-1,0 1 1,-1-1 0,-1-1-1,0 1 1,-1-1 0,0-1-1,-1 0 1,0-1 0,-2 0-1,-8 7-45,9-6-237,-34 30-1043,23-24-229</inkml:trace>
  <inkml:trace contextRef="#ctx0" brushRef="#br0" timeOffset="2197.82">2183 2089 2304,'-1'-3'119,"1"1"0,-1-1 0,0 0 0,0 0 1,-1 1-1,1-1 0,0 1 0,-1-1 0,1 1 0,-1-1 0,0 1 1,0 0-1,0 0 0,0 0 0,0 0 0,-1 0 0,1 0 0,0 1 1,-1-1-1,1 1 0,-2-1-119,3 1 21,-145-115 1200,-17 43 2816,141 63-3613,1 0 1,0-1-1,1-1 0,0-1 0,1-1 1,1-1-1,0 0 0,1-1 1,-13-16-425,-35-75 1264,14 20-1543,-1 41-4424,26 28-1803</inkml:trace>
  <inkml:trace contextRef="#ctx0" brushRef="#br0" timeOffset="3914.63">2999 604 896,'3'17'69,"1"-3"4630,4-33 1349,-11 55-98,-4 47-6135,6-81 195,1 0-1,-1-1 1,1 1 0,0 0 0,0 0 0,0 0 0,0-1-1,0 1 1,0 0 0,0 0 0,0 0 0,1-1-1,-1 1 1,1 0 0,-1 0 0,1-1 0,0 1 0,-1 0-1,1-1 1,0 1 0,0-1 0,0 1 0,1-1-1,-1 0 1,0 1 0,0-1 0,1 0 0,-1 0 0,1 0-1,-1 0 1,1 0 0,-1 0 0,1 0 0,0 0-1,-1-1 1,1 1 0,0-1 0,0 1 0,-1-1 0,1 0-1,0 1 1,0-1 0,0 0 0,1 0-10,90-23 39,-79 18-33,0 1 0,1 0 0,-1 0 0,1 2 0,0 0 1,-1 0-1,1 2 0,0 0 0,0 0 0,0 1 0,6 2-6,-19-3 11,0 1 0,1-1 0,-1 1 0,0 0 0,0-1 0,0 1 0,1 0-1,-1 0 1,0 1 0,0-1 0,0 0 0,-1 1 0,1-1 0,0 1 0,0-1-1,-1 1 1,1 0 0,-1 0 0,0-1 0,1 1 0,-1 0 0,0 0-1,0 1 1,0-1 0,-1 0 0,1 0 0,0 0 0,-1 1 0,1-1 0,-1 0-1,0 1 1,0-1 0,0 0 0,0 0 0,0 1 0,0-1 0,-1 0 0,1 1-1,-1-1 1,0 0 0,1 0 0,-1 0 0,0 1 0,0-1 0,0 0 0,-1 0-1,1-1 1,0 1 0,-1 0 0,1 0 0,-1-1 0,-1 2-11,-59 41 205,-7-16-6506,39-18-1672</inkml:trace>
  <inkml:trace contextRef="#ctx0" brushRef="#br0" timeOffset="4247.89">2994 782 2176,'1'-3'311,"1"0"1,-1 0-1,0 0 1,0 0-1,0 0 0,-1 0 1,1 0-1,-1 0 1,1 0-1,-1 0 1,0 0-1,0 0 0,-1 0 1,1 0-1,-1 0 1,1 0-1,-1 0 0,0 0 1,0 0-1,0 0 1,-2-2-312,2 3 291,0 0-1,0-1 1,0 1 0,0-1 0,0 1 0,0-1 0,1 1 0,-1-1 0,1 1 0,0-1-1,-1 0 1,1 1 0,1-1 0,-1 1 0,0-1 0,1 0 0,-1 1 0,1-1 0,0 1-1,-1-1 1,1 1 0,1 0 0,-1-1 0,0 1 0,1 0 0,-1 0 0,1 0 0,-1 0-1,2-2-290,33-24 482,1 0-1,2 3 0,0 1 1,38-16-482,-33 22-1362,-13 9-2695,-10 4-4929</inkml:trace>
  <inkml:trace contextRef="#ctx0" brushRef="#br0" timeOffset="5126.46">3644 773 1152,'-28'-3'1815,"40"-8"1874,77-22 2551,-88 33-5654,-1 0 428,-19 8 207,15-8-1130,0 1 0,0-1 0,0 0 0,0 0 0,-1 0 0,1-1 0,0 0 0,0 1 0,0-1 0,0-1 0,0 1 0,0-1 0,0 1 0,1-1 0,-1 0 0,1 0 0,-1-1 0,1 1 0,0-1 0,-1 0 0,1 1 0,1-1 0,-1-1 0,0 1 0,1 0 0,-1-1 0,1 1 0,0-1-1,1 0 1,-1 0 0,0 0 0,1 1 0,-1-5-91,2 0 33,-1 1 0,2-1 0,-1 0 0,1 1 0,0-1 0,1 1 0,0-1 0,0 1 0,0 0 0,1 0 0,0 0 0,1 0 0,-1 0 0,1 1 0,1-1 0,-1 1 0,1 0 0,0 1 0,1-1 0,-1 1 0,1 0 0,0 0 0,0 1 0,0 0 0,1 0 0,0 0 0,0 1 0,0 0 0,0 0 0,0 0 0,0 1 0,3 0-33,-4 1-16,-1 1 0,1 0 0,0 0 0,-1 0 0,1 0 0,-1 1 0,1 0 0,0 0 0,-1 1 0,0-1 0,1 1 0,-1 0 0,0 1 0,0-1 0,0 1 0,0 0 0,-1 0 0,1 1 0,-1 0 0,0-1 0,0 1 0,0 0 0,-1 1 0,1-1 0,-1 1 0,0 0 0,0-1 0,0 1 0,-1 1 0,0-1 0,0 0 0,0 0 0,-1 1 0,0-1 0,0 1 0,0-1 0,0 1 0,-1 2 16,1 7-49,-1-14 59,-1 0 1,1 0-1,0-1 1,0 1-1,-1 0 1,1 0-1,0 0 1,0 0-1,0 0 1,0 0-1,0-1 1,0 1-1,0 0 1,1 0-1,-1 0 1,0 0-1,0 0 1,1-1-1,-1 1 1,0 0-1,1 0 1,-1 0-1,1-1 1,-1 1-1,1 0 1,-1-1-1,1 1 1,0 0-1,-1-1 1,1 1-1,0-1 1,-1 1-1,1-1 1,0 1-1,0-1 1,0 0-1,-1 1 1,1-1 0,0 0-1,0 0 1,0 1-1,0-1 1,0 0-1,-1 0 1,1 0-1,0 0 1,0 0-1,0 0 1,0 0-1,0-1 1,0 1-1,-1 0 1,1 0-1,0-1 1,0 1-1,0 0-10,54-21-2309,-1-5-6224,-33 16 3317</inkml:trace>
  <inkml:trace contextRef="#ctx0" brushRef="#br0" timeOffset="6049.02">3644 813 2688,'0'11'0,"1"4"1664,-1-9 0,0-2-512,0-4 0,0 0 192,0 0 0,0 0-1248,0 0 0,0 0 736,-5 0 0,-1 0-1472,-6 0 32,2 1-2336,0 2 32,1-1-224</inkml:trace>
  <inkml:trace contextRef="#ctx0" brushRef="#br1" timeOffset="86392.08">2644 2679 1152,'5'0'0,"0"0"-384</inkml:trace>
  <inkml:trace contextRef="#ctx0" brushRef="#br1" timeOffset="89304.73">2552 2661 3200,'-24'-2'1035,"0"-1"-1,-1-1 1,1-1-1,1-1 1,-1-1 0,-12-6-1035,-88-76 3296,57 10-3299,61 69 93,0 1 0,0 0 0,-1 0 0,-1 0 0,0 1 0,0 0 0,0 1 0,-1 0 0,0 0 0,-1 1 1,1 0-1,-1 0 0,-6-1-90,-128-17-811,104 15 957,0 1 0,-1 2 0,1 2 0,-1 1 1,-37 4-147,-83 7-315,7 34 59,-82-55 283,21-14 1146,73 54-1578,127-27 522,0-1 0,0 0 1,1-1-1,-1-1 0,1-1 1,0 0-1,0 0 0,0-2 1,0 1-1,1-2 0,0 0 1,1-1-1,-1 0 0,1 0 1,-5-7-118,-179-134 154,185 141-196,1 0 1,0-1-1,0 0 0,1-1 1,0 0-1,0-1 0,1 0 0,-4-8 42,-12-13 158,-30-66-131,1-185 576,41 112-406,13 148-205,0 1 1,-1-1-1,-1 1 1,-1-1-1,-1 1 1,-1 0 0,-1 0-1,-1 0 1,-1 0-1,-7-13 8,9 25 24,0-1 0,0 0 0,1 0 0,1-1 0,-1 1 0,2-1 0,0 1 0,0-1 0,1 0 0,1 0 0,0 0 0,0-2-24,-1-85 104,-1 85-130,1 0-1,0-1 1,1 1 0,1-1-1,0 1 1,1 0-1,1 0 1,0 0-1,1 0 1,0 0 0,1 0 25,7-13-33,1 1 0,1 0-1,1 1 1,1 1-1,2 0 1,0 1-1,1 1 1,2 1-1,0 0 1,1 2-1,1 1 1,0 0-1,2 2 1,0 1-1,3-1 35,82-29-12,2 5 1,111-24 11,-57 18-3,92-25 131,-35 16 453,-62 21-938,38 11 57,-76 14 184,76 1 116,-153 5 30,0 2 1,0 2 0,0 2 0,0 3 0,26 6-31,47 5 38,241 45 217,-4-35 961,-279-12-1237,2-2-46,-1 4 1,0 3-1,-1 4 0,29 15 67,-73-25 93,0-1-40,-1 1-1,-1 1 1,0 2-1,-1 1 0,0 1 1,-2 2-1,0 1 0,15 17-52,11 23 43,-2 3 0,-4 2-1,30 55-42,-62-92 0,-1 1 0,-1 0 0,-2 0 0,-1 2 0,-2-1 0,4 21 0,71 303 0,-26-91-229,-55-236 245,-1-1 0,-2 1 0,0 0 0,-2 0 0,-2 0 0,0-1 0,-2 1 0,-5 12-16,3-1 5,-1-17 94,0 0-1,-2 0 1,-1 0-1,0-2 1,-2 0 0,0 0-1,-1-1 1,-2-1-1,1 0 1,-2-1-1,-1-2 1,0 1-1,-1-2 1,-14 8-99,22-13-4,-115 75-668,-111 61 454,200-118 162,-1-1 1,-1-2-1,-1-2 0,-1-2 1,-1-1-1,-1-2 0,-4-1 56,-31 1 26,0-3 0,-1-4-1,-1-3 1,1-4-1,-1-3-25,71 0 0,-161 32 0,151-28 2,0 0 27,1 0 0,-1-1 0,0-2 0,0 0-1,0-1 1,0 0 0,0-2 0,-1-1 0,-8-1-29,-113-35 294,72 18-4348,52 16-5759</inkml:trace>
  <inkml:trace contextRef="#ctx0" brushRef="#br1" timeOffset="93274.68">4771 1742 896,'15'43'720,"-20"129"421,7-171-1091,-1 0-1,1 1 1,-1-1 0,1 0-1,0 0 1,0 1 0,0-2-1,0 1 1,0 0-1,0 0 1,0 0 0,0-1-1,0 0 1,0 1 0,0-1-1,0 0 1,0 0-1,0 0 1,1 0 0,-1 0-1,0 0 1,0-1 0,0 1-1,0-1 1,0 1-1,0-1 1,0 0 0,0 0-1,0 0 1,0 0-1,-1 0 1,1 0 0,0-1-1,-1 1 1,1 0 0,-1-1-1,1 1 1,-1-1-1,1 0 1,-1 0 0,0 0-50,7-3 147,180-126 333,-181 126-494,3-2-187,-6 5-2784,-4 2 2174</inkml:trace>
  <inkml:trace contextRef="#ctx0" brushRef="#br1" timeOffset="93565.54">4870 1833 2816,'12'-10'171,"-4"8"1762,-11 34 197,8-19-1752,1-1 0,0 0 0,0 0-1,1-1 1,1 0 0,0 0 0,0-1 0,1 0-1,0 0 1,1-1 0,0 0 0,1-1-1,5 3-377,-11-6 199,18 12-1495,-5-9-5403,-10-6 4742</inkml:trace>
  <inkml:trace contextRef="#ctx0" brushRef="#br1" timeOffset="94535.02">5203 1939 1024,'2'-6'285,"-1"0"0,1 1 0,0-1 1,0 0-1,1 1 0,-1 0 0,1-1 0,1 1 0,-1 0 0,1 0 1,0 1-1,0-1 0,0 1 0,0 0 0,1 0 0,0 0 0,-1 1 1,2 0-1,-1 0 0,0 0 0,0 0 0,1 1 0,2-1-285,52-38 2114,-17 3-829,-72 24-165,26 15-1112,0-1 1,0 1-1,-1-1 0,1 0 0,0 0 1,0 0-1,0 0 0,0-1 0,0 1 1,0-1-1,0 0 0,0 0 1,0 0-1,0 0 0,0 0 0,1-1 1,-1 1-1,0-1 0,1 0 0,-1 0 1,1 0-1,0 0 0,0 0 0,0 0 1,0 0-1,0-1 0,0 1 1,0-1-1,1 0 0,-1 0 0,1 1 1,0-1-1,0 0 0,0 0 0,0 0 1,0 0-1,1 0 0,0 0 1,-1 0-1,1 0 0,0 0 0,0-1 1,1 1-1,-1 0 0,1 0 0,-1 0 1,1 0-1,0 0 0,1-1-8,1-2 11,1 0-1,-1 0 0,1 0 0,1 1 1,-1 0-1,1 0 0,0 0 1,0 0-1,1 1 0,-1 0 1,1 0-1,0 0 0,0 1 0,0 0 1,0 0-1,1 0 0,-1 1 1,1 0-1,0 0 0,-1 1 1,1 0-1,0 0 0,0 1 0,0-1 1,0 2-1,0-1 0,0 1 1,0 0-1,3 1-10,-7 0-33,0 0 1,-1 1 0,1-1-1,-1 1 1,1-1-1,-1 1 1,0 0-1,0 0 1,0 0-1,-1 0 1,1 1 0,-1-1-1,1 0 1,-1 1-1,0-1 1,-1 1-1,1-1 1,0 1-1,-1-1 1,0 1-1,0-1 1,0 1 0,0 0-1,-1-1 1,1 1-1,-1-1 1,-1 4 32,6 55 108,-1-61-22,0 0 0,-1 1 0,1-2 0,0 1 0,0 0 0,-1 0 1,1-1-1,0 1 0,0-1 0,0 0 0,0 0 0,0 0 0,-1 0 0,1-1 0,0 1 0,0-1 0,0 0 0,0 1 0,-1-1 1,1 0-1,0-1 0,-1 1 0,1 0 0,-1-1 0,0 0 0,2-1-86,1 1-41,153-80-1916,-120 57-6352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4:59:25.14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3095 980 3840,'0'0'0,"-21"29"2923,23-44 799,24-21 1889,-25 35-5132,12 9 641,-8 0-1072,0 1 0,0-1-1,-1 1 1,-1 0 0,1 0-1,-1 0 1,-1 0-1,1 1 1,-2-1 0,1 1-1,-1-1 1,-1 1-1,0-1 1,0 2-48,-24 257 613,25-135-1093,-8-16 1728,9-73-2234,-2-43 927,0-1 176,0 0-21,0 0-250,172 37-1702,-171-37 1859,0 0-1,0 0 1,0 0 0,0 0-1,0 0 1,-1 1 0,1-1-1,0 0 1,0 0 0,0 1 0,0-1-1,0 0 1,0 1 0,0-1-1,-1 1 1,1-1 0,0 1-1,0-1 1,-1 1 0,1 0 0,0-1-1,-1 1 1,1 0 0,0 0-1,-1-1 1,1 1 0,-1 0 0,0 0-1,1 0 1,-1 0 0,1 0-1,-1 0 1,0 0 0,0-1-1,0 1 1,0 0 0,0 0 0,0 0-1,0 0 1,0 0 0,0 0-1,0 0 1,0 0 0,0 0-1,-1 0 1,1 0 0,0 0 0,-1 0-1,1-1 1,-1 1 0,1 0-1,-1 0 1,1 0 0,-1-1-1,1 1 1,-1 0-3,-44 37 73,-102 54-713,146-92 644,0 0 1,-1 0-1,1 0 1,0 0-1,0 0 1,0 1-1,-1-1 0,1 0 1,0 1-1,0-1 1,0 1-1,0-1 1,0 1-1,0 0 1,0-1-1,0 1 1,0 0-1,0 0 1,0 0-1,0 0 0,1 0 1,-1 0-1,0 0 1,0 0-1,1 0 1,-1 0-1,1 0 1,-1 0-1,1 0 1,0 0-1,-1 1 0,1-1 1,0 0-1,0 0 1,0 0-1,0 1 1,0-1-1,0 0 1,0 0-1,0 1 1,0-1-1,1 0 0,-1 0 1,0 0-1,1 0 1,-1 1-1,1-1 1,-1 0-1,1 0 1,0 0-1,-1 0 1,1 0-1,0 0 1,0 0-1,0 0 0,0-1 1,-1 1-1,1 0 1,0 0-1,1-1 1,-1 1-1,0-1 1,0 1-1,0-1 1,0 1-1,0-1 0,1 0-4,132 48-176,-134-45 169,0-1-1,0 0 0,0 1 1,0-1-1,0 0 0,-1 1 1,1-1-1,-1 0 0,1 0 1,-1 0-1,0 1 0,0-1 1,0 0-1,0 0 0,0 0 1,-1 0-1,1 0 0,-1-1 1,1 1-1,-1 0 0,1-1 1,-1 1-1,0-1 0,0 0 1,0 1 7,-82 68-224,83-69 225,0-1-1,0 0-1,0 0 0,0 1 1,0-1-1,0 0 0,0 0 1,0 1-1,0-1 0,0 1 1,0-1-1,0 1 0,0-1 1,1 1-1,-1-1 0,0 1 1,0 0-1,1-1 0,-1 1 1,0 0-1,1 0 0,-1 0 1,1-1-1,-1 1 0,1 0 1,-1 0-1,1 0 0,0 0 1,-1 0-1,1 0 0,0 0 1,0 0-1,0 0 0,0 0 1,-1 0-1,2 0 0,-1 0 1,0 0-1,0 0 0,0 0 1,0 0-1,1 0 0,-1 0 1,0 0-1,1 0 0,-1 0 1,1-1-1,-1 1 0,1 0 1,-1 0-1,1 0 0,0 0 2,120 61-92,-119-62 118,0 0-1,0 1 1,0-1 0,0 1 0,0-1 0,-1 1-1,1-1 1,0 1 0,0 0 0,0 0-1,-1 0 1,1 0 0,-1 0 0,1 0 0,-1 1-1,1-1 1,-1 0 0,0 1 0,1-1 0,-1 1-1,0 0 1,0-1 0,0 1 0,0 0 0,-1-1-1,1 1 1,0 0 0,-1 0 0,1 0-1,-1 0 1,0 0 0,1 0 0,-1 0 0,0 0-1,0-1 1,0 1 0,-1 0 0,1 0 0,0 0-1,-1 0 1,1 0 0,-1 0 0,0 0-1,0 1-26,-90 117-768,78-90 941,3-1 0,0 1 0,2 1 0,1 0-1,2 0 1,0 0 0,3 0 0,0 1-1,2-1 1,2 1 0,0-1 0,5 13-173,-5-9 140,-2 87-306,-14-95 166,14-27 123,0 0-150,0 0-37,0 0 0,0 0 0,0 0 0,-8-4 0,-102-36-602,52 25 442,-2 2 0,0 2 0,0 4 0,0 1 0,-54 4 224,32 7 473,0 3 0,1 4 1,-58 17-474,-67 10 52,58-17 1545,86-13-7231,54-8 1410,0-1-1536</inkml:trace>
  <inkml:trace contextRef="#ctx0" brushRef="#br0" timeOffset="794.62">3875 1608 3840,'-36'19'1728,"29"-23"4101,8 2-3861,-53 124 2384,32-77-4236,1 0-1,3 0 0,-11 47-115,26-88 171,-1 0-146,0 1-1,0 0 1,0 0 0,0-1-1,1 1 1,0 0 0,0 0-1,0 1 1,1-1-1,-1 0 1,1 0 0,1 0-1,-1 0 1,1 0 0,-1 0-1,1 0 1,1 0-1,-1 0 1,1 0 0,0 0-1,0-1 1,0 1 0,1-1-1,0 1 1,0-1-1,0 0 1,0 0 0,0 0-1,1 0 1,0-1 0,0 0-1,0 1 1,0-2-1,1 2-24,5-3-7,0 1-1,0-2 1,0 0-1,0 0 1,0 0-1,0-1 1,0-1-1,0 0 1,-1 0-1,1-1 1,-1 0-1,1-1 1,-1 0-1,0 0 0,0-1 1,-1 0-1,2-2 8,-6 6 55,-1-1 0,1 0 0,-1 0 0,0 0 0,0 0 0,0 0 0,0-1 0,-1 1 0,1-1 0,0 1 0,-1-1 0,0 0 0,0 0-1,0-1 1,0 1 0,0 0 0,0-1 0,-1 1 0,0-1 0,0 1 0,0-1 0,0 1 0,0-1 0,-1 0 0,0 1 0,1-1 0,-1 0 0,-1 0-1,1 1 1,-1-2-55,-2 3 11,0 0 0,-1 0-1,1 0 1,-1 0-1,0 1 1,1 0-1,-1 0 1,0 0 0,0 0-1,0 0 1,0 1-1,0 0 1,0 0-1,0 0 1,0 0 0,0 1-1,-3 0-10,-10 0 44,-194 41-1212,169-34-4242,31-6 2335,-2 1-3831</inkml:trace>
  <inkml:trace contextRef="#ctx0" brushRef="#br0" timeOffset="1620.04">4182 2128 1152,'-5'-14'1167,"-14"8"10882,18 6-11452,21-2 598,266-48 1402,-291 49-2554,1 0 0,-1-1 0,1 0 0,-1 0 0,1 0 0,0 0 0,0-1 0,0 0 0,0 1 1,0-2-1,1 1 0,0 0 0,-1-1 0,1 1 0,0-1 0,0 0 0,1 0 0,-1 0 0,1 0 0,0-1 0,0 1 0,1-1 0,-1 1 1,1-1-1,0 1 0,0-3-43,3-1 5,2 0 0,-1 0 1,1 1-1,0-1 0,0 1 1,1-1-1,0 2 0,1-1 1,-1 0-1,1 1 0,1 0 1,-1 0-1,1 1 0,0 0 1,0 0-1,0 1 0,1 0 1,-1 0-1,1 0 0,0 1 1,7-1-6,-11 3 6,0 0 0,0 0 0,0 1 1,1 0-1,-1 0 0,0 0 0,0 0 0,1 1 1,-1-1-1,0 1 0,0 0 0,0 1 0,0-1 1,0 1-1,0-1 0,0 1 0,-1 0 0,1 1 1,-1-1-1,1 1 0,-1-1 0,0 1 0,0 0 1,0 0-1,0 1 0,0-1 0,-1 0 0,0 1 1,0 0-1,0-1 0,0 1 0,0 0 0,-1 0 1,1 0-1,-1 0 0,0 0 0,-1 1 0,1-1 1,-1 0-1,1 0 0,-1 1 0,0-1 0,-1 4-6,26 77 1339,25-85-1174,48-25-2510,-3-9-4264,-56 18-1620</inkml:trace>
  <inkml:trace contextRef="#ctx0" brushRef="#br0" timeOffset="10723.05">3039 990 3456,'0'-1'148,"0"0"0,0 0-1,0 0 1,0 0 0,0 0 0,0 0 0,0 0-1,-1 0 1,1 0 0,0 0 0,-1 0 0,1 0-1,-1 0 1,1 0 0,-1 0 0,1 0 0,-1 1-1,1-1 1,-1 0 0,0 0 0,0 1 0,1-1-1,-1 0 1,0 1 0,0-1 0,0 1 0,0-1-1,1 1 1,-1 0 0,0-1 0,0 1 0,0 0-1,0-1 1,0 1 0,0 0 0,0 0 0,0 0-1,0 0 1,0 0 0,0 0 0,0 0 0,0 0 0,0 1-1,0-1 1,0 0 0,0 0 0,0 1 0,0-1-1,0 1 1,0-1 0,0 1 0,1-1 0,-1 1-1,0-1 1,0 1 0,1 0 0,-1 0 0,0-1-1,1 1 1,-1 0 0,0 0 0,1 0 0,-1 0-148,-46 30 2960,-37 2-2974,69-27 172,-251 55 581,242-57-263,-207 33-1243,101-27 2270,126-10-1453,0 3 497,8 8-312,26 195 891,-10 3-1926,-20-137 2720,0-71-2176,0-1 154,0 0 44,0 0 15,0 0-10,0 0 10,0 0-16,16 3-287,-9 1-37,2 0 358,1 1 1,-1 0-1,0 0 1,0 1-1,-1 1 1,0-1-1,0 1 0,0 0 1,-1 1-1,0 0 1,-1 0-1,1 1 25,-7-5 12,0 0-1,0 0 1,-1-1 0,1 1-1,-1 0 1,0 0-1,0-1 1,0 1-1,0 0 1,-1-1-1,1 1 1,-1-1-1,0 0 1,0 1-1,-1-1 1,1 0-1,0 0 1,-1-1-1,0 1 1,0 0-1,0-1 1,0 0-1,0 1 1,0-1-1,0 0 1,-1-1 0,1 1-1,-1-1 1,0 1-12,-7 5 55,-115 87-594,126-92 563,1 0 1,0 0-1,-1-1 0,1 1 1,0 0-1,0-1 0,0 1 1,1 0-1,-1-1 1,0 1-1,0-1 0,1 0 1,-1 0-1,1 1 0,-1-1 1,1 0-1,0 0 0,-1 0 1,1 0-1,0-1 0,0 1 1,0 0-1,0-1 0,1 1-24,0 0 13,7 4-12,-1 0-1,1 1 1,-1 0-1,0 0 1,-1 1-1,1 0 1,-1 0-1,-1 1 0,1 0 1,-2 0-1,1 1 1,1 2-1,-8-6 11,0-1 0,-1 1 0,1 0-1,-1-1 1,0 1 0,0-1 0,0 1 0,0-1 0,-1 1 0,0-1 0,0 0 0,0 0 0,0 0 0,-1 0 0,0 0 0,1 0 0,-1-1 0,-1 0-1,1 1 1,-3 1-11,-20 19-154,22-22 130,1 0-1,0 0 1,0 0-1,0 0 1,1 0 0,-1 1-1,0-1 1,1 1-1,0 0 1,-1-1-1,1 1 1,0 0-1,0 0 1,1 1-1,-1-1 1,1 0-1,0 1 1,-1-1-1,1 1 1,1-1-1,-1 1 1,0-1-1,1 1 1,0 0-1,0-1 1,0 1-1,0-1 1,1 1-1,0 0 25,104 203 38,-101-193-97,-2 0 1,0 0-1,0 0 1,-2 0-1,1 1 1,-2-1-1,0 0 1,-1 0-1,0 1 0,-1-1 1,-4 12 58,7-26-2,-3 15 20,1 0 0,0 1 0,1-1 0,1 0-1,0 0 1,1 1 0,1-1 0,0 0-1,2 4-17,1 59 166,-9-70 447,3-7-1034,1-1 101,0 0 672,-114-34-635,95 30 280,1 1-1,0 1 0,-1 1 1,1 0-1,-1 2 1,1 0-1,-1 1 1,1 0-1,-3 2 4,-18 3 151,1 1 0,0 2 0,0 2 0,1 1-1,1 2 1,0 1 0,-9 8-151,-62 35-215,59-36-7458,36-19 191</inkml:trace>
  <inkml:trace contextRef="#ctx0" brushRef="#br0" timeOffset="12607.22">2201 1150 2944,'-48'33'9088,"47"-32"-7499,1-1-298,0 0-267,-98 20 2677,30-11-3508,-1-3 1,0-3-1,-25-4-193,31-1 138,1 4-1,-1 2 1,1 2-1,-20 7-137,-52 19 32,134-32-38,-1-1-1,0 0 0,0 0 0,1 0 0,-1 0 1,1 0-1,-1 0 0,1 0 0,-1 0 0,1 0 1,-1 0-1,1 0 0,0 0 0,0 0 1,-1 0-1,1 0 0,0 0 0,0 0 0,0-1 1,0 1-1,0 0 0,1 0 0,-1 0 0,0 0 1,0 0-1,1 0 0,-1 0 0,1 0 1,-1 0-1,1 0 0,-1 0 0,1 0 0,-1 0 1,1 0-1,1-1 7,3-23-24,-5 20 21,0 0-1,-1 0 1,0 0-1,0 0 1,0 0 0,0 0-1,-1 0 1,1 0-1,-1 0 1,-1 0-1,1 1 1,-1-1 0,0 1-1,0 0 1,0 0-1,0 0 1,-1 0 0,1 0-1,-1 1 1,0-1-1,0 1 1,-1 0 0,1 0-1,0 1 1,-3-1 3,-11 31-176,17-24 160,-36 115-118,37-118 148,0 0 0,-1 0 0,1 0 0,0 0 0,0 0 0,-1-1 0,1 1 0,0 0 0,-1 0 0,1 0 0,-1-1 0,1 1 0,-1 0 0,1 0 0,-1-1 0,0 1 0,1-1 0,-1 1 0,0 0 0,0-1 0,1 1 0,-1-1-1,0 0 1,0 1 0,0-1 0,1 0 0,-1 1 0,0-1 0,0 0 0,0 0 0,0 0 0,0 0 0,0 0 0,0 0 0,1 0 0,-1 0 0,0 0 0,0 0 0,0 0 0,0 0 0,0-1 0,0 1 0,1 0 0,-1-1 0,0 1 0,0-1 0,0 1-1,1-1 1,-1 1 0,0-1 0,0 0-14,-33-34-29,-13-42-392,42 103 325,5-25 94,0 1 0,1 0-1,0 1 1,-1-1 0,0 1-1,1-1 1,-1 0-1,0 1 1,0-1 0,-1 1-1,1-1 1,0 0 0,-1 1-1,1-1 1,-1 0-1,0 1 1,0-1 0,0 0-1,0 0 1,0 0 0,0 0-1,-1 0 1,1 0 0,-1 0-1,1 0 1,-1 0-1,0-1 1,0 1 0,0-1-1,0 1 1,0-1 0,0 0-1,0 0 1,0 0-1,0 0 1,0 0 0,-1 0-1,1-1 1,0 1 0,-1-1-1,1 1 1,-1-1-1,1 0 3,-75-77 96,76 76-128,-23 16-826,0-5 907,-1-1 1,0-1-1,-1-1 1,1-2-1,-1 0 1,0-2-1,-6 0-49,-322 25 150,334-27-540,-190 7 770,120-7-6770,82-1-2303</inkml:trace>
  <inkml:trace contextRef="#ctx0" brushRef="#br0" timeOffset="13039.49">244 679 4480,'-1'1'251,"-1"0"-1,0 0 1,0-1-1,0 1 1,1-1 0,-1 1-1,0-1 1,0 0 0,0 1-1,0-1 1,0 0 0,0-1-1,0 1 1,0 0 0,1 0-1,-1-1 1,0 1 0,0-1-1,0 0 1,0 1 0,1-1-1,-1 0 1,0 0 0,1 0-1,-1 0 1,1 0 0,-1-1-1,1 1 1,0 0 0,-1-1-1,1 1 1,0-1 0,0 1-1,0-1 1,0 0 0,-1-1-251,2 4 43,0-1 1,0 0-1,0 1 1,0-1 0,0 0-1,0 1 1,0-1 0,0 0-1,0 1 1,0-1-1,0 0 1,0 1 0,-1-1-1,1 0 1,0 1 0,0-1-1,0 0 1,-1 0-1,1 1 1,0-1 0,0 0-1,0 0 1,-1 1 0,1-1-1,0 0 1,-1 0-1,1 0 1,0 1 0,-1-1-1,1 0 1,0 0 0,-1 0-1,1 0 1,0 0-1,-1 0 1,1 0 0,0 0-1,-1 0 1,1 0 0,0 0-1,-1 0 1,1 0-1,0 0 1,-1 0 0,1 0-1,0 0 1,-1 0 0,1 0-1,0-1 1,-1 1-1,1 0 1,0 0 0,-1 0-1,1-1 1,0 1-44,4 36 374,-2-23-304,1-1-1,0 0 1,1 0 0,1 0-1,0 0 1,0-1 0,1 0-1,0 0 1,1 0 0,1-1-1,0 0 1,0-1 0,0 1-1,1-1 1,8 5-70,-4-9-9840,-5-5 5974</inkml:trace>
  <inkml:trace contextRef="#ctx0" brushRef="#br0" timeOffset="13507.76">754 531 6144,'-12'7'783,"12"-6"-640,-1 0 1,0 0 0,1 0-1,-1 0 1,0 0 0,0 0-1,1 0 1,-1 0 0,0 0-1,0-1 1,0 1 0,0 0 0,0-1-1,0 1 1,0 0 0,-1-1-1,1 0 1,0 1 0,0-1-1,0 0 1,0 1 0,-1-1-1,1 0 1,0 0 0,0 0-1,-1 0 1,1 0 0,0 0 0,0 0-1,0-1 1,-1 1 0,1 0-1,0-1 1,0 1 0,0-1-1,0 1 1,0-1 0,0 1-1,0-1 1,0 0 0,0 0-1,0 1 1,0-1 0,0 0 0,0 0-1,0 0 1,1 0 0,-1 0-144,-17 34 4175,13-15-4088,1-1 0,1 0-1,1 1 1,0 0 0,1-1-1,1 1 1,1 0 0,1 0-1,0-1 1,1 1 0,1-1-1,6 17-86,34 44-834,-43-77 835,1 1 1,-1-1-1,1 1 1,0-1 0,-1 0-1,1 0 1,0 1-1,0-1 1,0-1-1,-1 1 1,1 0-1,0 0 1,0-1-1,0 1 1,0-1-1,1 1 1,-1-1-1,0 0 1,0 0-1,0 0 1,0 0 0,0-1-1,0 1 1,0 0-1,0-1 1,0 1-1,0-1 1,0 0-1,0 0 1,0 0-1,0 0 1,-1 0-1,1 0 1,0 0-1,-1 0 1,1-1 0,0 1-1,-1-1 1,0 1-1,2-2-1,1-2 49,1-1-1,-1 1 1,0-1 0,-1 0-1,1 0 1,-1 0 0,0 0-1,0-1 1,-1 1 0,0-1-1,0 0 1,-1 0 0,0 0-1,0 1 1,0-1 0,-1 0-1,0 0 1,-1 0 0,1 0-1,-1 0 1,-1 0 0,1 0-1,-1 1 1,-2-5-49,2 9-25,-1 1 0,1 0 0,-1-1 0,1 1 0,-1 0 0,0 0 0,0 1 0,0-1 1,1 1-1,-1-1 0,0 1 0,0 0 0,0 0 0,0 0 0,0 0 0,0 1 0,1-1 0,-1 1 0,0-1 0,0 1 0,1 0 0,-1 0 0,0 1 0,1-1 0,-1 0 0,1 1 0,-1 0 0,0 1 25,-113 74-689,66-39-8904,30-24 5012</inkml:trace>
  <inkml:trace contextRef="#ctx0" brushRef="#br0" timeOffset="14597.28">999 919 3328,'2'-4'56,"-3"3"51,2-1 0,-1 1 0,0 0 0,0 0 0,0 0 0,0-1 0,1 1-1,-1 0 1,0 0 0,1 0 0,-1 0 0,1 0 0,0 0 0,-1 0-1,1 0 1,0 0 0,0 0 0,-1 0 0,1 0 0,0 0 0,0 0-1,0 1 1,0-1 0,0 0 0,0 1 0,0-1 0,0 1 0,0-1-1,0 1 1,1 0 0,-1-1 0,0 1 0,0 0 0,0 0 0,1 0-1,-1 0 1,0 0 0,0 0-107,13 0 742,0-1 0,0 0 0,0 0 0,0-2 0,0 1 0,0-2 0,-1 0 0,9-4-742,60-37 4384,-82 45-4160,-6-3 1530,2 2-1756,0-1 1,0 0-1,1-1 0,-1 1 0,1-1 0,-1 1 0,1-1 0,0 0 0,0 0 0,0 0 0,0-1 0,1 1 0,0-1 1,-1 0-1,1 1 0,0-1 0,1 0 0,-1 0 0,1 0 0,-1 0 0,1-1 0,1 1 0,-1 0 0,0 0 0,1-1 0,0 1 1,0 0-1,0 0 0,1-1 0,0 1 0,-1 0 0,1 0 0,1-1 0,-1 1 0,1 0 0,-1 0 0,1 1 0,0-1 1,1 0-1,-1 0 0,0 1 0,1 0 0,0-1 0,0 1 0,0 0 0,0 0 0,1 1 0,-1-1 0,1 1 0,3-2 2,1-1 33,-8 4-31,1 0 1,0 0-1,-1 0 0,1 1 0,0-1 0,0 0 0,0 0 0,0 1 0,0-1 0,0 1 1,0-1-1,0 1 0,0-1 0,0 1 0,0-1 0,0 1 0,0 0 0,0 0 0,0 0 1,0-1-1,0 1 0,1 0 0,-1 0 0,0 1 0,0-1 0,0 0 0,0 0 0,0 0 1,0 1-1,0-1 0,0 1 0,1-1 0,-1 1 0,0-1 0,-1 1 0,1-1 0,0 1 1,0 0-1,0-1 0,0 1 0,0 0 0,-1 0 0,1 0 0,0 0 0,-1 0-2,10 63-410,-11-58 412,1-1-1,0 1 1,0-1 0,1 0-1,-1 1 1,1-1 0,0 0-1,1 1 1,-1-1 0,1 0-1,0 0 1,0 0-1,1 0 1,0-1 0,-1 1-1,4 3-1,-1-6-5,0 0 0,0 0-1,1 0 1,-1 0 0,1-1 0,-1 0-1,1 0 1,0-1 0,-1 0-1,1 1 1,-1-2 0,1 1-1,0-1 1,-1 0 0,1 0-1,-1 0 1,1-1 0,0 0 5,3 0-241,50-11-6729,-30 8-571</inkml:trace>
  <inkml:trace contextRef="#ctx0" brushRef="#br0" timeOffset="15314.72">1687 1755 3584,'-31'13'6528,"29"10"-6093,-1 1 1,-1-1-1,-1 0 1,0-1-1,-2 1 1,-4 8-436,-26 121 1515,36-149-1500,0-1-1,1 0 1,-1 1 0,1-1 0,-1 1 0,1-1 0,0 1 0,0-1 0,0 1 0,0-1 0,0 1 0,1-1 0,-1 1 0,1-1 0,-1 0 0,1 1 0,0-1 0,0 0 0,0 1 0,0-1 0,1 0 0,-1 0 0,1 0 0,-1 0 0,1 0-1,0 0 1,-1-1 0,1 1 0,0 0 0,0-1 0,0 1 0,1-1 0,-1 0 0,0 0 0,0 0 0,1 0 0,-1 0 0,0 0 0,1-1 0,-1 1 0,2-1-15,3-2 135,1-1 0,-1-1 0,0 1 0,0-1 0,0 0 0,0-1 0,-1 1 0,0-1 0,0-1 0,0 1 0,-1-1 0,1 0 0,-1 0 0,-1 0 0,1-1 0,-1 0 0,0 0 1,-1 0-1,0 0 0,0-1 0,0 1 0,-1-1 0,0 0 0,-1 1 0,1-7-135,-3 13 27,0 0-1,0-1 1,0 1 0,0 0 0,0 0-1,0 0 1,-1 0 0,1 0 0,0 0 0,-1 0-1,1 0 1,-1 1 0,1-1 0,-1 0-1,1 1 1,-1-1 0,1 1 0,-1 0 0,1-1-1,-1 1 1,0 0 0,1 0 0,-1 0-1,0 0 1,1 0 0,-1 1 0,1-1 0,-1 0-1,1 1 1,-1-1 0,0 1 0,1 0-1,0-1 1,-1 1 0,1 0 0,-1 0 0,1 0-1,0 0 1,0 0 0,-1 0 0,1 0-1,0 0 1,0 1-27,-5 1 11,-84 53-87,59-35-2973,12-8-8001</inkml:trace>
  <inkml:trace contextRef="#ctx0" brushRef="#br0" timeOffset="15957.44">1779 2139 3968,'0'-5'86,"0"4"-1,-1 0 0,1 1 1,0-1-1,0 0 0,-1 0 1,1 0-1,0 1 0,0-1 0,0 0 1,0 0-1,0 0 0,0 0 1,0 1-1,0-1 0,0 0 1,0 0-1,1 0 0,-1 0 1,0 1-1,0-1 0,1 0 1,-1 0-1,1 1 0,-1-1 1,1 0-1,-1 1 0,1-1 1,-1 0-1,1 1 0,-1-1 1,1 1-1,0-1 0,-1 1 1,1-1-1,0 1 0,0-1 1,-1 1-1,1 0 0,0-1 1,0 1-1,-1 0 0,1 0 0,0 0 1,0 0-1,0 0 0,0-1 1,-1 1-1,1 1 0,0-1 1,1 0-86,8 0 567,0 1-1,-1-2 1,1 0 0,0 0 0,0 0 0,0-1 0,-1-1-1,1 0 1,-1 0 0,1-1 0,-1 0 0,0 0 0,-1-1 0,6-4-567,-12 7 81,0 1 1,0-1-1,-1 1 1,1-1-1,0 0 1,-1 1-1,0-1 1,1 0-1,-1 0 1,0 0-1,0 0 1,0-1 0,0 1-1,-1 0 1,1 0-1,-1 0 1,1-1-1,-1 1 1,0 0-1,1-1 1,-1 1-1,-1 0 1,1 0-1,0-1 1,0 1 0,-1 0-1,1-1 1,-1 1-1,0 0 1,0 0-1,0 0 1,0 0-1,0 0 1,0 0-1,0 0 1,-1 0-1,1 0 1,-1 1 0,1-1-1,-1 0 1,0 1-1,0-1 1,0 1-1,0 0 1,0-1-82,-1 1-21,-1-1 0,1 0 0,0-1 0,0 1 0,0 0 0,0-1 0,1 0 0,-1 0 0,1 1 0,-1-1 0,1-1 0,0 1 1,0 0-1,1 0 0,-1-1 0,1 1 0,-1-1 0,1 0 0,0 1 0,1-1 0,-1 0 0,0 1 0,1-1 0,0 0 0,0 0 0,0 0 0,1-3 21,17-51 5,-17 56 2,-1 1 0,1 0 0,0 0 0,-1 0 0,1 0-1,0-1 1,0 1 0,0 0 0,0 0 0,0 1 0,0-1 0,0 0 0,0 0-1,0 0 1,0 1 0,1-1 0,-1 0 0,0 1 0,0-1 0,1 1-1,-1 0 1,0-1 0,1 1 0,-1 0 0,0 0 0,1 0 0,-1 0 0,0 0-1,1 0 1,-1 0 0,0 0 0,1 1 0,-1-1 0,0 1 0,1-1-1,-1 1 1,0-1 0,0 1 0,1-1 0,-1 1 0,0 0 0,1 0-7,1 2-14,0 0-1,0 0 1,-1 0 0,1 0 0,0 0 0,-1 1 0,0-1 0,0 1 0,0-1 0,0 1-1,-1 0 1,1 0 0,-1 0 0,0 0 0,0 0 0,0 0 0,-1 0 0,1 0-1,-1 0 1,0 0 0,0 0 0,-1 0 0,0 2 14,2 23-219,14-2-3032,15-16-3914,-12-8 2120</inkml:trace>
  <inkml:trace contextRef="#ctx0" brushRef="#br0" timeOffset="17326.09">1707 2918 1024,'-14'-26'1635,"0"2"3823,0 9 3057,-8 7-5390,-55 7-4554,67 2 2428,-264 3 1433,-59-5-2255,146 7-130,-193 2 17,118 12-309,164-7 944,77 2-641,54 5-100,20 0-58,0-3 1,0-2 0,2-3 0,-1-2 0,55 3 99,312 12 32,-351-24 95,1-2 0,-1-4-1,-1-2 1,1-4 0,50-15-127,-95 21 17,1 1-1,1 0 1,-1 2 0,0 2-1,1 0 1,-1 1-1,0 2 1,0 1 0,11 3-17,-24-4 6,-2 0 27,0 0 0,1-1 0,-1 0 0,1-1 0,0 0 0,-1-1 0,1 0 0,0-1 0,-1 0 0,7-2-33,40-8 254,-5 1-944,-21-2-3904,-27 9-7693</inkml:trace>
  <inkml:trace contextRef="#ctx0" brushRef="#br0" timeOffset="20002.18">5949 679 2816,'62'4'10896,"-51"0"-10676,0 0 1,1 0-1,-1-1 1,1-1-1,0 0 1,0 0-1,0-1 1,0-1-1,6 0-220,-3 0 176,350-27 3151,-332 27-3449,-32 0 271,-1 0-16,0 0-10,0 0-22,0 0-15,0 0-38,-14-19-1046,14 15 1034,-1 1 1,1-1-1,0 0 0,-1 0 0,2 0 0,-1 0 0,0 1 0,1-1 0,0 0 0,0 0 0,0 1 0,0-1 0,1 0 0,-1 1 0,1-1 0,0 1 0,0 0 0,0 0 0,0-1 0,1 1 1,-1 1-1,1-1 0,0 0 0,0 1 0,2-3-36,-2 6 9,0 0 0,0 0 1,0 0-1,-1 1 0,1-1 1,0 1-1,-1-1 0,1 1 0,-1 0 1,0 0-1,0 0 0,1 0 1,-1 0-1,0 0 0,-1 1 1,1-1-1,0 1 0,-1-1 1,0 1-1,1 0 0,-1 1-9,5 5-14,75 129-1063,-79-138 1085,-1-1-1,0 1 1,1 0 0,-1-1 0,0 1-1,1-1 1,-1 1 0,0-1 0,0 0-1,1 0 1,-1 1 0,0-1 0,0 0-1,0 0 1,0 0 0,0 0 0,0 0-1,0 0 1,-1-1 0,1 1 0,0 0-1,-1 0 1,1-1 0,-1 1 0,1 0-1,-1 0 1,1-1 0,-1 1 0,0-1-1,0 1 1,0 0 0,0-1 0,0 0-8,2-6 72,-2 5-82,0 1-1,0-1 1,0 1-1,0-1 0,0 1 1,0-1-1,1 1 0,-1-1 1,1 1-1,0-1 1,0 1-1,0 0 0,0-1 1,0 1-1,0 0 1,0 0-1,1 0 0,-1 0 1,1 0-1,0 0 0,0 0 1,0 0-1,-1 1 1,1-1-1,1 1 0,-1-1 1,0 1-1,0 0 1,1 0-1,-1 0 0,0 0 1,1 0-1,-1 0 0,1 1 1,-1-1-1,1 1 1,-1 0-1,1 0 0,-1 0 1,2 0 10,93 77 1040,-43-119-934,-44 39-106,0 0 0,1 0-1,0 2 1,-1-1 0,1 1-1,0 1 1,0 0 0,0 0-1,-1 1 1,1 1 0,0 0-1,-1 0 1,1 1 0,-1 0-1,0 1 1,5 2 0,46 13 59,0-2-1,1-4 1,1-2 0,46 2-59,47-14-2246,-124-4-5647,-19 2 2059</inkml:trace>
  <inkml:trace contextRef="#ctx0" brushRef="#br0" timeOffset="20393.37">6432 10 3712,'-8'4'163,"8"-4"-61,-1 1-1,1-1 1,0 1-1,-1-1 0,1 1 1,0-1-1,-1 0 0,1 1 1,0-1-1,-1 0 0,1 1 1,-1-1-1,1 0 0,-1 0 1,1 1-1,-1-1 1,1 0-1,-1 0 0,1 0 1,-1 0-1,1 1 0,-1-1 1,1 0-1,-1 0 0,1 0 1,-1 0-1,1 0 1,-1 0-1,1 0 0,-1-1 1,1 1-1,-1 0 0,1 0 1,-1 0-1,1 0 0,-1-1 1,1 1-1,-1 0 0,1-1 1,-1 1-1,1 0 1,0-1-1,-1 1 0,1 0 1,0-1-1,-1 1 0,1-1 1,0 1-1,-1 0 0,1-1 1,0 1-1,0-1 1,-1 1-1,1-1 0,0 1 1,0-1-1,0 1 0,0-1 1,0 0-102,8 11 4912,23 265-4032,-34-208-611,0-13-5984,3-39-679</inkml:trace>
  <inkml:trace contextRef="#ctx0" brushRef="#br0" timeOffset="20853.12">6747 0 7040,'-40'26'1605,"36"-28"2443,2 6-2800,2-3-1355,-10 35 385,3-1 0,1 1 0,1 1 0,3-1 0,0 1 0,3-1 0,0 1 0,3-1 0,1 0-278,-5-32 42,1-1 0,-1 0 0,1 0 0,0 0 0,-1 0 0,1 0 0,1 0 0,-1 0 0,0 0 0,1-1 0,0 1 1,-1 0-1,1-1 0,0 1 0,0-1 0,1 0 0,-1 0 0,0 1 0,1-2 0,-1 1 0,1 0 0,0 0 0,-1-1 1,1 1-1,0-1 0,0 0 0,0 0 0,0 0 0,0-1 0,0 1 0,0 0 0,0-1 0,1 0 0,-1 0 1,0 0-1,0 0 0,0-1 0,0 1 0,0-1 0,0 0 0,1 1 0,-2-1 0,1-1 0,0 1 0,0 0 0,1-2-42,2-1 53,-1-1-1,0 0 0,0 0 0,0 0 0,0-1 0,-1 1 0,0-1 0,0 0 1,0-1-1,-1 1 0,0 0 0,-1-1 0,1 0 0,-1 0 0,0 0 0,-1 0 0,0 0 1,0 0-1,0 0 0,-1 0 0,0-1 0,-1-3-52,0 9 18,0-1-1,0 1 0,0 0 1,-1-1-1,1 1 1,-1 0-1,0 0 1,1 0-1,-1 0 1,0 0-1,0 1 1,0-1-1,-1 0 1,1 1-1,0 0 1,-1-1-1,1 1 0,0 0 1,-1 0-1,1 0 1,-1 1-1,0-1 1,1 1-1,-1-1 1,0 1-1,1 0 1,-1 0-1,0 0 1,1 0-1,-1 1 1,0-1-1,1 1-17,-84 25-3945,73-18-477,1 0-2708</inkml:trace>
  <inkml:trace contextRef="#ctx0" brushRef="#br0" timeOffset="21472.98">7014 320 3712,'-41'-21'1408,"70"15"7184,-4 6-7355,-19-1-1005,0-1 0,0 1 0,0-1 0,0 0 0,0 0 0,-1-1 0,1 1 0,-1-1 0,1-1 0,-1 1 0,0-1 0,-1 0 0,1 0 0,1-1-232,-29-50 1680,22 49-1692,1 1 0,0-1 0,0 1 0,0-1 0,0 0 0,1 1 0,0-1 0,0 1 0,1-1 0,0 1 1,-1 0-1,2 0 0,-1 0 0,1 0 0,-1 0 0,1 0 0,1 0 0,-1 1 0,1 0 0,0 0 0,0 0 0,0 0 0,0 0 0,0 1 0,1 0 1,0 0-1,0 0 0,0 0 0,0 1 0,0 0 0,0 0 0,0 0 0,1 1 0,-1 0 0,1 0 0,-1 0 0,1 1 0,5-1 12,-6 3-3,0 0 0,1 1 0,-1-1 0,0 1 0,-1 0 0,1 0 0,0 1 0,-1-1 0,0 1 0,0 0 0,0 0 0,0 1 0,-1-1 0,1 1 0,-1-1 0,0 1 0,-1 0 0,1 1 0,-1-1 0,0 0 0,0 1 0,-1-1-1,2 6 4,19 39-735,-8-25-484,-5 2-6399,-7-15 1869</inkml:trace>
  <inkml:trace contextRef="#ctx0" brushRef="#br0" timeOffset="22236.99">7323 240 1664,'11'-3'6496,"-17"6"448,5-3-6016,1 0 127,16-4 604,71 1-6299,-55 4 198,-7-1-1446</inkml:trace>
  <inkml:trace contextRef="#ctx0" brushRef="#br0" timeOffset="23669.94">7534 769 2944,'0'0'1088,"0"0"-101,0 0-406,0 0 133,0 0 940,0 0 90,0 0-576,0 0-166,0 0-84,0 0-44,0 0-79,0 0-59,0 0-224,0 0-112,6 2-144,35 7 225,1 0-1,1-3 1,-1-2 0,1-1 0,0-3-1,0-1 1,4-3-481,2-5-1472,-43 8-450,-4 1-3039,-1 0-2667,-1 0 5985</inkml:trace>
  <inkml:trace contextRef="#ctx0" brushRef="#br0" timeOffset="25453.1">7969 870 4864,'-26'6'8736,"25"-5"-8059,1-1 27,3 9 128,1 12-337,-1 1 1,-1-1 0,-1 1-1,-2 0 1,0-1-1,-3 22-495,0-7 829,-24 316-1554,28-347 759,-1 0-1,0 0 0,0 0 1,0 0-1,-1 0 1,1-1-1,-1 1 0,0-1 1,-1 1-1,1-1 1,-1 0-1,0 0 1,0 0-1,0 0 0,-4 3-33,6-6-298,1-1 84,0 0 44,0 0 84,0 0 6,175 19-480,-210 15 1174,-78 57-774,111-89 153,0 0 1,0 0-1,0 0 1,0 1-1,1-1 0,-1 1 1,0-1-1,1 1 1,0 0-1,0-1 1,0 1-1,0 0 1,0 0-1,0 0 0,1 0 1,-1 0-1,1 0 1,0 0-1,0 0 1,0 0-1,1 0 1,-1 0-1,0 0 1,1-1-1,0 1 0,0 0 1,0 0-1,0 0 1,0 0-1,1-1 1,-1 1-1,1-1 1,-1 1-1,1-1 0,1 1 7,70 65-1418,-72-67 1440,0 0 1,0 0 0,0 0-1,0 1 1,-1-1-1,1 0 1,0 1-1,-1-1 1,1 0 0,-1 1-1,1-1 1,-1 1-1,0-1 1,1 1-1,-1-1 1,0 1 0,0-1-1,0 1 1,0-1-1,0 1 1,-1-1-1,1 1 1,0-1 0,-1 1-1,1-1 1,-1 1-1,0-1 1,1 0-1,-1 1 1,0-1 0,0 0-1,0 0 1,1 1-1,-1-1 1,-1 0-1,1 0-22,-47 45 168,40-40-140,5-3-75,-1 0 0,1 0 0,0 0 0,0 0 1,0 1-1,1-1 0,-1 1 0,1-1 0,-1 1 0,1 0 0,1 0 1,-1 0-1,0 0 0,1 0 0,0 1 0,0-1 0,0 0 0,1 1 1,-1-1-1,1 1 0,0-1 0,0 0 0,1 1 0,-1-1 0,1 0 1,0 1-1,0-1 0,1 1 47,78 228 1045,-73-194-1139,-4-28 131,-1 0-1,0 0 1,-1 1-1,0-1 1,-1 0-1,0 0 1,-1 1-1,0-1 1,-2 4-37,2-13 5,-1-1 0,0 1 0,0 0 1,0-1-1,-1 0 0,1 1 0,0-1 0,0 0 0,-1 0 1,1 0-1,-1-1 0,1 1 0,0 0 0,-1-1 1,1 0-1,-1 0 0,0 1 0,1-1 0,-1-1 1,1 1-1,-1 0 0,-1-1-5,-6 1 8,-363 33 472,44-28 1062,-12 3-492,136-1-1370,172-8 337,-1 0 0,1 3 0,0 0-1,0 2 1,0 2 0,0 1 0,-10 4-17,38-9 223,-5 1-3162,2-2-4884,3-1 1957</inkml:trace>
  <inkml:trace contextRef="#ctx0" brushRef="#br0" timeOffset="26142.91">5064 1697 1408,'27'-45'3051,"-27"45"-2919,-4 13 6263,19 4-3995,3-11-1946,1-1-1,-1 0 1,1-2-1,0 0 1,0-1-1,0-1 1,0 0-1,15-3-453,-16 2 169,23-1 329,0-2 0,0-2 0,0-1 0,39-13-498,21-12-1890,-88 22-1240,-10-2-2865,-3 3 1355</inkml:trace>
  <inkml:trace contextRef="#ctx0" brushRef="#br0" timeOffset="26462.6">4887 1569 4352,'173'-60'12671,"63"50"-10245,-156 12-2148,-77-2-353,178 0-395,-102 0-4360,-57 0-4722</inkml:trace>
  <inkml:trace contextRef="#ctx0" brushRef="#br0" timeOffset="26922.35">5652 1319 4608,'37'67'11392,"51"5"-11177,-78-66-201,57 16 2028,-93 12-548,-190 309-1292,169-287-9593,42-52 2975</inkml:trace>
  <inkml:trace contextRef="#ctx0" brushRef="#br0" timeOffset="29864.97">8335 1602 2944,'-1'0'97,"1"0"0,-1 0 1,0-1-1,0 1 0,1 0 0,-1 0 1,1 0-1,-1-1 0,0 1 0,1 0 0,-1-1 1,1 1-1,-1-1 0,0 1 0,1-1 1,0 1-1,-1-1 0,1 1 0,-1-1 1,1 1-1,-1-1 0,1 1 0,0-1 1,-1 0-1,1 1 0,0-1 0,0 0 0,0 1 1,-1-1-1,1 0 0,0 1 0,0-1 1,0 0-1,0 1 0,0-1 0,0 0 1,0 1-1,0-1 0,1 0 0,-1 1 1,0-1-1,0 0 0,1 1 0,-1-1 0,0 0 1,1 1-1,-1-1 0,0 1 0,1-1 1,-1 1-1,1-1 0,-1 1 0,1-1 1,-1 1-1,1-1 0,0 1-97,26-40 5701,-26 37-5664,0 1 0,1-1 1,-1 0-1,1 1 0,0-1 0,0 1 0,0 0 0,0-1 0,0 1 0,0 0 0,1 0 1,-1 1-1,1-1 0,-1 0 0,1 1 0,0 0 0,-1-1 0,1 1 0,0 0 0,0 0 0,0 1 1,0-1-1,0 0 0,0 1 0,0 0 0,0 0 0,0 0 0,0 0 0,0 0 0,0 1 1,0-1-1,0 1 0,0 0 0,0 0 0,-1 0 0,1 0 0,0 1 0,0-1 0,-1 1 0,1-1 1,-1 1-1,1 0 0,-1 0 0,0 0 0,0 0 0,0 0 0,1 2-37,0 7 95,0 0 1,0 1-1,-2-1 0,1 1 0,-1-1 0,-1 1 1,0-1-1,-1 1 0,0 0 0,-1-1 1,0 0-1,-1 1 0,0-1 0,-1 1-95,-6 33-719,11-42 634,0-1 0,0 1 1,-1-1-1,2 1 0,-1-1 1,0 0-1,0 0 0,1 0 1,-1 1-1,1-1 1,0-1-1,-1 1 0,1 0 1,0 0-1,0-1 0,0 1 1,0-1-1,1 1 0,-1-1 1,0 0-1,0 0 1,1 0-1,-1 0 0,1 0 1,-1-1-1,1 1 0,0-1 85,13 7-109,73 49 1618,-89-54-1456,0 0 0,0 0 0,0 1 0,0-1 0,-1 0 0,1 0 0,-1 0 0,1 0 0,-1 0 0,0 0 0,0 0 0,0 0 0,0 0 0,0 0 0,0 0 0,0 0 0,-1-1 0,1 1 0,-1 0 0,1-1 0,-1 1 0,0-1 0,1 0 0,-1 0 0,0 1 0,0-1 0,0 0 0,0-1 0,0 1 0,0 0 0,0 0 0,0-1 0,-1 1-53,1 0 6,-26 14 575,-47 21 547,20-35-8080,35-6-706</inkml:trace>
  <inkml:trace contextRef="#ctx0" brushRef="#br0" timeOffset="30568.37">8712 1866 5888,'0'-1'88,"0"-1"1,0 1 0,0 0-1,0-1 1,0 1 0,0-1-1,0 1 1,1-1 0,-1 1-1,0-1 1,1 1 0,-1 0-1,1-1 1,-1 1 0,1 0-1,0-1 1,0 1 0,0 0-1,-1 0 1,1 0 0,0 0-1,0-1 1,1 2 0,-1-1-1,0 0 1,0 0 0,0 0-1,1 0 1,-1 1 0,0-1-1,1 1 1,-1-1 0,0 1-1,1-1 1,-1 1 0,1 0-1,-1 0 1,1-1 0,-1 1-1,1 0 1,-1 0 0,1 1-1,-1-1 1,0 0 0,1 0-1,-1 1 1,1-1 0,0 1-89,94-7 5257,47-16-4424,-143 11 78,-32-3 28,11 4-208,16 7-713,0 1 0,1-1 0,-1 0 0,1-1 0,-1 1 0,1-1 0,0 0 0,1 0-1,-1 0 1,1-1 0,-1 1 0,1-1 0,1 0 0,-1 1 0,1-1 0,0-1 0,0 1 0,0 0-1,0 0 1,1-1 0,0 1 0,0-1 0,1 1 0,0-1 0,0 1 0,0-1 0,0 1 0,1-1-1,0 1 1,0-1 0,1 1 0,-1 0 0,1 0 0,0-1 0,0 1 0,1 1 0,0-1-1,0 0 1,0 1 0,0-1 0,1 1 0,-1 0 0,1 0 0,0 0 0,2-1-18,-3 3-23,0 0 0,0 0 0,0 0 0,0 1 0,1-1 0,-1 1 0,0 0 0,1 0 0,-1 0 0,0 0 0,1 1 0,-1 0 0,1-1 0,-1 1 0,1 0 0,-1 0 0,1 1 1,-1-1-1,1 1 0,-1 0 0,1 0 0,-1 0 0,0 0 0,1 1 0,-1-1 0,0 1 0,0 0 0,0 0 0,0 0 0,-1 0 0,1 0 0,0 1 0,-1-1 0,0 1 0,1-1 0,-1 1 0,0 0 0,0 0 0,-1 0 0,1 0 1,-1 1-1,1-1 0,-1 0 0,0 1 0,0-1 0,0 2 23,3 217 352,-2-220-467,-1-1-1,1 0 1,0 0 0,0 0 0,1 0 0,-1 0 0,0 0 0,0-1-1,0 1 1,1 0 0,-1-1 0,0 0 0,1 0 0,-1 0 0,0 0-1,0 0 1,1 0 0,-1 0 0,0-1 0,1 1 0,-1-1 0,0 0-1,0 0 1,0 1 0,0-1 0,0-1 0,0 1 0,0 0-1,0 0 1,0-1 115,9-2-913,65-23-5316,-40 12 1301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4:59:56.91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506 877 1280,'-48'-18'1024,"49"17"7457,-5 5-6370,-117 30 1441,-24-3-270,-23 5-5125,161-33 858,-2 0-1422,4-2-5102,5-1 3851</inkml:trace>
  <inkml:trace contextRef="#ctx0" brushRef="#br0" timeOffset="310.08">343 598 4096,'-6'0'0,"-1"-4"2304,-1 4 0,0 4-832,1 1 0,-3-1-448,-1 1 0,-1 0 192,-11 2 0,-5 4-545,1-1 1,-1 1-576,4 2 32,-3 1-128,4-5 0,3-2-2527,4-2 31,1 0-5920</inkml:trace>
  <inkml:trace contextRef="#ctx0" brushRef="#br0" timeOffset="769.55">257 438 6016,'-49'0'1509,"75"27"3184,17-9-3983,-1-2-1,2-2 0,0-2 1,1-2-1,-1-2 0,2-1 0,-1-3 1,37-1-710,-81-4 28,0 0 1,0 1-1,0-1 1,0 1 0,0 0-1,0-1 1,0 1-1,0 0 1,0 0-1,0-1 1,0 1-1,1 0 1,-1 0 0,0 0-1,0 0 1,0 1-1,0-1 1,0 0-1,0 0 1,0 1-1,0-1 1,0 1 0,0-1-1,0 1 1,0-1-1,0 1 1,0-1-1,0 1 1,0 0-1,0 0 1,0-1 0,-1 1-1,1 0 1,0 0-1,-1 0 1,1 0-1,0 0 1,-1 0-1,1 0 1,-1 0-1,0 0 1,1 0 0,-1 0-1,0 0 1,0 0-1,1 0 1,-1 0-1,0 1 1,0-1-1,0 0 1,0 0 0,-1 0-1,1 0 1,0 0-1,0 0 1,-1 0-1,1 0 1,-1 0-1,1 0 1,-1 0 0,1 0-1,-1 0 1,1 0-1,-1 0 1,0 0-29,-212 405 768,204-388-1256,-1 5-4907,5-14-4215</inkml:trace>
  <inkml:trace contextRef="#ctx0" brushRef="#br0" timeOffset="4240.49">1662 137 3072,'48'15'15045,"69"-12"-14645,235-59 896,-103-2-1184,-70 31-102,-140 14-714,-38 12 896,-1 1-128,0 9 320,-21 49 11,4 0 0,1 1-1,-5 51-394,10-57-1119,7-42 1197,1 0-1,1 1 0,0-1 0,0 0 1,1 1-1,1 0 0,-1-1 0,2 1 1,0-1-1,0 1 0,1-1 0,1 2-77,4 18 998,-7-30-1004,0-1-116,0 0-81,0 0-272,30-2-1285,155 3 2166,-185-1-413,0 0 1,-1 1 0,1-1 0,0 0-1,0 1 1,-1-1 0,1 1 0,0-1-1,0 1 1,0-1 0,0 0 0,0 1-1,0-1 1,-1 1 0,1-1 0,0 1-1,0-1 1,0 1 0,0-1 0,1 1-1,-1-1 1,0 0 0,0 1 0,0-1-1,0 1 1,0-1 0,0 1-1,1-1 1,-1 0 0,0 1 0,0-1-1,1 1 1,-1-1 0,0 0 0,1 1-1,-1-1 1,0 0 0,1 0 0,-1 1-1,0-1 1,1 0 0,-1 0 0,1 1-1,-1-1 1,1 0 0,-1 0 0,0 0-1,1 0 1,-1 0 0,1 0-1,-1 0 1,1 0 0,-1 0 0,1 0-1,-1 0 1,1 0 0,-1 0 0,0 0-1,1 0 1,-1 0 0,1 0 0,-1 0-1,1-1 1,-1 1 0,0 0 0,1 0 6,-35 20-673,27-17 1033,-16 9-25,8-4-295,-1-1-1,2 2 1,-1 0 0,1 1 0,0 1 0,1 0 0,1 0 0,-1 2 0,-4 6-40,16-16-16,1-1 0,-1 1 0,1-1 0,0 0 0,0 1 0,0-1 1,0 1-1,0-1 0,0 0 0,1 1 0,-1-1 0,1 1 0,0-1 0,0 0 1,0 0-1,0 1 0,0-1 0,0 0 0,0 0 0,1 0 0,-1 0 0,1 0 1,-1-1-1,1 1 0,0 0 0,0-1 0,0 1 0,0-1 0,0 0 0,0 1 1,0-1-1,0 0 0,0 0 0,1-1 0,-1 1 0,0 0 0,1-1 0,-1 1 0,1-1 1,-1 0-1,0 0 0,1 0 0,-1 0 0,2 0 16,13 6-48,-5-3 46,-11-3 2,0 0-1,1 0 1,-1 0-1,1 0 1,-1 0-1,0 1 1,1-1-1,-1 0 1,0 1-1,1-1 1,-1 1-1,0-1 1,0 1-1,1-1 1,-1 1-1,0 0 1,0 0-1,0 0 1,0-1-1,0 1 1,0 0 0,0 0-1,0 1 1,0-1-1,0 0 1,-1 0-1,1 0 1,0 0-1,-1 1 1,1-1-1,-1 0 1,1 1-1,-1-1 1,0 0-1,1 1 1,-1-1-1,0 0 1,0 1-1,0-1 1,0 1 0,-71 97-256,72-96 302,-1-1 1,0 0-1,1 1 1,-1-1 0,1 1-1,0-1 1,0 0-1,0 1 1,0-1 0,0 0-1,1 0 1,-1 0-1,1 0 1,-1 0-1,1 0 1,0 0 0,-1 0-1,1-1 1,0 1-1,0-1 1,0 1-1,1-1 1,-1 0 0,0 0-1,0 0 1,1 0-1,0 0-46,-2 0 1,67 49-929,-68 27 1510,-2-65-589,-3 16 5,1-1 0,1 1 0,2 0 1,1 0-1,1 0 0,1 0 0,2 0 0,3 14 2,-5-15 123,-2-26-390,0-1-26,0 0 112,0 0 53,0 0 26,0 0 129,0 0 490,-31 0-581,-53 4 288,0 4 0,-70 16-224,37-5-634,-188 13 276,243-24 1532,35 14-1146,24-16-3826,2-1-4021,1-5 3387</inkml:trace>
  <inkml:trace contextRef="#ctx0" brushRef="#br0" timeOffset="5429.52">1059 867 3456,'-12'-25'9175,"-4"14"-6809,11 44-1310,49 122 1136,-44-155-2173,-1 0 1,1-1 0,0 1-1,-1 0 1,1 0 0,0-1-1,-1 1 1,1 0 0,0 0-1,-1 0 1,1 0 0,-1 0-1,1 0 1,0 0 0,-1-1-1,1 1 1,-1 0 0,1 0-1,-1 0 1,1 1 0,0-1-1,-1 0 1,1 0 0,-1 0-1,1 0 1,0 0 0,-1 0-1,1 1 1,0-1 0,-1 0-1,1 0 1,0 1 0,-1-1-1,1 0 1,0 0 0,-1 1-1,1-1 1,0 0 0,0 1-1,-1-1 1,1 0 0,0 1-1,0-1 1,0 0 0,0 1-1,-1-1 1,1 1 0,0-1-1,0 0 1,0 1 0,0-1-1,0 1 1,0-1 0,0 0-1,0 1 1,0-1 0,0 1-1,0-1 1,0 1 0,0-1-20,-23-28 126,18 17-104,0 1-1,1-1 0,1 0 0,0 1 0,0-2 1,1 1-1,1 0 0,0 0 0,0-1 0,1 1 1,0 0-1,1-1 0,1 1 0,1-5-21,-2 6 2,-1 5-3,0 0-1,1 0 0,0 0 1,1 0-1,-1 0 1,1 0-1,-1 0 1,2 0-1,-1 1 1,0-1-1,1 1 1,0-1-1,0 1 1,0 0-1,0 0 1,1 1-1,0-1 1,0 1-1,0 0 1,0-1-1,0 2 1,0-1-1,1 0 0,0 1 1,-1 0-1,1 0 1,0 1-1,5-2 2,-8 3-23,1 0-1,0 0 0,0 0 1,0 1-1,-1-1 1,1 1-1,0 0 0,0 0 1,-1 0-1,1 0 0,-1 0 1,1 1-1,-1-1 0,1 1 1,-1-1-1,0 1 1,0 0-1,0 0 0,0 0 1,0 0-1,0 0 0,-1 1 1,1-1-1,-1 0 0,1 1 1,-1-1-1,0 1 1,0 0-1,0-1 0,0 1 1,0 0-1,-1 0 0,1-1 1,-1 1-1,0 0 0,0 0 1,0 0 23,-50 73 485,36-66-414,8-7-65,1 0 1,1 0 0,-1 0-1,0 1 1,1-1 0,0 1-1,0 0 1,0 0 0,0 1-1,0-1 1,1 1 0,0 0-1,0 0 1,0 0 0,1 0-1,0 1 1,0-1 0,0 0-1,0 4-6,4-5 88,1 1 0,0-1 0,0 0 0,1 0 0,-1 0 0,1 0-1,0 0 1,0-1 0,0 0 0,0 0 0,0 0 0,1 0 0,-1-1-1,1 1 1,0-1 0,0 0 0,0-1 0,0 1 0,5 0-88,-8-1 69,90 26-285,-30-14-5130,-45-10-5262</inkml:trace>
  <inkml:trace contextRef="#ctx0" brushRef="#br0" timeOffset="6405.55">1309 1017 4864,'1'-2'352,"0"1"1,1-1-1,-1 0 1,0 1-1,0-1 1,1 0-1,-1 1 1,1 0-1,-1-1 1,1 1-1,0 0 1,-1 0-1,1 0 1,0 0-1,0 0 1,0 0-1,0 0 1,0 1-1,0-1 1,0 1-1,0-1 1,0 1-1,0 0 1,0 0-1,0 0 1,0 0-1,2 0-352,16-2 1624,-12 0-1488,0 0 0,0 0 0,0-1 0,-1 0 0,1 0 0,-1-1 0,0 0 0,1 0 0,-2-1 0,1 0 0,-1 0 0,1-1 0,-1 0 0,-1 0 0,1 0 0,3-6-136,-9 11 19,0 0 0,0-1 1,0 1-1,0 0 0,0 0 0,-1-1 1,1 1-1,0 0 0,0 0 0,-1 0 1,1 0-1,-1-1 0,1 1 0,-1 0 1,0 0-1,1 0 0,-1 0 0,0 0 1,0 0-1,0 1 0,0-1 0,0 0 1,0 0-1,0 0 0,0 1 1,0-1-1,0 1 0,0-1 0,0 1 1,0-1-1,0 1 0,-1 0 0,1-1 1,0 1-1,0 0 0,0 0 0,-1 0 1,1 0-1,0 0 0,0 0 0,-1 0 1,1 0-1,0 1 0,0-1 0,0 0 1,-1 1-1,1-1 0,0 1 0,0-1 1,0 1-1,0-1 0,0 1 1,0 0-1,-1 0-19,-5 1 0,0 1 1,0-1-1,0 1 1,0 1-1,1-1 1,-1 1-1,1 0 1,0 1-1,0-1 1,0 1-1,1 0 1,0 1-1,0-1 1,0 1-1,0 0 1,1 0-1,0 1 1,0-1-1,1 1 1,0 0-1,-1 2 0,4-7-17,0 0 1,0-1-1,0 1 0,0 0 0,1-1 0,-1 1 0,0-1 0,1 1 0,-1 0 0,1-1 0,0 1 0,-1-1 0,1 1 0,0-1 0,0 0 0,0 1 0,0-1 0,0 0 0,0 1 0,0-1 0,1 0 1,-1 0-1,0 0 0,1 0 0,-1 0 0,1 0 0,-1-1 0,1 1 0,-1 0 0,1-1 0,-1 1 0,1-1 0,-1 0 0,1 1 0,0-1 0,-1 0 0,1 0 0,0 0 17,66-2-150,-53-1 101,-1 0-1,0-1 1,0-1 0,-1 0 0,1-1-1,-1 0 1,0-1 0,-1 0 0,0-1-1,0-1 1,-1 0 0,0-1 0,0 0 49,-9 8 34,-1 0-1,1-1 1,-1 1 0,0 0 0,0-1 0,0 1-1,0-1 1,0 1 0,0-1 0,-1 0 0,1 1 0,-1-1-1,0 0 1,0 1 0,0-1 0,0 0 0,0 1-1,-1-1 1,1 0 0,-1 1 0,0-1 0,1 1-1,-1-1 1,0 1 0,-1-1 0,1 1 0,0-1 0,-1 1-1,1 0 1,-1 0 0,0 0 0,0 0 0,0 0-1,0 0 1,0 1 0,0-1 0,0 0 0,0 1-1,-1 0 1,1 0 0,-1-1 0,1 1 0,-1 1-1,1-1 1,-1 0 0,1 1 0,-1-1 0,0 1 0,1 0-1,-3 0-33,2 3 16,-1 0 0,1 0 0,0 1 0,0-1-1,1 1 1,-1 0 0,1-1 0,0 1 0,0 0-1,0 1 1,0-1 0,1 0 0,-1 0 0,1 1 0,0-1-1,1 1 1,-1-1 0,1 1 0,0-1 0,0 1-1,0-1 1,1 1 0,0-1 0,-1 1 0,2-1-1,-1 1 1,0-1 0,2 2-16,-2-1-77,0 0 0,1-1 0,-1 1-1,1-1 1,0 1 0,0-1 0,1 0 0,-1 0 0,1 0 0,0 0-1,0-1 1,0 1 0,1-1 0,-1 1 0,4 1 77,-5-5 3,0 0-1,-1 0 1,1-1 0,0 1 0,-1-1 0,1 1-1,-1-1 1,1 1 0,-1-1 0,1 0 0,-1 0-1,1 0 1,-1 0 0,0 0 0,1 0 0,-1 0 0,0 0-1,0-1 1,0 1 0,0 0 0,0-1 0,0 1-1,0-1 1,0 1 0,-1-1 0,1 1 0,-1-1-1,1 0 1,-1 1 0,1-1 0,-1 0 0,0 1 0,0-1-1,0 0 1,0 1 0,0-1-3,2-5 224,6-97 165,-8 102-346,3 26-112,2 265 325,-3-247 917,-1-14-421,1-55-539,10-80-612,0 35-3864,-11 64 3342,7-35-9879</inkml:trace>
  <inkml:trace contextRef="#ctx0" brushRef="#br0" timeOffset="7694.86">3062 477 5504,'0'0'1024,"0"0"0,0 0 0,0 0 21,0 0 86,0 0 149,0 0 512,1 10-224,42 248 997,-37-229-2337,-1-1-2296,0-10-3612,-2-9-661</inkml:trace>
  <inkml:trace contextRef="#ctx0" brushRef="#br0" timeOffset="8261.94">3422 547 3840,'-46'13'2346,"25"-26"7056,0-2-6815,17 18-2581,1-1-1,-1 1 0,1-1 1,0 1-1,0 0 0,0 0 1,0 1-1,1-1 0,-1 0 1,1 1-1,0 0 0,0-1 1,0 1-1,1 0 0,-1 0 1,1 0-1,0 0 0,0 0 1,1 1-1,-1-1 0,1 0 1,0 0-1,0 1 0,0-1 1,0 0-6,13 78 165,13-74-2456,16-35 3259,-35 20-898,0 0-1,0 0 0,0 0 1,-1-1-1,0 0 0,0-1 1,-1 1-1,-1-1 0,1 0 1,-1 0-1,-1-1 0,2-5-69,-3 158 2176,-1-136-2416,15 79 1195,-7-50-4358,-9-32 1224,0-3-1830,0 0 902,0-1-1325</inkml:trace>
  <inkml:trace contextRef="#ctx0" brushRef="#br0" timeOffset="8887.5">3642 794 2944,'-14'-53'1109,"21"47"4053,24 3-3358,-14 2-1431,219-46 4464,-230 46-4740,7-2 872,-18 0-478,-22 0-712,-71-15 1479,95 17-1228,1 1 0,-1-1 0,1 0 0,-1 0 0,1-1 0,0 1 0,0-1 0,0 1 0,-1-1 0,1 1 0,1-1 0,-1 0 0,0 0 0,0 0 0,1 0 0,-1 0 0,1-1 0,0 1 0,-1 0 0,1-1 0,0 1 0,0-1 0,1 1 0,-1-1 0,1 1 0,-1-1 0,1 0 0,0 1 0,0-1 0,0 0 0,0 1 0,0-1 0,1-1-30,2-2 4,0 0 0,1 0 0,0 0 0,0 0 0,0 0 0,1 1 1,0 0-1,0 0 0,0 0 0,1 1 0,0-1 0,0 1 0,0 1 0,0-1 1,0 1-1,1 0 0,0 0 0,-1 1 0,1 0 0,0 0 0,0 1 0,6-1-4,-9 2-15,-1 0-1,1 0 1,0 0-1,0 0 0,0 1 1,0-1-1,0 1 1,0 0-1,0 1 0,0-1 1,-1 1-1,1-1 1,-1 1-1,1 0 0,-1 0 1,0 1-1,1-1 1,-1 1-1,0-1 0,-1 1 1,1 0-1,0 0 0,-1 1 1,0-1-1,0 0 1,0 1-1,0-1 0,0 1 1,-1 0-1,1-1 1,-1 1-1,0 0 0,0 0 1,-1 0-1,1 0 1,-1 0-1,0 0 0,0 0 1,0 1 15,18 53 198,-17-56-215,1 1 0,-1-1 0,1 1 0,0-1 0,-1 0 0,1 0 0,0 0 1,0 0-1,0 0 0,0 0 0,1 0 0,-1-1 0,0 1 0,1-1 0,-1 1 0,1-1 1,0 0-1,-1 0 0,1-1 0,0 1 0,0 0 0,-1-1 0,1 1 0,0-1 0,0 0 0,0 0 1,0 0-1,-1-1 0,1 1 0,3-1 17,79-32-5629,-85 32 5621,38-18-8733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5:01:19.37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0 200 2688,'48'6'2016,"-48"-6"-1072,0 0-443,0 0-16,0 0 305,0 0-17,2 0-357,523-33 3291,-362 1-3675,-138-12-902,-22 36 914,0 0-1,0 0 1,1 0 0,0 0-1,0 1 1,1 0-1,0 0 1,0 0-1,1 1 1,0-1-1,0 1 1,5-3-44,17 44 411,19 29-647,-5-7 3069,-25-41-2486,5-43 111,-12 0-409,-9 22-38,1 0-1,-1 1 0,1-1 0,0 0 1,0 1-1,0-1 0,1 1 0,0 0 1,0-1-1,0 2 0,0-1 0,0 0 1,1 0-1,0 1 0,0 0 1,2-2-11,-2 5-42,0-1 1,1 1 0,-1 1 0,1-1 0,-1 0 0,0 1-1,0 0 1,1 0 0,-1 0 0,0 1 0,0-1 0,0 1 0,0 0-1,0 0 1,-1 0 0,1 1 0,-1 0 0,1-1 0,-1 1 0,0 0-1,0 0 1,1 2 41,2 0-150,-4-3 156,0 0 0,0 0 1,0-1-1,0 1 1,0 0-1,0-1 0,1 0 1,-1 1-1,1-1 1,-1 0-1,1 0 0,-1 0 1,1-1-1,0 1 1,-1-1-1,1 1 0,0-1 1,-1 0-1,1 0 1,0 0-1,0 0 0,-1 0 1,1-1-1,0 0 1,-1 1-1,1-1 0,-1 0 1,1 0-1,-1 0 1,3-1-7,6-4-50,1 1 1,-1 1 0,1 0-1,0 1 1,1 0 0,-1 1-1,1 0 1,-1 1 0,1 0-1,-1 1 1,1 1 0,-1 0-1,1 1 1,11 2 49,25 1-424,84 11 521,46 1 624,-63-30-3043,-68-2-6622,-34 8 7579</inkml:trace>
  <inkml:trace contextRef="#ctx0" brushRef="#br0" timeOffset="5992.53">1840 229 896,'-10'4'1132,"9"-5"2603,2-9 278,-41 172-2264,-12 226-1850,21-267 95,29-116-20,2-5-193,0 0-741,0 0-203,0 0-143,0 0-38,0 0 0,10 0-2357,-5 0 3434</inkml:trace>
  <inkml:trace contextRef="#ctx0" brushRef="#br0" timeOffset="35322.71">1553 1458 6178,'-9'-2'131,"-11"-2"159,0 1 0,-1 1-1,1 1 1,-1 1 0,1 0-1,-1 2 1,-10 2-290,-14-1 217,-624 30 4621,182-37-2385,445 6-1958,22-1-1671,0 0-4836,19-1 2087,1 0 1450</inkml:trace>
  <inkml:trace contextRef="#ctx0" brushRef="#br0" timeOffset="7827.88">1092 720 4352,'-17'-32'5293,"11"12"-4501,-11 39-184,5 2-480,1 1 0,2 0 0,0 0 0,1 1 0,1 0 0,2 0 0,0 1 0,1 4-128,3-26-27,0 0 1,1 1-1,0-1 0,0 1 1,-1-1-1,1 0 0,1 1 1,-1-1-1,0 1 0,1-1 1,-1 0-1,1 1 0,-1-1 1,1 0-1,0 0 0,0 1 1,0-1-1,0 0 0,1 0 1,-1 0-1,1 0 0,-1 0 1,1-1-1,-1 1 0,1 0 1,0-1-1,0 1 0,0-1 1,0 0-1,0 1 0,0-1 1,0 0-1,1 0 0,-1-1 1,0 1-1,0 0 0,1-1 1,-1 1-1,1-1 0,-1 0 1,0 0-1,1 0 0,-1 0 1,2 0 26,5 0 88,-1 0 1,0 0-1,0-1 1,0 0-1,0-1 1,0 0-1,0 0 1,0 0-1,-1-1 1,1 0 0,-1-1-1,0 0 1,0 0-1,0 0 1,0-2-89,-6 6 50,0-1 0,0 1 0,0-1 0,0 1 1,0-1-1,0 0 0,-1 0 0,1 1 0,0-1 1,0 0-1,-1 0 0,1 0 0,-1 0 1,1 0-1,-1 0 0,1 0 0,-1 0 0,1 0 1,-1 0-1,0 0 0,0 0 0,1 0 0,-1-1 1,0 1-1,0 0 0,0 0 0,0 0 0,0 0 1,-1 0-1,1 0 0,0 0 0,0 0 0,-1 0 1,1 0-1,-1 0 0,1 0 0,-1 0 0,1 0 1,-1 0-1,0 0 0,1 0 0,-1 0 0,0 0 1,0 1-1,1-1 0,-1 0 0,0 0 0,0 1 1,0-1-1,0 1 0,0-1 0,0 1 1,0-1-1,0 1 0,0 0 0,0-1 0,0 1 1,-1 0-51,-98 11 444,61 2-6360,33-11 2182,1 1 684</inkml:trace>
  <inkml:trace contextRef="#ctx0" brushRef="#br0" timeOffset="8428.94">1227 951 2816,'0'-2'96,"1"1"0,-1 0 0,1 0 0,-1 0 0,1 0 0,0 0 0,-1 0 0,1 0 0,0 0 0,0 0 0,0 0 0,0 0 0,0 0 0,0 1 0,0-1 0,0 0 0,0 1 0,0-1 0,0 1 0,0-1 0,0 1 0,1 0 0,-1-1 0,0 1 0,0 0 0,1 0 0,-1 0 0,0 0 0,0 0 0,0 0 0,1 0 0,-1 0 0,0 0 0,0 1 0,1-1 0,-1 0 0,0 1 0,0-1 0,0 1 0,0-1 0,0 1 0,0 0 0,1 0-96,12-1 976,-7 0-645,1-1 1,-1 0-1,0-1 1,1 1-1,-1-1 1,0-1-1,0 1 1,0-1-1,-1-1 1,1 1-1,-1-1 0,0 0 1,6-5-332,-28-61 1408,16 67-1427,-1 0 1,1 0 0,0 0-1,0 0 1,0 0-1,0 0 1,0 0-1,1 0 1,-1 0 0,1 0-1,0 0 1,0 1-1,0-1 1,0 0-1,0 0 1,1 1 0,-1-1-1,1 1 1,0-1-1,0 1 1,0 0-1,0 0 1,0 0 0,0 0-1,0 0 1,1 0-1,-1 1 1,1-1-1,-1 1 1,1-1 0,0 1-1,0 0 1,-1 0-1,1 0 1,0 1-1,0-1 1,0 1 0,0-1-1,0 1 1,0 0-1,0 0 1,0 0-1,0 1 1,0-1-1,0 1 1,0-1 0,-1 1-1,1 0 1,0 0-1,0 1 1,-1-1-1,1 0 1,-1 1 0,1 0-1,-1-1 1,1 1-1,-1 0 19,1 4-23,0 0-1,0 1 0,0-1 0,-1 0 0,0 1 1,-1 0-1,1-1 0,-1 1 0,-1 0 1,1 0-1,-1-1 0,0 1 0,0 0 1,-1 0-1,0-1 0,-1 3 24,1 7-201,0-13 222,2 20-1150,5-11-4131,1-7 2247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5:02:32.7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657 163 1408,'-7'6'5252,"-30"-6"-2145,23 0-2538,-202 31 4668,90-9-3589,-26 4-1282,50-19-3996,100-12-3639,4 0 3653</inkml:trace>
  <inkml:trace contextRef="#ctx0" brushRef="#br0" timeOffset="279.81">565 83 4352,'-16'5'216,"-46"0"2458,-6-2 3823,49 1-5388,-316 41 2784,320-43-4036,-8 1-691,8-3-4770,14 0 1518,1 0-468</inkml:trace>
  <inkml:trace contextRef="#ctx0" brushRef="#br0" timeOffset="649.62">258 0 3840,'-13'11'471,"-15"11"2890,40-40-681,-8 16-2532,0 0 1,0 0 0,0 1-1,0-1 1,0 1 0,1 0-1,-1 1 1,0-1 0,1 1-1,-1 0 1,1 0-1,-1 0 1,0 1 0,1-1-1,-1 1 1,0 0 0,0 0-1,1 1 1,-1-1 0,0 1-1,0 0 1,0 0 0,-1 0-1,2 1-148,17 5-122,29 7 338,1-3 1,0-1-1,1-3 0,-1-3 1,1-1-1,1-4 1,5-1-217,15-1 2415,-74 3-2434,1 0-1,-1 1 0,1-1 0,-1 0 0,0 1 0,1-1 0,-1 0 0,0 1 0,0-1 1,0 1-1,0-1 0,0 0 0,0 1 0,-1-1 0,1 1 0,0-1 0,-1 0 0,1 1 1,-1-1-1,1 0 0,-1 0 0,0 1 0,0-1 0,1 0 0,-1 0 0,0 0 0,0 0 1,0 0-1,-1 1 20,2-2-32,-14 18 380,0-2 0,-1 0 0,-1 0 0,-1-1-1,0-1 1,0-1 0,-13 7-348,-39 23-2627,35-22-1756,18-11-3681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5:02:01.718"/>
    </inkml:context>
    <inkml:brush xml:id="br0">
      <inkml:brushProperty name="width" value="0.05" units="cm"/>
      <inkml:brushProperty name="height" value="0.05" units="cm"/>
      <inkml:brushProperty name="color" value="#008C3A"/>
    </inkml:brush>
    <inkml:brush xml:id="br1">
      <inkml:brushProperty name="width" value="0.025" units="cm"/>
      <inkml:brushProperty name="height" value="0.025" units="cm"/>
      <inkml:brushProperty name="color" value="#E71224"/>
    </inkml:brush>
    <inkml:brush xml:id="br2">
      <inkml:brushProperty name="width" value="0.05" units="cm"/>
      <inkml:brushProperty name="height" value="0.05" units="cm"/>
      <inkml:brushProperty name="color" value="#0033CC"/>
    </inkml:brush>
  </inkml:definitions>
  <inkml:trace contextRef="#ctx0" brushRef="#br0">1644 2772 6272,'-1'-2'181,"0"1"1,0-1 0,0 0-1,0 0 1,0 0 0,1 0-1,-1 0 1,1 0-1,-1 0 1,1 0 0,0 0-1,0 0 1,0 0-1,0 0 1,0 0 0,0 0-1,0 0 1,1 0 0,-1 0-1,1 0 1,-1 0-1,1 0 1,0 0 0,0 0-1,0 0 1,0 1-1,0-1 1,0 0 0,1 1-1,-1-1 1,0 1 0,1-1-1,-1 1 1,1-1-1,0 1 1,-1 0 0,1 0-182,8-4 170,0 0 1,0 1 0,0 0-1,0 0 1,1 1 0,0 1-1,0-1 1,-1 2 0,1 0-1,0 0 1,0 1 0,0 0-1,0 1 1,0 0 0,1 1-171,-10-1-29,0-1 1,0 1 0,0 0 0,0-1 0,0 1 0,0 0 0,0 1 0,0-1 0,-1 0 0,1 0 0,0 1 0,-1-1 0,1 1 0,-1 0 0,1-1 0,-1 1 0,0 0 0,0 0 0,0 0 0,0 0 0,0 0 0,0 0 0,0 0 0,0 0 0,-1 0 0,0 0 0,1 0 0,-1 0-1,0 1 1,0-1 0,0 0 0,0 0 0,0 0 0,0 0 0,-1 1 0,1-1 0,-1 0 0,0 0 0,1 0 0,-1 0 0,0 0 0,0 0 0,0 0 0,-1 0 0,1 0 28,-63 85 283,60-82-104,-62 69 1122,66-74-1268,-1 0 1,1 0-1,0 1 1,-1-1-1,1 0 1,0 0-1,-1 0 1,1 1-1,0-1 1,-1 0-1,1 0 1,0 1-1,-1-1 1,1 0-1,0 1 0,0-1 1,-1 0-1,1 1 1,0-1-1,0 1 1,0-1-1,0 0 1,-1 1-1,1-1 1,0 1-1,0-1 1,0 0-1,0 1 1,0-1-1,0 1 1,0-1-1,0 0 1,0 1-1,0-1 1,0 1-1,1-1 1,-1 0-1,0 1 0,0-1 1,0 1-1,0-1 1,1 0-1,-1 1 1,0-1-1,0 0 1,1 1-1,-1-1 1,0 0-1,1 0 1,-1 1-1,0-1 1,0 0-1,1 0 1,-1 1-1,1-1 1,-1 0-1,0 0 1,1 0-1,-1 0 0,1 0 1,-1 1-1,0-1 1,1 0-1,-1 0-33,32-6-95,-25 4 176,102-22 653,-59 14-2277,1-1-5867,-30 6 1480</inkml:trace>
  <inkml:trace contextRef="#ctx0" brushRef="#br0" timeOffset="573.07">2055 2882 8448,'11'-40'1909,"-11"39"-426,0 1 63,0 0-212,19 11-49,-8-9-1068,0-1 0,0 0 0,1-1 0,-1 0 0,0-1 0,0 0 0,0-1 0,1 0 0,-1 0 0,1-2-217,27-13 320,-48-12 875,8 27-1207,0 0 0,1 0 1,-1 0-1,1 0 0,-1 0 0,1-1 0,0 1 1,0 0-1,0 0 0,0 0 0,0-1 0,1 1 1,-1 0-1,0 0 0,1 0 0,0 0 0,-1 0 1,1 0-1,0 0 0,0 0 0,0 0 0,1 0 0,-1 0 1,0 0-1,1 1 0,-1-1 0,1 1 0,-1-1 1,1 1-1,0-1 0,0 1 0,0 0 0,-1 0 1,1 0-1,0 0 0,0 0 0,1 0 0,-1 1 1,0-1-1,0 1 0,0-1 0,0 1 0,0 0 1,1 0-1,-1 0 0,0 0 0,0 0 0,0 0 0,1 1 1,-1-1-1,0 1 0,0 0 0,0-1 0,0 1 1,0 0-1,1 1 12,0-1 11,-1 1 1,0 0-1,0 0 0,0 0 1,0 0-1,0 0 1,0 0-1,0 0 0,-1 1 1,1-1-1,-1 0 1,0 1-1,0 0 1,1-1-1,-2 1 0,1 0 1,0-1-1,-1 1 1,1 0-1,-1 0 0,0-1 1,1 1-1,-2 0 1,1 2-12,16 45-874,20-43-5081,-23-9-2039</inkml:trace>
  <inkml:trace contextRef="#ctx0" brushRef="#br0" timeOffset="-41757.33">0 565 2688,'11'-3'5537,"8"-36"-2461,-19 38-2884,3 23 832,11 127-480,-7-87-1074,3-38-3564,-4-15-1111</inkml:trace>
  <inkml:trace contextRef="#ctx0" brushRef="#br0" timeOffset="-41197.63">299 506 2688,'-15'23'436,"0"0"4253,3-13-3729,-1 10-147,5-9-716,-1 0 0,2 1-1,0 0 1,0 0-1,1 1 1,1-1 0,0 1-1,0 1 1,1-1-1,1 1 1,1-1 0,0 1-1,0 3-96,2-15 0,0 0-1,0 0 1,0-1-1,0 1 0,0 0 1,1 0-1,-1-1 0,1 1 1,-1 0-1,1-1 1,-1 1-1,1 0 0,0-1 1,0 1-1,0-1 1,0 0-1,0 1 0,0-1 1,0 0-1,1 1 1,-1-1-1,0 0 0,1 0 1,-1 0-1,1 0 1,-1 0-1,1-1 0,-1 1 1,1 0-1,0-1 0,-1 1 1,1-1-1,0 1 1,-1-1-1,1 0 0,0 0 1,0 0-1,-1 0 1,1 0-1,0 0 0,0 0 1,-1 0-1,1-1 1,0 1 0,3-1 165,0-1 1,0 1 0,-1-1-1,1 0 1,0 0 0,-1 0 0,1 0-1,-1-1 1,0 0 0,0 0-1,0 0 1,0-1 0,0 1 0,2-4-166,-4 4 112,0 0 0,0 0 1,-1 0-1,1-1 0,-1 1 0,1-1 1,-1 1-1,0-1 0,-1 0 1,1 1-1,0-1 0,-1 0 1,0 0-1,0 1 0,0-1 1,-1 0-1,0-3-112,0 7 10,-1-1 1,1 0-1,-1 1 1,1-1-1,-1 1 1,1 0-1,-1-1 1,0 1-1,1 0 0,-1 0 1,0 0-1,1 0 1,-1 0-1,1 1 1,-1-1-1,0 0 1,1 1-1,-1-1 1,1 1-1,-1 0 0,1-1 1,-1 1-1,1 0 1,-1 0-1,1 0 1,0 0-1,0 0-10,-7 2-95,0 0-408,-22 7-1298,8-8-6722,18-2 6614</inkml:trace>
  <inkml:trace contextRef="#ctx0" brushRef="#br0" timeOffset="-40498">462 744 2816,'-17'-26'2821,"32"44"-2058,58-10 2174,-42-11-2125,-31 3-753,0 0 133,-6-25 768,-6 9 608,10 15-1520,0-1 1,0 1-1,0-1 0,1 1 1,-1-1-1,1 0 1,-1 0-1,1 0 0,-1 0 1,1 0-1,0 0 1,0 0-1,0 0 0,0-1 1,1 1-1,-1 0 1,1 0-1,-1-1 0,1 1 1,0 0-1,0-1 1,0 1-1,0-1 0,0 1 1,0 0-1,1-1 1,-1 1-1,1 0 1,-1-1-1,1 1 0,0 0 1,0 0-1,0 0 1,0 0-1,1 0 0,-1 0 1,1 0-1,-1 0 1,1 0-49,8-5-34,0 1 0,0 0 0,1 0 0,0 1 1,0 1-1,1-1 0,-1 2 0,1 0 0,0 0 1,0 1-1,0 0 0,6 1 34,28-6-144,-45 6 126,1 0 0,0 1 0,0-1-1,-1 1 1,1-1 0,0 1 0,0 0-1,0 0 1,0 0 0,-1 0 0,1 0-1,0 0 1,0 0 0,0 1 0,0-1-1,-1 0 1,1 1 0,0 0 0,0-1-1,-1 1 1,1 0 0,-1 0 0,1 0-1,0 0 1,-1 0 0,0 1 0,1-1 0,-1 0-1,0 1 1,0-1 0,1 1 0,-1-1-1,0 1 1,-1-1 0,1 1 0,0 0-1,0-1 1,-1 1 0,1 0 0,-1 0-1,1 0 1,-1-1 0,0 1 0,0 0-1,0 0 1,0 0 0,0 0 0,0 0-1,0-1 1,-1 2 18,-26 94-496,28-96 456,-1 0-1,1 0 1,0 1-1,-1-1 1,1 0-1,0 0 1,0 0 0,0 0-1,0 0 1,0 0-1,0 0 1,1 0-1,-1-1 1,0 1-1,0 0 1,1-1-1,-1 1 1,0-1-1,1 1 1,-1-1 0,0 1-1,1-1 1,-1 0-1,1 0 1,-1 0-1,0 0 1,1 0-1,-1 0 1,1 0-1,-1 0 1,0-1-1,1 1 1,-1 0 0,1-1-1,-1 1 1,0-1-1,0 0 1,1 1-1,-1-1 1,1 0 40,5 0-622,56-11-5031,-26 2 3120</inkml:trace>
  <inkml:trace contextRef="#ctx0" brushRef="#br0" timeOffset="-3780.4">1194 1902 3456,'0'0'1344,"0"0"-75,0 0-298,0 0 31,0 0 428,0 0 31,0 0-298,0 0 31,0 0 428,0 0-193,0 0-1195,0 0-175,0 0 490,0 0-127,0 0-1004,0 0-84,0 0 661,0 0 148,0 0-63,0 0-37,0 0-86,5 1-21,109 15 1067,-159 23-1328,-39 23-1147,84-60 1467,0 1 1,0-1-1,0 1 0,1-1 1,-1 1-1,1-1 1,-1 1-1,1-1 1,0 1-1,0-1 0,0 0 1,0 1-1,0-1 1,0 0-1,1 0 0,-1 0 1,1 0-1,-1 0 1,1 0-1,0 0 0,0-1 1,0 1-1,0-1 1,0 1-1,0-1 0,0 0 1,1 0-1,-1 0 1,0 0-1,1 0 0,-1 0 1,1 0-1,-1-1 1,1 0-1,-1 1 1,1-1 4,-2 0 2,0 0 1,0 0 0,-1-1-1,1 1 1,0 0 0,0 0-1,0 0 1,-1 1 0,1-1-1,0 0 1,0 0 0,-1 0-1,1 1 1,0-1 0,0 0-1,-1 1 1,1-1 0,0 0-1,-1 1 1,1-1 0,0 1-1,-1-1 1,1 1 0,-1 0-1,1-1 1,-1 1 0,1-1-1,-1 1 1,1 0 0,-1-1-1,0 1 1,1 0 0,-1 0-1,0-1 1,0 1 0,1 0-1,-1 0 1,0 0 0,0-1-1,0 1 1,0 0 0,0 0-1,0 0 1,0-1 0,0 1-1,-1 0 1,1 0 0,0-1-1,0 1 1,-1 0 0,1 0-1,0-1 1,-1 1 0,1 0-1,-1-1 1,1 1 0,-1 0-1,1-1 1,-1 1 0,1-1-1,-1 1 1,1-1 0,-1 1-1,0-1 1,1 1 0,-1-1-1,0 0 1,0 1 0,1-1-1,-1 0-2,-115 102 416,114-97-412,1 0 0,-1 1 0,1-1 0,1 1 0,-1-1 0,1 1-1,0 0 1,0-1 0,0 1 0,1-1 0,0 1 0,0-1 0,0 1 0,1-1 0,0 0 0,0 0-1,0 0 1,1 0 0,0 0 0,0 0 0,0 0 0,0-1 0,1 0 0,-1 1 0,1-2 0,2 3-4,6 2 64,-11-8 421,-18 5-384,-20 9 172,-1-2-1,0-1 0,-1-3 1,-26 3-273,31-5-493,12-3-2450,2-1-6785</inkml:trace>
  <inkml:trace contextRef="#ctx0" brushRef="#br0" timeOffset="-646.02">1207 2485 3712,'0'0'137,"0"-1"0,-1 1 0,1 0 0,0-1 0,0 1 0,0 0 0,0-1 0,-1 1 0,1 0 0,0-1 0,0 1 0,0-1 0,0 1 0,0 0 0,0-1 0,0 1 0,0 0 0,0-1 0,0 1 0,0-1 0,0 1 0,0 0 0,0-1 0,0 1 0,0 0 0,1-1 0,-1 1 1,0-1-1,0 1 0,0 0 0,1 0 0,-1-1 0,0 1 0,0 0 0,1-1 0,-1 1 0,0 0 0,1 0 0,-1-1 0,0 1 0,1 0 0,-1 0 0,0 0 0,1 0 0,-1-1 0,0 1 0,1 0 0,-1 0 0,0 0 0,1 0 0,-1 0 0,1 0 0,-1 0 0,0 0 0,1 0 0,-1 0 0,1 0 0,-1 0-137,-31-18 6202,30 18-6064,1 0 454,0 0 6,42-8-246,367-30-6,-117-3 668,-285 39-1430,10-17-363,0-65 496,-15 84 286,0 0-1,-1 1 0,1-1 0,-1 1 0,1-1 1,-1 1-1,1-1 0,-1 1 0,1 0 1,-1 0-1,1-1 0,-1 1 0,0 0 0,0 0 1,1 1-1,-1-1 0,0 0 0,0 0 0,0 0 1,0 1-1,0-1 0,-1 1 0,1-1 0,0 0 1,-1 1-1,1-1 0,-1 1 0,1 0-2,-1-2 2,56 122 41,-56-121-46,0-1 0,0 1 1,0 0-1,0 0 0,0-1 0,1 1 0,-1 0 0,0-1 1,1 1-1,-1 0 0,0-1 0,1 1 0,-1 0 0,1-1 1,-1 1-1,1-1 0,-1 1 0,1-1 0,-1 1 0,1-1 1,0 1-1,-1-1 0,1 1 0,0-1 0,-1 0 0,1 1 1,0-1-1,0 0 0,-1 0 0,1 0 0,0 0 0,0 1 1,-1-1-1,1 0 0,0 0 0,0 0 0,-1-1 0,1 1 1,0 0-1,0 0 0,-1 0 0,1 0 0,0-1 0,0 1 1,-1 0-1,1-1 0,0 1 0,-1-1 0,1 1 0,-1 0 1,1-1-1,-1 1 0,1-1 0,0 0 0,-1 1 0,0-1 1,1 1-1,-1-1 0,1 0 0,-1 1 0,0-1 0,1 0 1,-1 0-1,0 0 3,25-49-214,-17 19 210,-8 27 4,1 0 1,0 0-1,0 0 1,0 0 0,0 0-1,0 0 1,1 0-1,0 0 1,0 0 0,0 0-1,0 1 1,0-1-1,1 1 1,-1 0 0,1 0-1,0 0 1,2-1-1,-2 3-27,1 1 0,-1 0 0,1 1 0,-1-1 0,0 1 0,1-1 0,-1 1 0,0 0 0,1 0 0,-1 1 0,0-1 0,0 1 0,0-1 0,0 1 0,0 0 0,0 0 0,-1 0 0,1 1 0,-1-1 1,1 1-1,1 1 27,12 10 59,-15-13-58,0 0 0,0 0 1,0 0-1,-1-1 0,1 1 0,0 0 0,0 0 1,1 0-1,-1-1 0,0 1 0,0 0 0,0-1 1,0 1-1,0-1 0,1 0 0,-1 1 0,0-1 0,0 0 1,1 0-1,-1 0 0,0 0 0,1 0 0,-1 0 1,0 0-1,0 0 0,1 0 0,-1-1 0,0 1 0,0 0 1,1-1-1,-1 1 0,0-1 0,0 1 0,0-1 1,0 0-1,0 0 0,0 1 0,0-1 0,0 0 1,0 0-1,0 0 0,0 0 0,-1 0 0,1 0 0,0-1-1,2 0-73,0 0 0,-1-1 0,1 1 0,0 0 0,0 1 0,0-1 0,0 0 0,1 1 0,-1 0-1,0 0 1,0 0 0,1 0 0,-1 0 0,1 1 0,-1 0 0,1-1 0,-1 1 0,1 1 0,-1-1-1,1 0 1,-1 1 0,1 0 0,-1-1 0,0 1 0,1 1 0,-1-1 0,0 0 0,1 1 73,23 4-257,273 24 3968,-56-25-11033,-231-5-907</inkml:trace>
  <inkml:trace contextRef="#ctx0" brushRef="#br0" timeOffset="2854.61">1435 1126 5760,'3'8'9690,"3"-7"-7421,3 2-3711,179 103 3858,17 26-1392,-195-127-1043,1 0-1,0-1 1,0 0 0,1-1 0,-1 0 0,1-1 0,0 0 0,-1-1 0,5 0 19,5 1-116,93 8-199,-136 28-208,-72 108 625,90-138 277,3-7-387,0-1 0,0 1 0,0-1-1,0 1 1,1 0 0,-1 0 0,0-1 0,1 1 0,-1 0 0,0 0 0,1 0 0,-1 0 0,1 0 0,-1 0 0,1 0 0,-1 0 0,1 0 0,0 0 0,-1 0 0,1 0 0,0 0-1,0 0 1,0 0 0,0 0 0,0 0 0,0 0 0,0 0 0,0 0 0,1 0 0,-1 0 0,0 0 0,1 0 0,-1 0 0,0 0 0,1 0 0,-1 0 0,1 0 0,0 0-1,-1 0 1,1 0 0,0-1 0,-1 1 0,1 0 0,0 0 0,0-1 0,0 1 0,0-1 0,-1 1 0,1-1 0,0 1 0,0-1 8,92-13-198,-77 12 213,-10 0 7,0 0 0,1 1 0,-1-1 1,1 1-1,0 1 0,-1-1 0,0 1 0,1 0 1,-1 1-1,1-1 0,-1 1 0,0 1 1,0-1-1,3 3-22,-8-4 30,-1 1 0,0 0 1,0 0-1,0-1 0,0 1 0,0 0 1,0-1-1,-1 1 0,1 0 0,0 0 1,-1-1-1,0 1 0,1-1 1,-1 1-1,0 0 0,0-1 0,1 1 1,-1-1-1,-1 0 0,1 1 0,0-1 1,0 0-1,0 0 0,-1 0 0,1 1 1,0-1-1,-1 0-30,-4 5 41,-56 65-1017,62-70 973,1 0 0,-1 0 0,0 0 0,0 0 0,1 0-1,-1 0 1,0 0 0,1 0 0,-1 0 0,1 0 0,-1 0-1,1-1 1,0 1 0,-1 0 0,1 0 0,0-1 0,-1 1-1,1 0 1,0-1 0,0 1 0,0-1 0,0 1-1,-1-1 1,1 1 0,0-1 0,0 1 0,0-1 0,0 0-1,0 0 1,0 0 0,0 1 0,0-1 0,0 0 0,0 0-1,0 0 1,0 0 0,1-1 3,88 0 1348,-16-2-2861,-3 17 1174,-70-14 376,1 1 0,0 0 1,-1 0-1,1 0 1,-1 0-1,0 1 1,1-1-1,-1 0 0,0 1 1,0-1-1,0 1 1,0-1-1,0 1 0,0-1 1,0 1-1,0 0 1,-1-1-1,1 1 1,0 0-1,-1 0 0,0-1 1,1 1-1,-1 0 1,0 0-1,0 0 1,0 0-1,0-1 0,0 1 1,-1 0-1,1 0 1,0 0-1,-1-1 0,0 1 1,1 0-1,-1-1 1,0 2-38,-6 12-18,6-14-5,0 1 1,0-1-1,0 1 0,0-1 0,0 1 0,0 0 0,1-1 0,-1 1 0,1 0 0,-1-1 0,1 1 0,-1 0 1,1 0-1,0 0 0,0-1 0,0 1 0,0 0 0,0 0 0,0 0 0,1-1 0,-1 1 0,1 0 0,-1 0 1,1-1-1,-1 1 0,1 0 0,0-1 0,0 1 0,0-1 0,0 1 0,0-1 0,0 1 0,2 0 23,194 120-250,-24 6-145,-48 44 1526,-105-154-2895,-10-3-6184,-7-10 2327</inkml:trace>
  <inkml:trace contextRef="#ctx0" brushRef="#br0" timeOffset="9673.54">1578 1905 896,'0'0'1536,"0"0"-43,0 0-170,0 0 10,0 0 214,0 0-33,0 0-340,0 0-140,0 0-207,0 0-43,0 0-32,0 0-96,0 0-416,0 0-91,0 0-15,7-3-1,9-4-106,1 0-1,-1 2 1,1 0 0,1 1-1,-1 0 1,1 2 0,-1 0-1,8 0-26,-25 3-5,1 0-1,0 0 1,-1 0-1,1-1 1,-1 1-1,1 0 1,-1 0-1,1 0 1,-1 0-1,1 0 1,-1 0-1,0 0 1,0 0-1,1 0 1,-1 0-1,0 0 1,0 0-1,0 0 1,0 0-1,0 0 1,0 0-1,-1 0 1,1 0-1,0 0 1,0 0-1,-1 0 1,1 0-1,-1 0 1,1 0-1,-1 0 1,1 0-1,-1-1 1,1 1-1,-1 0 1,0 0-1,1-1 1,-1 1-1,0 0 1,0-1-1,0 1 1,1 0-1,-1-1 1,0 1-1,0-1 1,0 0-1,0 1 1,0-1 5,-2 3 72,-86 90 120,89-93-205,0 1 0,0-1 0,-1 1 0,1-1 0,0 1 0,0-1 0,0 1 0,0-1 0,0 1 0,-1-1 0,1 1 0,0-1 1,0 1-1,0-1 0,0 1 0,0-1 0,1 1 0,-1-1 0,0 1 0,0-1 0,0 1 0,0-1 0,0 0 0,1 1 1,-1-1-1,0 1 0,0-1 0,1 1 0,-1-1 0,0 0 0,1 1 0,-1-1 0,0 0 0,1 1 0,-1-1 0,1 0 0,-1 1 1,1-1-1,-1 0 0,1 0 0,-1 0 0,0 1 0,1-1 0,-1 0 0,1 0 0,-1 0 0,1 0 0,-1 0 0,1 0 0,-1 0 1,1 0-1,-1 0 0,1 0 0,-1 0 0,1 0 0,-1 0 0,1-1 0,-1 1 0,1 0 0,-1 0 13,44 1-1821,-37-1 1276,29-3-5417,-18 1 2234</inkml:trace>
  <inkml:trace contextRef="#ctx0" brushRef="#br0" timeOffset="10233.25">1863 2013 3840,'9'-40'8896,"-9"34"-5531,2 4-3359,0 1 1,0-1-1,0 0 0,0 1 1,1-1-1,-1 1 1,1 0-1,-1 0 0,1 0 1,-1 0-1,1 0 1,-1 1-1,1-1 0,0 1 1,0-1-1,-1 1 1,1 0-1,0 0 0,-1 0 1,1 1-1,0-1 1,0 1-1,-1-1 0,1 1 1,-1 0-1,1 0 1,-1 0-1,1 0 0,-1 1 1,1-1-1,-1 1 1,0-1-1,0 1 0,0 0 1,0 0-1,0 0 1,0 0-1,0 0 0,-1 0 1,2 2-7,-3-2-8,1 0 1,-1 0-1,0-1 1,1 1 0,-1 0-1,0 0 1,0 0-1,0 0 1,0 0-1,-1 0 1,1-1-1,0 1 1,-1 0-1,0 0 1,1 0 0,-1-1-1,0 1 1,0 0-1,0-1 1,0 1-1,0-1 1,0 1-1,0-1 1,-1 1-1,1-1 1,0 0 0,-1 1-1,1-1 1,-1 0-1,1 0 1,-1 0-1,0 0 1,1-1-1,-1 1 1,0 0-1,0-1 1,0 1 0,1-1-1,-1 0 1,0 1-1,0-1 1,0 0 7,-32 4-8492,29-4 4332</inkml:trace>
  <inkml:trace contextRef="#ctx0" brushRef="#br0" timeOffset="11018">2099 2033 5888,'42'5'5957,"16"-2"-4074,-59-3-1826,0 0-1,1 0 1,-1 0 0,0 1 0,0-1 0,1 0 0,-1 0 0,0 0 0,1 0 0,-1-1 0,0 1 0,0 0 0,1 0 0,-1 0 0,0 0 0,1-1 0,-1 1 0,0 0 0,1-1 0,-1 1 0,1 0 0,-1-1 0,1 1-1,-1-1 1,1 1 0,-1-1 0,1 1 0,-1-1 0,1 0 0,-1 1 0,1-1 0,0 1 0,-1-1 0,1 0 0,0 1 0,0-1 0,-1 0 0,1 0 0,0 1 0,0-1 0,0 0 0,0 1 0,0-1 0,0 0 0,0 1-1,0-1 1,0 0 0,0 0 0,1 1 0,-1-1 0,0 0 0,0 1 0,1-1 0,-1 0 0,0 1 0,1-1-57,23-30-603,-23 29 599,1 1 0,0-1 0,0 1-1,0 0 1,0 0 0,0-1 0,0 1 0,0 1-1,1-1 1,-1 0 0,0 0 0,0 1 0,1-1-1,-1 1 1,0 0 0,1 0 0,-1 0-1,0 0 1,1 0 0,-1 0 0,0 1 0,1-1-1,-1 1 1,0-1 0,1 1 0,-1 0 0,0 0-1,0 0 1,0 0 0,0 1 0,0-1 0,0 0-1,0 1 1,-1-1 0,1 1 0,0 0 0,-1 0-1,1-1 1,-1 1 0,0 0 0,1 0 0,-1 0-1,0 1 1,0-1 0,-1 0 0,1 0 0,0 1-1,-1-1 1,1 0 0,-1 0 0,0 1 0,0 1 4,-3 16-1972,7 26-6638,4-41 5784</inkml:trace>
  <inkml:trace contextRef="#ctx0" brushRef="#br1" timeOffset="21208.2">1473 1141 3840,'-7'-5'6506,"22"7"-3655,25 6-150,279 74-424,-60-12-1167,-175-51-684,-29-10-612,10 3-268,-24 14 1212,-59 14-950,-17 4-790,36-42 988,0 0 0,1-1-1,-1 1 1,1-1-1,-1 1 1,1-1-1,-1 1 1,1-1 0,0 0-1,-1 0 1,1 0-1,0 0 1,0 0-1,0 0 1,0-1-1,0 1 1,0 0 0,0-1-1,0 0 1,0 1-1,0-1 1,1 0-1,-1 0-5,112 10 784,-111-11-797,-1 1-1,0-1 0,0 1 0,1-1 0,-1 1 0,0 0 0,0 0 0,1 0 1,-1 0-1,0 1 0,0-1 0,1 1 0,-1-1 0,0 1 0,0 0 1,0-1-1,0 1 0,1 0 0,-2 1 0,1-1 0,0 0 0,0 0 0,0 1 1,0-1-1,-1 1 0,1 0 0,-1-1 0,1 1 0,-1 0 0,0 0 1,0 0-1,0 0 0,0 0 0,0 0 0,0 0 0,0 1 0,-1-1 0,1 0 1,-1 0-1,1 1 14,-26 67-251,27-68 239,-1 1 0,1-1 1,0 0-1,-1 0 0,1 0 0,0 0 0,0-1 1,1 1-1,-1 0 0,0-1 0,0 1 0,1-1 0,-1 0 1,1 0-1,-1 0 0,1 0 0,0 0 0,-1-1 0,1 1 1,0-1-1,-1 0 0,1 1 0,0-1 0,-1 0 1,1-1-1,0 1 12,5 1 78,-4-2-69,-1 1 0,1 0 1,0 0-1,-1 1 1,1-1-1,-1 1 0,1 0 1,-1-1-1,1 2 0,-1-1 1,1 0-1,-1 1 1,0-1-1,0 1 0,0 0 1,0 0-1,0 0 0,0 1 1,0-1-1,-1 1 0,1-1 1,-1 1-1,0 0 1,0 0-1,0 0 0,0 0 1,0 0-1,-1 0 0,1 1 1,-1-1-1,0 1 0,0-1 1,0 1-1,-1-1 1,1 1-1,-1-1 0,0 1 1,0 0-1,0-1 0,0 1 1,-1 0-10,-7 18 212,6-18-218,0-1 1,1 0-1,-1 0 0,1 0 0,0 1 0,0-1 1,0 1-1,0-1 0,1 1 0,0-1 0,-1 1 1,1-1-1,0 1 0,1-1 0,-1 1 0,1-1 1,-1 1-1,1-1 0,0 1 0,0-1 0,2 3 6,70 83-331,-62-79 375,-1 1 0,1 0 0,-2 1 0,0 0 0,0 0 0,-1 1 0,-1 0-1,0 1 1,4 8-44,7 111 43,-18-122-43,1 0 0,1 0-1,0 0 1,0 0 0,1 0 0,1 0-1,0-1 1,0 1 0,1-1 0,0 0-1,1 0 1,5 6 0,29 39-4247,-32-45-5721</inkml:trace>
  <inkml:trace contextRef="#ctx0" brushRef="#br1" timeOffset="22264.34">2825 1246 2816,'-41'23'8064,"40"-23"-6262,1 0-468,-3 5 1692,-5 10-3167,8-12 171,1 0 0,0 0 0,0 0 0,0 0 0,0-1 0,0 1 0,0 0 0,1 0 0,0-1 0,-1 1 0,1-1 1,0 1-1,0-1 0,1 0 0,-1 0 0,0 0 0,1 0 0,-1 0 0,1-1 0,-1 1 0,1-1 0,0 1 0,0-1 0,0 0 0,0 0 0,0 0 0,0-1 0,0 1 1,0-1-1,0 1 0,0-1 0,0 0 0,2 0-30,170 29 90,-172-28-55,-1-1-1,0 1 0,1 0 1,-1 0-1,0 0 0,0 0 1,1 0-1,-1 0 0,0 1 0,0-1 1,-1 1-1,1-1 0,0 1 1,0 0-1,-1 0 0,1-1 1,-1 1-1,1 0 0,-1 1 0,0-1 1,0 0-1,0 0 0,0 0 1,0 1-1,-1-1 0,1 0 1,-1 1-1,1-1 0,-1 1 0,0-1 1,0 1-1,0-1 0,0 0 1,0 1-1,-1-1 0,1 1 1,-1-1-1,0 0 0,1 1 0,-1-1 1,0 0-1,0 0 0,-1 0 1,1 1-1,0-1 0,-1 0 1,1-1-1,-1 1 0,0 0 0,1 0 1,-3 1-35,-89 53 44,71-51-3487,-1-3-3627,16-2 1710</inkml:trace>
  <inkml:trace contextRef="#ctx0" brushRef="#br1" timeOffset="22544.19">2703 1316 6528,'35'27'6464,"-48"-60"-2083,44 10-3467,206-60 1822,-213 75-10474,-14 5-587</inkml:trace>
  <inkml:trace contextRef="#ctx0" brushRef="#br1" timeOffset="23299.67">3187 1404 4992,'-27'-22'3306,"26"27"2022,13 6-3818,-7-9-1331,0 0 1,0 0-1,1 0 1,-1 0-1,0-1 1,1 0 0,-1 0-1,1-1 1,-1 1-1,1-1 1,-1-1 0,1 1-1,-1-1 1,1 0-1,-1 0 1,4-1-180,37-3 108,-55-8 692,8 11-773,-1-1 1,0 1-1,1 0 0,-1-1 1,1 1-1,0-1 1,0 0-1,0 1 1,0-1-1,0 0 0,0 0 1,1 1-1,0-1 1,-1 0-1,1 0 0,0 0 1,0 0-1,1 0 1,-1 1-1,1-1 1,-1 0-1,1 0 0,0 0 1,0 1-1,0-1 1,0 0-1,0 1 1,1-1-1,-1 1 0,1 0 1,0-1-1,0 1 1,0 0-1,0 0-27,75-63-426,21 37 634,-96 28-214,1 0-1,0 0 0,-1 0 1,1 0-1,0 0 0,-1 0 1,1 1-1,-1 0 0,1-1 1,0 1-1,-1 0 0,0 0 1,1 0-1,-1 1 0,0-1 1,1 1-1,-1-1 0,0 1 1,0 0-1,0-1 0,-1 1 1,1 0-1,0 0 0,-1 0 1,1 1-1,-1-1 0,1 0 1,-1 1-1,0-1 0,0 1 1,0-1-1,-1 1 0,1-1 1,-1 1-1,1-1 0,-1 3 7,-22 85 0,6-46-304,16-42 311,1 0 0,-1 0 0,1 0 0,-1 0 0,1 0 0,0 0 0,0 0 0,0 0 0,0 0 0,0-1-1,0 1 1,1 0 0,-1-1 0,1 1 0,-1-1 0,1 1 0,-1-1 0,1 0 0,0 0 0,0 1-1,0-1 1,0-1 0,-1 1 0,1 0 0,0 0 0,1-1 0,-1 1 0,0-1 0,0 1 0,0-1 0,0 0-1,0 0 1,0 0 0,0 0 0,0-1 0,0 1 0,1 0 0,-1-1 0,0 1 0,0-1 0,0 0 0,0 0-1,-1 0 1,2 0-7,68-13-1440,-23 2-5989,-28 5 1099</inkml:trace>
  <inkml:trace contextRef="#ctx0" brushRef="#br0" timeOffset="32424.71">4302 1913 1280,'-166'15'12373,"-31"5"-10042,96-15-5622,75-5-3424,16-4 3585</inkml:trace>
  <inkml:trace contextRef="#ctx0" brushRef="#br0" timeOffset="32687.73">4236 1820 1792,'-67'22'3232,"40"-33"3584,-132 23-3499,94-7-3196,-19 0-4,31 5-8984,43-9 5539</inkml:trace>
  <inkml:trace contextRef="#ctx0" brushRef="#br0" timeOffset="33047.54">4121 1773 4096,'-11'-3'372,"10"4"-307,0-1 1,0 0 0,0 0 0,0 0 0,1 0 0,-1 0 0,0 0 0,0 0 0,0 0 0,0 0-1,0 0 1,1 0 0,-1-1 0,0 1 0,0 0 0,0-1 0,0 1 0,1 0 0,-1-1 0,0 1 0,0-1-1,1 1 1,-1-1 0,0 0 0,1 1 0,-1-1 0,1 0 0,-1 1 0,1-1 0,-1 0 0,1 1 0,-1-1-1,1 0 1,0 0 0,-1 0 0,1 0 0,0 1 0,0-1 0,0 0 0,0 0 0,-1 0 0,1 0-1,0 0 1,1 1 0,-1-1 0,0 0 0,0 0 0,0 0 0,0 0 0,1 0 0,-1 1 0,0-1 0,1 0-1,-1 0-65,2 0 112,0 0-1,0 0 0,0 0 1,0 0-1,0 0 0,0 1 0,1-1 1,-1 1-1,0-1 0,0 1 1,0 0-1,1 0 0,-1 0 1,0 0-1,0 0 0,0 1 0,1-1 1,-1 1-1,0-1 0,0 1 1,0 0-1,0 0 0,0 0 0,0 0 1,0 0-1,0 0 0,0 1 1,-1-1-1,1 0 0,1 2-111,8 3-277,191 67 1642,-201-72-1318,0-1 1,0 0 0,0 1-1,0-1 1,0 1-1,0 0 1,0-1-1,0 1 1,-1 0-1,1-1 1,0 1-1,0 0 1,0 0-1,-1 0 1,1 0-1,0 0 1,-1 0-1,1 0 1,-1 0-1,1 0 1,-1 0-1,0 0 1,1 0-1,-1 0 1,0 0 0,0 0-1,0 0 1,0 1-1,0-1 1,0 0-1,0 0 1,0 0-1,0 0 1,0 0-1,-1 0 1,1 1-1,0-1 1,-1 0-1,1 0 1,-1 0-1,1 0 1,-1 0-1,1 0 1,-1 0-1,0-1 1,0 1-1,1 0 1,-1 0 0,0 0-1,0-1 1,0 1-1,0 0 1,0-1-1,0 1 1,0-1-1,-1 1-47,-122 140 763,110-119-1859,3-8-2773,3-4-3107</inkml:trace>
  <inkml:trace contextRef="#ctx0" brushRef="#br0" timeOffset="67252.39">4551 824 1536,'0'-1'174,"0"0"1,-1 0-1,1 0 0,0 0 1,0 0-1,-1 0 0,1 0 0,-1 0 1,1 0-1,-1 0 0,1 0 1,-1 1-1,0-1 0,1 0 1,-1 0-1,0 0 0,0 1 1,0-1-1,0 0 0,1 1 0,-1-1 1,0 1-1,0-1 0,0 1 1,0 0-1,0-1 0,0 1 1,0 0-1,0-1 0,0 1 1,-1 0-1,1 0 0,0 0 1,0 0-1,0 0 0,0 0 0,0 0 1,-1 1-175,2-1 79,0 1 0,0 0 0,0-1 0,0 1 0,0-1 1,0 1-1,0-1 0,0 1 0,0 0 0,0-1 0,0 1 0,0-1 0,0 1 1,0-1-1,0 1 0,1-1 0,-1 1 0,0-1 0,1 1 0,-1-1 0,0 1 1,1-1-1,-1 1 0,0-1 0,1 0 0,-1 1 0,1-1 0,-1 1 0,0-1 1,1 0-1,-1 0 0,1 1 0,-1-1 0,1 0 0,0 0 0,-1 0 0,1 1 1,-1-1-1,1 0 0,-1 0 0,1 0 0,-1 0 0,1 0 0,0 0 0,-1 0 1,1 0-1,-1 0 0,1 0 0,0-1-79,191 2 1691,93 9 517,-262-11-4224,-23 0 1984,1-49 1688,3 36-1072,-3 8-561,0 0 0,1 0 0,0 0 0,0 0 0,0 1 0,1-1 0,0 1 0,0-1 1,0 1-1,1 0 0,0 0 0,0 1 0,0-1 0,0 1 0,5-4-23,21 34-85,24 101 26,-52-126 62,-1-1 1,1 0-1,-1 0 0,1 0 0,-1 0 1,0 0-1,1-1 0,-1 1 0,1 0 1,-1-1-1,1 1 0,-1-1 0,0 1 1,1-1-1,-1 0 0,0 1 0,0-1 1,1 0-1,-1 0 0,0 0 0,0 0 1,0 0-1,0 0 0,0 0 0,0 0 1,-1-1-1,1 1 0,0 0 0,0 0 1,-1-1-1,1 1 0,-1-1-3,14-12 621,-12 10-667,1 1 0,-1 0 0,0 0 0,1 0-1,0 0 1,0 0 0,0 1 0,0-1-1,0 1 1,1 0 0,-1 0 0,1 0 0,-1 0-1,1 0 1,0 1 0,0 0 0,-1 0 0,1 0-1,0 0 1,0 0 0,0 1 0,0 0-1,0 0 1,0 0 0,0 0 0,0 1 0,0-1-1,0 1 1,0 0 0,0 0 0,-1 1-1,1-1 1,0 1 0,-1 0 0,1 0 0,2 1 46,3 8 354,-9-9-329,1-1 0,0 0 0,0 0 0,0 1 0,0-1 0,0 0 0,0 0 1,0 0-1,0 0 0,0 0 0,0 0 0,1-1 0,-1 1 0,0 0 0,1 0 0,-1-1 0,0 1 1,1-1-1,-1 0 0,1 1 0,-1-1 0,1 0 0,-1 0 0,1 0 0,-1 0 0,1 0 0,-1 0 0,1 0 1,-1 0-1,1-1 0,-1 1 0,1-1-25,12-2-215,-1-1-1,1 2 1,0 0 0,0 0-1,0 2 1,0 0 0,0 0 0,0 1-1,0 1 1,0 0 0,10 3 215,0 1 103,0-2 0,0 0 0,1-2 0,-1-1 0,1-1 0,18-2-103,16 1 283,0 1-452,-34 0-6846,-17 0 2413</inkml:trace>
  <inkml:trace contextRef="#ctx0" brushRef="#br0" timeOffset="68017.56">4653 135 2688,'0'-135'12416,"10"201"-11627,-15 43-1839,2-75 1092,1 1-1,2-1 0,1 0 1,2 0-1,3 16-41,12-37-10927,-13-16 8948</inkml:trace>
  <inkml:trace contextRef="#ctx0" brushRef="#br0" timeOffset="68487.31">4871 85 2432,'-13'13'790,"4"-5"3174,22-27-974,-55 113 2706,37-82-5735,2-1 1,-1 1-1,2 0 1,-1-1-1,2 1 1,-1 0-1,2 0 1,-1 1-1,2-1 1,0 0-1,0 0 1,1 0-1,1-1 1,2 10 38,-4-19 18,1-1 0,0 1 0,-1 0 0,1-1 0,0 1 0,0-1 0,0 0 0,0 1 0,0-1 0,0 0 0,0 0 0,0 0 0,1-1 0,-1 1 0,0 0 0,0-1 0,1 0 0,-1 1 0,0-1 0,1 0 0,-1 0 0,1 0 0,-1-1 0,0 1 0,1 0 0,-1-1 0,0 0 0,0 1 0,1-1 0,-1 0 0,0 0 0,0 0 0,0-1 0,0 1 0,0 0 0,0-1 0,-1 1 0,1-1 0,0 0 0,-1 1 0,1-1 0,-1 0 0,0 0 0,1 0 0,-1 0 0,0 0 0,0 0 0,0-1 0,-1 1 0,1 0 0,0 0 0,-1-1 1,0 0-19,2 2 20,-1-1 0,0 0 1,0 1-1,-1-1 0,1 0 1,0 0-1,-1 0 0,1 0 1,-1 0-1,1 0 0,-1 0 1,0 0-1,0 1 0,0-1 1,0 0-1,0 0 1,-1 0-1,1 0 0,0 0 1,-1 0-1,0 0 0,1 0 1,-1 0-1,0 1 0,0-1 1,0 0-1,0 0 0,0 1 1,0-1-1,0 1 0,-1-1 1,1 1-1,-1 0 1,1-1-1,-1 1 0,1 0 1,-1 0-1,0 0 0,0 0 1,1 0-1,-1 1 0,0-1 1,0 0-1,0 1 0,0-1 1,0 1-1,0 0 0,0 0 1,0 0-21,-40 13-81,15 0-2902,4-2-3942,13-6 2829</inkml:trace>
  <inkml:trace contextRef="#ctx0" brushRef="#br0" timeOffset="69236.89">5019 317 3712,'-38'45'5120,"38"-44"-4988,1 0 0,0 0 0,0-1 0,0 1 1,0 0-1,-1 0 0,1-1 0,0 1 0,0-1 0,0 1 1,0 0-1,1-1 0,-1 0 0,0 1 0,0-1 0,0 0 1,0 1-1,0-1 0,1 0 0,-1 0 0,0 0 0,0 0 0,0 0 1,0 0-1,0-1 0,1 1 0,-1 0 0,0-1 0,0 1 1,0 0-1,0-1 0,1 0-132,131-46 2619,-133 46-2594,1 1 1,-1-1 0,1 0-1,-1 0 1,0 1 0,1-1-1,-1 0 1,0 0-1,0 0 1,0 0 0,1 1-1,-1-1 1,0 0 0,0 0-1,0 0 1,0 0 0,-1 0-1,1 1 1,0-1 0,0 0-1,0 0 1,-1 0 0,1 1-1,0-1 1,-1 0 0,1 0-1,-1 1 1,1-1 0,-1 0-1,1 1 1,-1-1 0,1 0-1,-1 1 1,0-1 0,1 1-1,-1-1 1,0 1 0,0-1-1,1 1 1,-1 0 0,0-1-1,0 1-25,-12-18 1130,14 11-1179,0 1-1,1-1 0,0 1 1,0 0-1,0 0 0,1 0 1,0 0-1,0 0 0,0 0 0,1 1 1,0-1-1,0 1 0,0 0 1,0 0-1,1 1 0,0-1 0,0 1 1,1 0-1,-1 0 0,1 1 1,-1 0-1,1 0 0,0 0 1,0 1-1,5-2 50,-10 3-7,1-1 1,-1 1-1,1 0 1,-1-1-1,1 1 1,0 0-1,0 0 1,-1 0-1,1 0 1,0 0-1,0 1 1,0-1-1,0 1 1,0-1-1,0 1 1,0 0-1,0 0 1,0-1-1,0 1 1,0 1-1,0-1 1,0 0 0,0 0-1,0 1 1,0-1-1,0 1 1,0 0-1,0-1 1,0 1-1,-1 0 1,1 0-1,0 0 1,0 1-1,-1-1 1,1 0-1,-1 1 1,1-1-1,-1 1 1,0-1-1,1 1 1,-1-1-1,0 1 1,0 0-1,0 0 1,0 0-1,0 0 7,-2 55-61,7 19-139,9-52-1125,39 10-9131,-29-30 8616</inkml:trace>
  <inkml:trace contextRef="#ctx0" brushRef="#br0" timeOffset="73271.27">5890 904 2688,'-5'16'1860,"8"-27"4610,-2-1-1483,-24 153-4608,17 123 1450,6-263-1803,0-1 12,0 0 31,0 0 48,0 0-21,0 0-122,0 0-12,0 0 6,0 0 27,0 0 112,0 0 37,0 0-38,0 0-47,0 0-150,0 0-197,0 0-634,0 0 58,0 0 800,1 5 73,-1-1-1,1 1 1,0 0 0,1-1 0,-1 1 0,1-1-1,0 1 1,0-1 0,1 0 0,-1 0-1,1 0 1,0 0 0,0 0 0,0 0 0,0-1-1,1 0 1,-1 0 0,1 0 0,0 0-1,0 0 1,0-1 0,0 1 0,1-1 0,-1 0-1,1-1 1,-1 1 0,1-1 0,-1 0-1,5 1-8,22 12 28,-65 13 586,-29 10-1638,63-36 994,0-1 1,-1 1 0,1 0-1,-1-1 1,1 1-1,0 0 1,-1 0 0,1-1-1,0 1 1,0 0-1,0 0 1,0-1-1,0 1 1,-1 0 0,1 0-1,0-1 1,1 1-1,-1 0 1,0 0 0,0-1-1,0 1 1,0 0-1,1 0 1,-1-1-1,0 1 1,1 0 0,-1-1-1,0 1 1,1 0-1,-1-1 1,1 1 0,-1-1-1,1 1 1,-1 0-1,1-1 1,0 1 0,-1-1-1,1 0 1,-1 1-1,1-1 1,0 0-1,0 1 1,0-1 29,0 1-31,90 90 404,-119-50-170,20-35 163,4-4-487,1 0 0,0 0-1,0 0 1,-1 0 0,1 0 0,1 1 0,-1-1 0,0 1 0,1 0 0,-1 0 0,1 0 0,0 0-1,0 0 1,0 0 0,0 1 0,1-1 0,-1 1 0,1-1 0,0 1 0,0-1 0,0 1 0,0 0 0,1 0-1,0-1 1,-1 1 0,1 0 0,1 0 0,-1 0 0,1-1 0,-1 1 0,1 0 0,1 1 121,22 20-482,-22-24 471,0 0 0,0 0 0,0 1 0,0-1-1,-1 0 1,1 1 0,-1-1 0,1 1 0,-1 0 0,1 0 0,-1-1 0,0 1 0,0 0 0,0 0 0,0 0 0,0 0 0,0 0 0,-1 0 0,1 0 0,-1 1 0,1-1 0,-1 0 0,0 1 11,-29 142-656,30-44 485,-16 26 219,4-114 1067,-4-18-1265,-222-7 1985,27 12-502,107-6-755,0 4 0,0 5-1,-59 11-577,41-3 865,-99 18-674,127-6 1799,101-25-7622,5 0-3685</inkml:trace>
  <inkml:trace contextRef="#ctx0" brushRef="#br0" timeOffset="74584.8">5225 1296 1024,'-32'32'1909,"32"-38"5434,-3 11-4606,-94 178-385,95-180-2508,1 0 0,0 1 0,-1-1 1,1 1-1,0 0 0,1-1 0,-1 1 0,1 0 0,0 0 1,-1-1-1,2 1 0,-1 0 0,0 0 0,1-1 1,0 1-1,-1 0 0,2-1 0,-1 1 0,0-1 0,1 1 1,-1-1-1,1 0 0,1 2 156,0-3-93,1 0 0,-1-1 0,1 1 0,-1-1 0,1 0 0,-1 0 0,1-1 0,0 1 0,-1-1 0,1 1 0,0-1 0,-1 0 0,1-1 0,0 1 0,0 0 0,-1-1 0,1 0 0,-1 0 0,1 0 0,-1-1 1,1 1-1,-1-1 0,0 0 0,1 1 0,-1-1 0,0-1 0,0 1 0,-1 0 0,1-1 0,0 0 93,72-63 2464,-75 66-2431,1 0 1,-1-1 0,0 1 0,0 0-1,1-1 1,-1 1 0,0 0 0,0-1-1,0 1 1,1 0 0,-1-1 0,0 1-1,0 0 1,0-1 0,0 1 0,0 0-1,0-1 1,0 1 0,0 0-1,0-1 1,0 1 0,0 0 0,0-1-1,0 1 1,0-1 0,0 1 0,0 0-1,0-1 1,-1 1 0,1 0 0,0-1-1,0 1 1,0 0 0,-1-1 0,1 1-1,0 0 1,0 0 0,-1-1 0,1 1-1,0 0 1,0 0 0,-1-1 0,1 1-1,0 0 1,-1 0 0,1 0 0,0 0-1,-1 0 1,1-1 0,0 1-1,-1 0 1,1 0 0,0 0 0,-1 0-1,1 0 1,-1 0 0,1 0 0,0 0-1,-1 0 1,1 0 0,0 0 0,-1 1-1,1-1 1,0 0 0,-1 0 0,1 0-1,0 0 1,-1 0 0,1 1 0,0-1-34,-30 6 21,29-5 28,-34 10 739,7 0-1575,10-7-3593,7-3 87,1-1 1925</inkml:trace>
  <inkml:trace contextRef="#ctx0" brushRef="#br0" timeOffset="75204.47">5423 1623 2048,'-26'-39'2368,"52"43"1056,-19-3-3030,-1 0 1,1-1 0,0 0-1,0 0 1,-1-1 0,1 1-1,0-2 1,-1 1 0,1-1-1,-1 0 1,0 0 0,1 0-1,-1-1 1,0 0 0,5-4-395,-11 6 133,0-1 0,0 1 0,1 0 0,-1-1 0,0 1 0,0-1 0,0 1 0,-1-1 0,1 1 0,0 0 0,0-1 0,-1 1 0,1 0 0,-1-1 0,1 1 0,-1 0 0,0 0 0,0-1 0,1 1 0,-1 0 0,0 0 0,0 0 0,0 0 0,0 0 0,0 0 0,0 0 0,0 0 0,-1 1 0,1-1 0,0 0 0,-1 0-133,-8-11-156,9 8 159,0 0-1,0-1 1,1 1-1,-1-1 0,1 1 1,0-1-1,1 1 1,-1-1-1,1 1 0,0-1 1,0 1-1,0 0 1,1 0-1,-1-1 0,1 1 1,0 0-1,1 0 0,-1 1 1,0-1-1,1 0 1,0 1-1,0-1 0,0 1 1,0 0-1,1 0 1,-1 0-1,1 1 0,0-1 1,3-1-3,-4 3-16,-1 0 1,0 1-1,1-1 1,-1 1-1,1 0 0,-1-1 1,1 1-1,-1 0 1,1 0-1,-1 1 1,1-1-1,-1 0 1,1 1-1,-1 0 0,0-1 1,1 1-1,-1 0 1,0 0-1,0 0 1,1 1-1,-1-1 1,0 1-1,0-1 0,0 1 1,-1-1-1,1 1 1,0 0-1,-1 0 1,1 0-1,-1 0 1,1 0-1,-1 0 1,0 0-1,0 1 0,0-1 1,0 0-1,0 1 1,-1-1-1,1 1 1,-1-1-1,0 0 1,1 1-1,-1-1 0,0 1 1,0-1-1,-1 1 1,1-1-1,-1 1 16,1 12-445,4 29 625,17-18-4677,-11-18-3535</inkml:trace>
  <inkml:trace contextRef="#ctx0" brushRef="#br0" timeOffset="76234.45">5954 2093 4992,'0'0'1536,"0"0"-214,0 0-852,0 0 52,0 0 1068,0 0 52,0 0-852,0 0-257,0 0-170,0 0 95,0 0 556,8 1-60,243 8 843,123-37-47,-235 29-2348,-128 2 141,-10-2-2351,-5-1-3665,4 0 1044</inkml:trace>
  <inkml:trace contextRef="#ctx0" brushRef="#br0" timeOffset="77456.42">6576 2113 2304,'-42'-13'7200,"54"9"-2051,7-14-2631,-16 15-1823,64-94-514,-65 97-235,0-1-1,-1 1 1,1 0-1,0 0 1,0 0-1,0 1 1,0-1-1,-1 0 1,1 1-1,0-1 1,0 1-1,0-1 1,-1 1-1,1 0 0,-1 0 1,1 0-1,0 0 1,-1 0-1,1 0 1,-1 0-1,0 0 1,1 1-1,-1-1 1,0 0-1,0 1 1,0-1-1,0 1 1,0 0-1,0-1 0,0 1 1,-1 0-1,1 0 55,2 1-52,32 62 47,-32-60 16,15-18 1631,5-86-1333,-23 98-517,30 28-3898,-7-4 5189,-21-22-1037,0 0 0,0 0 0,-1 0 1,1 0-1,0-1 0,0 1 1,0 0-1,0-1 0,0 0 1,0 1-1,0-1 0,0 0 0,0 0 1,0 0-1,0 0 0,0-1 1,0 1-1,0 0 0,0-1 0,0 0 1,0 1-1,0-1 0,0 0 1,0 0-1,0 0 0,-1 0 1,1 0-1,0 0 0,-1-1 0,1 1 1,-1-1-1,0 1 0,1-1 1,-1 1-1,0-1 0,0 0 1,0 1-1,0-1 0,0 0 0,0 0 1,-1 0-1,1 0 0,0 0 1,-1 0-1,0 0 0,1 0 0,-1-1-46,0 1-76,0 0-1,1 1 0,-1-1 0,1 0 0,-1 0 0,1 1 0,0-1 0,-1 0 0,1 1 0,0-1 0,0 1 0,0-1 0,0 1 0,1 0 0,-1-1 1,0 1-1,0 0 0,1 0 0,-1 0 0,1 0 0,-1 0 0,1 0 0,0 0 0,-1 0 0,1 1 0,0-1 0,-1 0 0,1 1 0,0 0 0,0-1 1,0 1-1,-1 0 0,1 0 0,0 0 0,0 0 0,0 0 0,-1 1 0,1-1 0,0 0 0,0 1 0,-1-1 0,1 1 0,0 0 0,-1 0 0,1-1 1,0 1-1,0 1 77,45 27-846,72 26 3590,34-39 132,-87-15-8461,-43-1-2660</inkml:trace>
  <inkml:trace contextRef="#ctx0" brushRef="#br0" timeOffset="78056.1">6205 2513 4736,'7'-35'898,"-6"-1"5372,1 32-6141,-1-1 0,1 1 0,0 0 0,0 0 0,1 0 0,-1 0 1,1 1-1,-1-1 0,1 1 0,0-1 0,1 1 0,-1 0 0,1 0 1,-1 1-1,1-1 0,0 1 0,0-1 0,0 1 0,0 1 0,0-1 1,0 0-1,1 1 0,-1 0 0,0 0 0,1 0 0,-1 1 0,1-1 1,3 1-130,-7 0-82,1-1 0,0 1 0,0 0 0,0 0 0,-1 0 0,1 0 0,0 0 0,0 1 0,-1-1 0,1 1 0,0-1 0,0 1 0,-1-1 0,1 1 0,0 0 0,-1 0 0,1 0 0,-1 0 0,1 0 0,-1 0 0,0 0 0,1 0 0,-1 0 0,0 1 0,0-1 0,0 1 0,0-1 0,0 1 0,0-1 0,0 1 0,0 0 0,-1-1 0,1 1 0,-1 0 1,1-1-1,-1 1 0,0 0 0,1 0 0,-1 0 0,0-1 0,0 1 0,0 1 82,-17 75-877,-34-9 2999,54-56 643,43-10-2757,-46-4 25,99-17-5127,-66 11-1940</inkml:trace>
  <inkml:trace contextRef="#ctx0" brushRef="#br0" timeOffset="78718.88">6595 2571 4352,'25'-32'5392,"125"36"917,-62-18-3739,-87 14-2074,-1 0-320,-18-7-720,16 7 558,0-1 0,-1 0 0,1 1 0,0-1 0,-1 0 0,1 0 0,0 0 0,0-1-1,0 1 1,0-1 0,0 1 0,0-1 0,0 1 0,1-1 0,-1 0 0,1 0 0,-1 0 0,1 0-1,0 0 1,-1 0 0,1 0 0,0-1 0,0 1 0,1 0 0,-1 0 0,0-1 0,1 1-1,0-1 1,-1 1 0,1-1 0,0 1 0,0 0 0,0-1 0,1 1 0,-1-1 0,0 1 0,1 0-1,0-1-13,1-2 33,-1 0 0,2 0 0,-1 0 0,1 0 0,0 1 0,0-1 0,0 1 0,0-1 0,1 1 0,0 1 0,0-1 0,0 0 0,0 1 0,0 0 0,1 0-1,-1 0 1,1 0-33,1 1-78,-1-1 0,1 0-1,0 1 1,-1 0-1,1 1 1,0-1 0,0 1-1,0 1 1,1-1-1,-1 1 1,0 0 0,0 0-1,0 0 1,0 1-1,0 0 1,0 0 0,0 1-1,0 0 1,0 0-1,2 1 79,-5 0-14,-2 0 0,1 0 0,0 0 0,-1 1-1,1-1 1,-1 0 0,0 0 0,0 1 0,0-1-1,0 1 1,-1-1 0,0 1 0,1-1 0,-1 1-1,0-1 1,-1 1 0,1-1 0,-1 0 0,1 1-1,-1-1 1,0 1 0,0-1 0,-1 0 0,1 0-1,-1 1 1,1-1 0,-2 1 14,-1 9-705,2-6 159,1-6 558,0 0-1,0 0 0,0 0 1,0 0-1,1 0 0,-1 0 1,0 0-1,1 0 1,-1 0-1,1 0 0,-1 1 1,1-1-1,0 0 1,-1 0-1,1 1 0,0-1 1,0 0-1,0 1 1,0-1-1,0 0 0,0 0 1,0 1-1,1-1 0,-1 0 1,0 0-1,1 1 1,-1-1-1,1 0 0,-1 0 1,1 0-1,0 0 1,-1 1-1,1-1 0,0 0 1,0 0-1,0-1 0,0 1 1,0 0-1,0 0 1,0 0-1,0 0 0,0-1 1,0 1-1,0-1 1,0 1-1,1-1 0,-1 1 1,0-1-1,0 0 0,1 1 1,-1-1-1,0 0 1,0 0-1,1 0 0,-1 0-11,44-5-4986,-22 0-2939</inkml:trace>
  <inkml:trace contextRef="#ctx0" brushRef="#br2" timeOffset="84721.84">6033 793 2048,'41'13'5440,"-51"-22"-2016,0 7-3462,-14-1 2050,25 10 3277,250 232-3753,-221-214-1509,-24-18-14,1-1-1,0 0 1,1 0-1,0 0 1,-1-1-1,2 0 0,-1 0 1,0-1-1,1 0 1,0-1-1,0 0 0,0 0 1,0-1-1,1 0 1,1-1-13,-10-1-48,-1 0 21,0 0-74,0 0-481,115-57-154,-64 41 1094,-58 44-76,-14 12-771,19-37 481,-1-1 0,1 1 1,0 0-1,0-1 1,-1 1-1,2 0 1,-1 1-1,0-1 0,1 0 1,-1 0-1,1 1 1,0-1-1,0 1 1,1-1-1,-1 1 1,1-1-1,-1 1 0,1-1 1,0 1-1,0-1 1,1 1-1,-1 0 1,1-1-1,0 1 0,0-1 1,0 0-1,0 1 1,0-1-1,2 2 8,4-1-2,1 0 1,0 0-1,-1-1 0,2 0 0,-1 0 0,0-1 1,0 0-1,1 0 0,-1-1 0,1 0 0,0-1 1,-1 0-1,1 0 0,5-1 2,-7 1-2,54 0-24,-74 57-289,12-55 286,0-1-1,0 0 0,0 1 1,0-1-1,1 1 1,-1-1-1,0 1 1,1-1-1,-1 1 1,1 0-1,0-1 1,0 1-1,-1-1 0,1 1 1,0 0-1,0-1 1,0 1-1,1-1 1,-1 1-1,0 0 1,1-1-1,-1 1 1,1-1-1,-1 1 0,1-1 1,0 1-1,-1-1 1,1 1-1,0-1 1,0 0-1,0 1 1,0-1-1,0 0 1,1 0-1,-1 0 0,0 0 1,0 0-1,1 0 1,-1 0-1,1 0 1,-1-1-1,1 1 1,-1 0-1,1-1 1,-1 1-1,1-1 0,-1 0 1,1 0-1,0 1 1,1-1 29,168 15 256,-169-13-257,0 0 1,0 0-1,1 0 0,-1 0 1,0 0-1,-1 0 0,1 1 1,0-1-1,-1 1 0,1-1 1,-1 1-1,0-1 0,0 1 1,0 0-1,0 0 0,0 0 1,-1-1-1,1 1 0,-1 0 1,1 0-1,-1 0 0,0 0 1,-1 0-1,1 0 0,0 0 1,-1 0-1,0 0 1,1-1-1,-1 1 0,0 0 1,-1 2 0,-1 41 46,58 52-280,-34-70 217,0-2 0,2 0 0,0-1 0,2-2-1,23 18 18,20 45-40,-39-39 113,27 18 1846,-43-53-2334,-10-9-8209,-3-3 3200</inkml:trace>
  <inkml:trace contextRef="#ctx0" brushRef="#br2" timeOffset="85732.85">6891 904 4736,'-11'-22'7020,"20"-7"-3987,-6 21-3326,5 21 2250,-14 43-1404,4-48-498,0 1 1,1 0-1,0-1 1,0 1-1,1 0 0,0 0 1,1-1-1,0 1 1,0 0-1,1-1 0,2 6-55,-2-11-7,1 1 0,0-1 0,0-1 0,1 1 0,-1 0 0,0-1 0,1 1-1,0-1 1,0 0 0,-1 0 0,1-1 0,0 1 0,0-1 0,1 0 0,-1 0-1,0 0 1,0-1 0,4 1 7,6 2-16,-4-1 40,1 0-1,-1-1 1,0 0-1,1 0 1,-1-1-1,0-1 1,1 0-1,-1 0 1,0-1-1,0 0 1,0-1-1,0 0 1,0-1-1,0 0 0,2-2-23,6 0 50,-9 1 60,-25-1-72,-18-17-12,28 5 217,12 29 80,57 93-78,-21-73-4677,-32-26-5098</inkml:trace>
  <inkml:trace contextRef="#ctx0" brushRef="#br2" timeOffset="86503.75">7384 1197 6912,'-1'0'176,"0"0"1,0 1 0,0-1-1,0 0 1,0 0-1,0 0 1,0 0-1,0 0 1,0 0 0,-1 0-1,1 0 1,0 0-1,0 0 1,0 0-1,0-1 1,0 1-1,1 0 1,-1-1 0,0 1-1,0-1 1,0 1-1,0-1 1,0 0-1,0 1 1,1-1 0,-1 0-1,0 1 1,1-1-1,-1 0 1,0 0-1,1 0 1,-1 1 0,1-1-1,-1 0 1,1 0-1,-1 0 1,1-1-177,19-4 2491,0-4-2217,0 1 0,1 0 0,1 2 1,-1 0-1,1 1 0,0 2 0,13-2-274,-26 5-605,-8 1 617,0 0-1,0 0 0,0-1 0,0 1 0,0 0 1,0 0-1,-1 0 0,1-1 0,0 1 1,0 0-1,0 0 0,0-1 0,0 1 1,0 0-1,0 0 0,0 0 0,0-1 1,0 1-1,0 0 0,1 0 0,-1-1 0,0 1 1,0 0-1,0 0 0,0 0 0,0-1 1,0 1-1,0 0 0,0 0 0,1 0 1,-1 0-1,0-1 0,0 1 0,0 0 0,0 0 1,1 0-1,-1 0 0,0 0 0,0 0 1,0-1-1,1 1 0,-1 0-11,-4-4 30,1-1 0,-1 0 0,1 0 0,0-1 0,1 1 0,-1 0 0,1-1 0,0 0 0,1 1 0,-1-1 0,1 0 0,0 0 0,1 0 0,-1 0 0,1 0-1,0 0 1,1 0 0,-1 0 0,1 0 0,0 1 0,1-1 0,0 0 0,0 0 0,0 1 0,0-1 0,1 1 0,0 0 0,0 0 0,0 0 0,1 0 0,-1 0 0,1 1 0,0 0 0,1-1-30,-2 3 16,0 0 1,0 0 0,0 0 0,1 0-1,-1 0 1,1 1 0,-1-1 0,1 1-1,0 0 1,-1 0 0,1 0-1,0 1 1,0-1 0,-1 1 0,1 0-1,0 0 1,0 0 0,0 1-1,-1-1 1,1 1 0,0 0 0,0 0-1,-1 0 1,1 1 0,-1-1-1,1 1 1,-1 0 0,0 0 0,0 0-1,1 0 1,-1 1 0,-1-1 0,1 1-1,0-1 1,-1 1 0,1 0-1,1 3-16,2 75-849,-8-32 744,3-48 27,0 1 0,0-1 0,0 1 0,1-1 0,-1 0 0,0 1 1,1-1-1,-1 0 0,1 0 0,0 0 0,-1 0 0,1 0 0,0 0 0,0-1 1,-1 1-1,1 0 0,0-1 0,0 0 0,0 1 0,0-1 0,0 0 0,0 0 0,0 0 1,0 0-1,-1 0 0,1 0 0,0-1 0,0 1 0,0-1 0,1 0 78,7 1-2532,6 0-6364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4:40:11.87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134 582 2304,'-77'14'5061,"67"6"2614,33 17-7030,51 1 1967,58-28-2867,-115-10 431,194 0 1163,-174 3-1246,234 4 672,129-17 163,-141-45-570,-66 6-390,-75 4-230,-111 39 243,-1 0 0,0 0 0,0-1 0,-1 0-1,0 0 1,0 0 0,-1-1 0,0 1 0,0-1-1,-1 0 1,0 0 0,0-1 0,-1 1 0,0-1-1,0 1 1,-1-1 0,0 1 0,-1-1 0,0 0-1,0 1 1,-1-1 0,0 0 0,0 1 0,-1-1-1,-3-7 20,4 7 153,1 5-118,0 0 1,0 0-1,-1 0 1,1 0 0,-1 0-1,0 0 1,0 0-1,-1 0 1,1 1 0,-1-1-1,0 0 1,1 1-1,-2-1 1,1 1-1,0 0 1,-1 0 0,1 0-1,-1 0 1,0 0-1,-1 0-35,-176-131 320,165 125-332,-1 1 0,-1 0 0,1 1 0,-1 1 0,0 0 0,0 1 0,-1 1 0,-9-1 12,-14-4-149,-26-4 225,0 4 0,0 2 0,-1 3 0,-42 5-76,-95-8-235,-1-6 443,191 13-220,-12-1-14,0 0-1,0 2 1,0 1-1,1 2 1,-1 0-1,1 2 1,0 0-1,-23 10 27,-150 64-416,181-68 429,-1 1-1,2 1 0,0 0 0,0 1 0,1 1 0,1 0 1,1 2-13,10-13 18,1 1-1,0-1 1,0 1 0,1 0 0,-1 0 0,2 0 0,-1 1 0,0-1 0,1 0-1,0 1 1,1-1 0,0 0 0,0 1 0,0-1 0,0 1 0,1-1 0,1 2-18,56 139 512,-13-23-371,-21-73-8885,-19-41-194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4:40:15.17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1317 1218 1792,'-61'21'2612,"41"-10"-2131,-155 55 4566,112-50-4689,-1-3 1,0-3 0,-24 0-359,50-9 585,0-2 1,-1-1 0,1-2 0,0-2-1,1-1 1,-7-4-586,27 8 137,1 0-1,-1-1 0,1-1 1,0 0-1,1-1 0,-1-1 1,1 0-1,0-1 0,1-1 1,0 0-1,0-1 0,1-1 0,0 0 1,1-1-1,1 0 0,-1-1-136,-119-152 1819,109 129-1715,2-1-1,1 0 0,2-1 1,1-1-1,-5-24-103,17 49 5,0 0-1,1 0 1,1-1-1,0 0 0,0 1 1,2-1-1,0 0 0,1 0 1,0 1-1,1-1 0,1 0 1,0 1-1,1 0 1,0 0-1,1 0 0,1 0 1,0 1-1,1 0 0,1 0 1,0 0-1,0 1 0,10-10-4,2 1-333,24-28 412,2 3 0,3 1 0,16-9-79,-3 12 344,3 3-1,1 3 0,29-10-343,-55 30-122,1 2 1,1 1-1,0 2 0,0 2 1,31-2 121,-43 9-5,0 2-1,-1 1 1,1 2 0,-1 0 0,1 2 0,-1 2-1,11 3 6,58 11-150,103 8 11,-181-23 152,0 0-1,-1 2 0,1 0 1,-2 1-1,1 1 0,-1 1 1,-1 1-1,0 0 0,-1 1 0,0 1 1,-1 0-1,0 1 0,10 14-12,-13-8 11,0-1-1,-2 2 1,0-1 0,-2 1-1,0 1 1,-1 0-1,-2 0 1,0 0-1,-1 0 1,-2 1-1,0 0 1,-2 12-11,3-9 327,-1 5-305,0 0 0,-3-1 0,0 1 0,-2 0 0,-1 0 0,-2-1 0,-6 19-22,10-43 0,-2 9-25,0 0 1,-2 0 0,0 0 0,0-1 0,-2 1-1,0-1 1,0-1 0,-2 0 0,-8 11 24,-5 2 13,-2-1 1,-1-1 0,-1-2-1,0 0 1,-2-2 0,-1-1-1,0-1 1,-2-2-1,-11 5-13,-149 43-5669,152-54-3733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4:40:16.3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145 250 1792,'-5'10'0,"-4"9"1152,-1-15 0,-4-8-1152,5-2 0,0-6 1792,4 3 0,0-3-256,0-1 0,1 0-1696,-5-3 32,1-2 128,-2-5 0,0-2-640,0-2 0,2-3-3008,1-7 32,-1-1 3552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4:40:16.58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 9 10240,'-4'5'0,"-2"5"256,-1-10 0,5-4-2240,-1-5 0,2-1-2144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4:40:16.7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 58 5504,'-4'5'0,"3"6"480,-3-22 0,4-10-2368,0-1 0,0 3 800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4:40:16.90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41 35 8320,'2'8'0,"3"5"0,-12-18 0,-9-11-2688,3-1 0,1-1 1632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4:40:17.08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99 11008,'5'10'0,"5"4"-416,-9-23 32,-2-19-3776,-2-15 32,1 1 4192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4:40:17.23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29 80 6144,'-2'12'0,"-3"9"480,-1-36 0,1-17-928,0-1 32,0 0-3680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4:40:17.4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 25 9600,'-3'6'0,"-2"6"-160,0-17 32,-3-8-1984,6 0 32,-1 1-768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4:40:17.60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57 38 768,'-7'13'0,"-3"8"1088,2-17 0,-2-9 1408,2-4 0,3-2-2688,0 0 0,2 1-1600,3-5 0,0 0-256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4:40:17.83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 58 6144,'-4'18'0,"-1"8"672,5-31 0,4-15-576,-3 6 32,3-4-2336,1-5 32,0 2 704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4:40:17.98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 72 5632,'0'8'0,"2"7"672,-4-23 0,-1-12-576,3 6 32,0-4-2336,3 0 32,-1 1 1088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4:40:18.13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22 207 896,'-4'9'0,"-1"6"2752,0-23 0,0-12-896,2 2 0,3-1-1664,3-1 0,2-3-352,0 4 32,0 1-2560,0 1 32,-2 0 928,4-8 0,1-1 1568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4:40:18.33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25 286 896,'0'0'0,"-6"-8"64,6-7 0,0-11 1280,1 5 0,2-5 320,-3 5 0,0-1 448,0 6 0,-3-2-384,2 0 0,-4 4-1536,1-1 0,-1 2-2112,2 1 0,1 3-1728,2-8 0,0 2 2048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4:40:18.4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14 131 1408,'-5'-5'0,"-4"-3"2368,9-2 0,5-4-1344,0 4 0,2 0-704,-2 0 0,0 2 448,0-5 32,-4 2-2944,4-4 32,2-1-1504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4:40:18.6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 20 1024,'-8'18'0,"-5"10"1344,13-28 0,-2-15-1344,2 5 32,2-3 192,1 4 32,-3 0-1472,0 5 0,0-1 640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4:40:18.91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10 120 6656,'-2'5'0,"-6"5"1600,8-22 0,3-10-1760,2-1 32,5-5-4032,-1 3 32,-3 1 4672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4:40:38.13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0 281 6528,'2'-4'0,"3"-5"1920,6-4 0,1-3-192,1 0 0,0-1-1728,2-9 0,3 0-320,1 0 0,-5 5-3392,8-5 0,-2 1 2240,-1-3 0,3 1 192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4:40:38.29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5 198 1408,'-3'-5'0,"1"0"2496,7-8 0,8-3-704,-3 1 0,-3 2 320,4 0 0,-4 3-1344,6-3 32,0-2-864,2-1 0,0-2-3744,2-5 32,-3 0-864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4:40:38.44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7 102 6656,'0'0'0,"-7"5"2176,14-15 0,9-6-2176,-1-1 0,0-5-3072,1 2 0,-1-1 672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4:40:38.59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24 271 6656,'-8'12'0,"-7"4"2304,20-28 0,8-20-448,-1 6 0,4 0-1600,-1-2 0,0-3-512,1 0 0,-4-2-3648,4-8 0,-1 2-32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4:40:38.74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1 332 1024,'6'-11'0,"4"-12"2624,4-6 0,-1-7-832,0 8 0,-3 4-1216,3-4 0,-3 0-768,3 2 0,2-2-3072,0-8 0,1 2 1472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4:40:38.8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27 245 3200,'-12'0'0,"-2"0"2880,14-11 0,9-12-576,1 5 0,2 3-2176,-1 1 32,3 1 832,-4-2 0,1 0-3232,1-11 32,1-3-480,0-4 0,0 0-672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4:40:39.04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28 151 1664,'-9'9'0,"-10"9"1856,23-27 0,9-14-64,-2 3 0,3 1-3392,-1-4 0,2 0-768,0-7 0,1-1 2656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4:40:39.2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19 135 1792,'-8'6'0,"-2"4"256,15-26 0,10-15-128,-2 4 32,2 0-160,1 2 0,-1 1-1472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4:40:36.54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1520 1067 1920,'-3'2'1664,"-228"118"2501,188-102-3662,0-2 0,-1-2 0,-1-2-1,0-2 1,-1-2 0,1-2 0,-35 0-503,-16 1 454,59-2-67,-1-2 1,1-1-1,-1-2 0,1-2 0,-1-1 0,1-2 1,0-1-1,-23-8-387,-218-103 3109,269 112-3136,1 1 0,-1-2 0,1 1 0,1-1 0,-1 0 1,1-1-1,0 0 0,0 0 0,1 0 0,0-1 0,0 0 0,1 0 0,0-1 0,1 1 0,-1-1 0,2 0 0,-2-6 27,-34-164 380,38 171-377,-3-25 47,2 0 0,2 0 0,0 0 0,3 0-1,0 0 1,3 0 0,0 0 0,2 1-1,9-21-49,-6 26-11,2 1 0,0 0 0,2 1 0,1 1 1,1 0-1,2 0 11,0-2 1,-2 5 25,0 1-1,2 1 1,0 0 0,1 2-1,1 0 1,0 2-1,1 0 1,1 1-1,1 1 1,-1 2-1,2 0 1,0 1-1,0 2 1,5-1-26,27-7-66,0 3 1,1 2 0,1 3-1,58-1 66,-76 8-18,1 2 0,-1 1 0,0 3-1,0 1 1,0 2 0,-1 1-1,7 5 19,15 8 171,0 3 0,-2 2-1,33 22-170,-78-40-2,-1 0-1,-1 0 1,0 1-1,0 1 1,-1 0-1,0 1 1,-1 0-1,0 0 0,-1 2 1,-1-1-1,0 1 1,-1 0-1,0 1 1,-1 0-1,-1 0 0,0 1 1,-1 0-1,-1 0 1,0 0-1,-1 0 1,-1 0-1,0 1 1,-2-1-1,0 1 0,-2 14 3,-7 10 29,-1-1 1,-3 0-1,-1-1 0,-2 0 0,-2-1 0,-1-1 0,-2-1 0,-4 2-29,-66 99-8179,58-90 1694</inkml:trace>
  <inkml:trace contextRef="#ctx0" brushRef="#br0" timeOffset="2916.95">688 1563 6016,'0'0'0,"-10"9"1536,11-23 0,9-8-640,2-3 0,-2-3 448,-1-1 0,0-2-2624,9 0 0,-2-2-6176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4:40:34.41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514 704 1408,'0'0'1856,"0"0"-245,0 0-977,0 0-106,0 0 480,0 0-21,0 0-635,0 0-43,0 0 470,-3 6-33,-3 7-472,-1 1-1,0-2 0,0 1 1,-2-1-1,1 0 0,-1 0 1,-1-1-1,0-1 0,-1 1 1,0-2-1,-1 1 0,0-2 1,0 0-1,-1 0 0,1-1 1,-12 4-274,15-10 176,0-2 0,0 1 1,1-1-1,-1 0 1,1-1-1,-1 0 1,1 0-1,-1-1 1,1 0-1,0-1 1,0 0-1,1 0 1,-1 0-1,1-1 1,-3-2-177,-35-18 942,37 22-926,1-1 1,0 0 0,0-1 0,1 1-1,-1-1 1,1-1 0,0 1-1,0-1 1,1 0 0,0 0 0,0-1-1,0 1 1,1-1 0,0 0-1,-3-8-16,0 1 28,0 4 42,1 0 0,0 0 0,1-1 0,0 0 0,1 0 0,0 0 0,1 0 0,0-1 0,0 1 0,2-1 0,-1 0 0,2 0 0,-1 0 0,1 1 0,1-4-70,3-8 32,1 1 0,1 0 0,1 0 0,1 1 0,0 0 0,2 0 0,0 1 0,2 0 0,0 1 0,1 0 0,1 1 0,0 1 0,2 0 0,0 1 0,10-8-32,-19 19 0,0 0 0,1 1 1,-1 0-1,1 0 0,0 1 0,0 0 1,1 0-1,-1 1 0,0 0 0,1 0 1,0 1-1,-1 0 0,1 0 1,0 1-1,-1 1 0,1-1 0,-1 1 1,1 1-1,0 0 0,-1 0 0,0 0 1,0 1-1,1 0 0,-2 1 1,1 0-1,0 0 0,-1 1 0,0 0 1,0 0-1,0 0 0,-1 1 0,1 0 1,-1 0-1,-1 1 0,1 0 1,-1 0-1,-1 0 0,1 1 0,1 4 0,3 4-11,-1 0 1,-1 0-1,0 1 0,-2-1 0,1 1 0,-2 1 0,-1-1 0,0 1 0,-1-1 0,-1 1 0,0 0 0,-1 0 0,-1-1 0,-1 1 0,-1 0 0,0-1 1,-1 0-1,-1 1 0,-1-2 0,-5 12 11,-24 35 448,9-18-1497,10-14-3651,11-22-4820</inkml:trace>
  <inkml:trace contextRef="#ctx0" brushRef="#br0" timeOffset="3466.52">568 172 9984,'0'0'0,"0"0"1728,0 0 0,0 0-1728,0 0 32,0 0-64,7-10 32,5-5-1088,-1-3 0,6 2 64,2-10 0,4 0-2048,1-5 0,-1 1 2016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DD7B4E-A931-4E48-A545-0C156347CC46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0995D4-C630-4D1E-A120-C0B9FB85BA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758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95D4-C630-4D1E-A120-C0B9FB85BAB5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67198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95D4-C630-4D1E-A120-C0B9FB85BAB5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32066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95D4-C630-4D1E-A120-C0B9FB85BAB5}" type="slidenum">
              <a:rPr lang="en-IN" smtClean="0"/>
              <a:t>50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34044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95D4-C630-4D1E-A120-C0B9FB85BAB5}" type="slidenum">
              <a:rPr lang="en-IN" smtClean="0"/>
              <a:t>54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5213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95D4-C630-4D1E-A120-C0B9FB85BAB5}" type="slidenum">
              <a:rPr lang="en-IN" smtClean="0"/>
              <a:t>57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57639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W/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MHE Official Background, fixe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46105" y="2099014"/>
            <a:ext cx="3863458" cy="3863458"/>
            <a:chOff x="331115" y="2099014"/>
            <a:chExt cx="3863458" cy="386345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D9DDEA9-6897-2B48-BA6A-9075880AA615}"/>
                </a:ext>
              </a:extLst>
            </p:cNvPr>
            <p:cNvSpPr/>
            <p:nvPr userDrawn="1"/>
          </p:nvSpPr>
          <p:spPr>
            <a:xfrm>
              <a:off x="331115" y="2099014"/>
              <a:ext cx="3863458" cy="3863458"/>
            </a:xfrm>
            <a:prstGeom prst="rect">
              <a:avLst/>
            </a:prstGeom>
            <a:solidFill>
              <a:srgbClr val="720F1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2AD1ADE-6D88-5C48-9EEF-7E081C733011}"/>
                </a:ext>
              </a:extLst>
            </p:cNvPr>
            <p:cNvSpPr/>
            <p:nvPr userDrawn="1"/>
          </p:nvSpPr>
          <p:spPr>
            <a:xfrm>
              <a:off x="467612" y="2368353"/>
              <a:ext cx="3457621" cy="3457621"/>
            </a:xfrm>
            <a:prstGeom prst="rect">
              <a:avLst/>
            </a:prstGeom>
            <a:solidFill>
              <a:srgbClr val="9F224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FE6DE48-1064-2849-AF2D-2E29711B1885}"/>
                </a:ext>
              </a:extLst>
            </p:cNvPr>
            <p:cNvSpPr/>
            <p:nvPr userDrawn="1"/>
          </p:nvSpPr>
          <p:spPr>
            <a:xfrm>
              <a:off x="599258" y="2898475"/>
              <a:ext cx="2793799" cy="2792652"/>
            </a:xfrm>
            <a:prstGeom prst="rect">
              <a:avLst/>
            </a:prstGeom>
            <a:solidFill>
              <a:srgbClr val="E21A23"/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" name="Title"/>
          <p:cNvSpPr>
            <a:spLocks noGrp="1"/>
          </p:cNvSpPr>
          <p:nvPr>
            <p:ph type="ctrTitle" hasCustomPrompt="1"/>
          </p:nvPr>
        </p:nvSpPr>
        <p:spPr>
          <a:xfrm>
            <a:off x="621792" y="3140014"/>
            <a:ext cx="2788920" cy="115766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2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21792" y="4261103"/>
            <a:ext cx="2788920" cy="61282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</a:p>
        </p:txBody>
      </p:sp>
      <p:cxnSp>
        <p:nvCxnSpPr>
          <p:cNvPr id="9" name="MHE line separating subtitles from text">
            <a:extLst>
              <a:ext uri="{FF2B5EF4-FFF2-40B4-BE49-F238E27FC236}">
                <a16:creationId xmlns:a16="http://schemas.microsoft.com/office/drawing/2014/main" id="{EC86C884-D766-9149-B40E-B86A943DE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3232" y="4919472"/>
            <a:ext cx="2532888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621792" y="5093208"/>
            <a:ext cx="2788920" cy="576185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200" b="1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Extra Text</a:t>
            </a:r>
          </a:p>
        </p:txBody>
      </p:sp>
      <p:sp>
        <p:nvSpPr>
          <p:cNvPr id="3" name="Cover Placeholder">
            <a:extLst>
              <a:ext uri="{FF2B5EF4-FFF2-40B4-BE49-F238E27FC236}">
                <a16:creationId xmlns:a16="http://schemas.microsoft.com/office/drawing/2014/main" id="{67C61915-1FDF-4DF1-95F4-8BAC894B4DC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572000" y="1450229"/>
            <a:ext cx="4229100" cy="497645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Optional: Include Cover Here</a:t>
            </a:r>
          </a:p>
        </p:txBody>
      </p:sp>
      <p:sp>
        <p:nvSpPr>
          <p:cNvPr id="2" name="Long Copyright">
            <a:extLst>
              <a:ext uri="{FF2B5EF4-FFF2-40B4-BE49-F238E27FC236}">
                <a16:creationId xmlns:a16="http://schemas.microsoft.com/office/drawing/2014/main" id="{8AC4EEC4-5547-4185-92E7-A6CAF888043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0" y="6478438"/>
            <a:ext cx="9144000" cy="374266"/>
          </a:xfrm>
        </p:spPr>
        <p:txBody>
          <a:bodyPr/>
          <a:lstStyle>
            <a:lvl1pPr algn="ctr"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© &lt; add the year&gt; McGraw Hill. All rights reserved. Authorized only for instructor use in the classroom.</a:t>
            </a:r>
          </a:p>
          <a:p>
            <a:pPr defTabSz="457200">
              <a:spcBef>
                <a:spcPct val="20000"/>
              </a:spcBef>
              <a:defRPr/>
            </a:pPr>
            <a:r>
              <a:rPr lang="en-US" dirty="0"/>
              <a:t>No reproduction or further distribution permitted without the prior written consent of McGraw Hill.</a:t>
            </a:r>
          </a:p>
        </p:txBody>
      </p:sp>
    </p:spTree>
    <p:extLst>
      <p:ext uri="{BB962C8B-B14F-4D97-AF65-F5344CB8AC3E}">
        <p14:creationId xmlns:p14="http://schemas.microsoft.com/office/powerpoint/2010/main" val="1001655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7">
          <p15:clr>
            <a:srgbClr val="FBAE40"/>
          </p15:clr>
        </p15:guide>
        <p15:guide id="2" orient="horz" pos="410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W/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MHE Altered Background, fixed">
            <a:extLst>
              <a:ext uri="{FF2B5EF4-FFF2-40B4-BE49-F238E27FC236}">
                <a16:creationId xmlns:a16="http://schemas.microsoft.com/office/drawing/2014/main" id="{E2D8ACCF-E5FC-4FE9-9E84-B2A0A6B1EE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42900" y="2095500"/>
            <a:ext cx="3886199" cy="3886199"/>
            <a:chOff x="342900" y="2095500"/>
            <a:chExt cx="3886199" cy="388619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2AD1ADE-6D88-5C48-9EEF-7E081C733011}"/>
                </a:ext>
              </a:extLst>
            </p:cNvPr>
            <p:cNvSpPr/>
            <p:nvPr userDrawn="1"/>
          </p:nvSpPr>
          <p:spPr>
            <a:xfrm>
              <a:off x="342900" y="2095500"/>
              <a:ext cx="3886199" cy="3886199"/>
            </a:xfrm>
            <a:prstGeom prst="rect">
              <a:avLst/>
            </a:prstGeom>
            <a:solidFill>
              <a:srgbClr val="9F224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FE6DE48-1064-2849-AF2D-2E29711B1885}"/>
                </a:ext>
              </a:extLst>
            </p:cNvPr>
            <p:cNvSpPr/>
            <p:nvPr userDrawn="1"/>
          </p:nvSpPr>
          <p:spPr>
            <a:xfrm>
              <a:off x="495300" y="2362200"/>
              <a:ext cx="3429000" cy="3467100"/>
            </a:xfrm>
            <a:prstGeom prst="rect">
              <a:avLst/>
            </a:prstGeom>
            <a:solidFill>
              <a:srgbClr val="E21A23"/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" name="Title"/>
          <p:cNvSpPr>
            <a:spLocks noGrp="1"/>
          </p:cNvSpPr>
          <p:nvPr userDrawn="1">
            <p:ph type="ctrTitle" hasCustomPrompt="1"/>
          </p:nvPr>
        </p:nvSpPr>
        <p:spPr>
          <a:xfrm>
            <a:off x="621792" y="2608290"/>
            <a:ext cx="3035808" cy="1394084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2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ubtitle"/>
          <p:cNvSpPr>
            <a:spLocks noGrp="1"/>
          </p:cNvSpPr>
          <p:nvPr userDrawn="1">
            <p:ph type="subTitle" idx="1" hasCustomPrompt="1"/>
          </p:nvPr>
        </p:nvSpPr>
        <p:spPr>
          <a:xfrm>
            <a:off x="621792" y="4069830"/>
            <a:ext cx="3035808" cy="80409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</a:p>
        </p:txBody>
      </p:sp>
      <p:cxnSp>
        <p:nvCxnSpPr>
          <p:cNvPr id="9" name="MHE line separating subtitles from text">
            <a:extLst>
              <a:ext uri="{FF2B5EF4-FFF2-40B4-BE49-F238E27FC236}">
                <a16:creationId xmlns:a16="http://schemas.microsoft.com/office/drawing/2014/main" id="{EC86C884-D766-9149-B40E-B86A943DE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3232" y="4919472"/>
            <a:ext cx="2532888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21791" y="5096656"/>
            <a:ext cx="3043303" cy="56962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200" b="1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Extra Text</a:t>
            </a:r>
          </a:p>
        </p:txBody>
      </p:sp>
      <p:sp>
        <p:nvSpPr>
          <p:cNvPr id="3" name="Cover Placeholder">
            <a:extLst>
              <a:ext uri="{FF2B5EF4-FFF2-40B4-BE49-F238E27FC236}">
                <a16:creationId xmlns:a16="http://schemas.microsoft.com/office/drawing/2014/main" id="{67C61915-1FDF-4DF1-95F4-8BAC894B4DC1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4572000" y="1450229"/>
            <a:ext cx="4229100" cy="497645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Optional: Include Cover Here</a:t>
            </a:r>
          </a:p>
        </p:txBody>
      </p:sp>
      <p:sp>
        <p:nvSpPr>
          <p:cNvPr id="2" name="Long Copyright">
            <a:extLst>
              <a:ext uri="{FF2B5EF4-FFF2-40B4-BE49-F238E27FC236}">
                <a16:creationId xmlns:a16="http://schemas.microsoft.com/office/drawing/2014/main" id="{F4607C07-D864-4A1A-8061-D12997CC50C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© &lt; add the year&gt; McGraw Hill. All rights reserved. Authorized only for instructor use in the classroom.</a:t>
            </a:r>
          </a:p>
          <a:p>
            <a:pPr defTabSz="457200">
              <a:spcBef>
                <a:spcPct val="20000"/>
              </a:spcBef>
              <a:defRPr/>
            </a:pPr>
            <a:r>
              <a:rPr lang="en-US" dirty="0"/>
              <a:t>No reproduction or further distribution permitted without the prior written consent of McGraw Hill.</a:t>
            </a:r>
          </a:p>
        </p:txBody>
      </p:sp>
    </p:spTree>
    <p:extLst>
      <p:ext uri="{BB962C8B-B14F-4D97-AF65-F5344CB8AC3E}">
        <p14:creationId xmlns:p14="http://schemas.microsoft.com/office/powerpoint/2010/main" val="24890689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20">
          <p15:clr>
            <a:srgbClr val="FBAE40"/>
          </p15:clr>
        </p15:guide>
        <p15:guide id="2" orient="horz" pos="3768">
          <p15:clr>
            <a:srgbClr val="FBAE40"/>
          </p15:clr>
        </p15:guide>
        <p15:guide id="3" pos="2664">
          <p15:clr>
            <a:srgbClr val="FBAE40"/>
          </p15:clr>
        </p15:guide>
        <p15:guide id="4" pos="2880">
          <p15:clr>
            <a:srgbClr val="FBAE40"/>
          </p15:clr>
        </p15:guide>
        <p15:guide id="5" pos="2472">
          <p15:clr>
            <a:srgbClr val="FBAE40"/>
          </p15:clr>
        </p15:guide>
        <p15:guide id="6" pos="312">
          <p15:clr>
            <a:srgbClr val="FBAE40"/>
          </p15:clr>
        </p15:guide>
        <p15:guide id="7" orient="horz" pos="1488">
          <p15:clr>
            <a:srgbClr val="FBAE40"/>
          </p15:clr>
        </p15:guide>
        <p15:guide id="8" orient="horz" pos="367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NO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MHE Official Background, fixe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452559"/>
            <a:ext cx="9144000" cy="4982750"/>
            <a:chOff x="0" y="1521567"/>
            <a:chExt cx="9144000" cy="4846438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3FD8DC8-1EF1-6B48-9F31-D9D254F85818}"/>
                </a:ext>
              </a:extLst>
            </p:cNvPr>
            <p:cNvSpPr/>
            <p:nvPr userDrawn="1"/>
          </p:nvSpPr>
          <p:spPr>
            <a:xfrm>
              <a:off x="0" y="1521567"/>
              <a:ext cx="9144000" cy="4846438"/>
            </a:xfrm>
            <a:prstGeom prst="rect">
              <a:avLst/>
            </a:prstGeom>
            <a:solidFill>
              <a:srgbClr val="720F1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00492E-5EBE-C745-8EEE-F17D4BB4582E}"/>
                </a:ext>
              </a:extLst>
            </p:cNvPr>
            <p:cNvSpPr/>
            <p:nvPr userDrawn="1"/>
          </p:nvSpPr>
          <p:spPr>
            <a:xfrm>
              <a:off x="185629" y="2001422"/>
              <a:ext cx="8493233" cy="4166364"/>
            </a:xfrm>
            <a:prstGeom prst="rect">
              <a:avLst/>
            </a:prstGeom>
            <a:solidFill>
              <a:srgbClr val="9F224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D976C39-0B94-D44F-9108-A52DD0916B5A}"/>
                </a:ext>
              </a:extLst>
            </p:cNvPr>
            <p:cNvSpPr/>
            <p:nvPr userDrawn="1"/>
          </p:nvSpPr>
          <p:spPr>
            <a:xfrm>
              <a:off x="364385" y="2475809"/>
              <a:ext cx="7858340" cy="3513221"/>
            </a:xfrm>
            <a:prstGeom prst="rect">
              <a:avLst/>
            </a:prstGeom>
            <a:solidFill>
              <a:srgbClr val="E21A23"/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"/>
          <p:cNvSpPr>
            <a:spLocks noGrp="1"/>
          </p:cNvSpPr>
          <p:nvPr userDrawn="1">
            <p:ph type="ctrTitle"/>
          </p:nvPr>
        </p:nvSpPr>
        <p:spPr>
          <a:xfrm>
            <a:off x="777240" y="2985555"/>
            <a:ext cx="6521640" cy="873214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2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782058" y="3986784"/>
            <a:ext cx="4297680" cy="51758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21" name="MHE line separating subtitles from text">
            <a:extLst>
              <a:ext uri="{FF2B5EF4-FFF2-40B4-BE49-F238E27FC236}">
                <a16:creationId xmlns:a16="http://schemas.microsoft.com/office/drawing/2014/main" id="{EC86C884-D766-9149-B40E-B86A943DE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7202" y="4650037"/>
            <a:ext cx="357478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"/>
          <p:cNvSpPr>
            <a:spLocks noGrp="1"/>
          </p:cNvSpPr>
          <p:nvPr>
            <p:ph type="body" sz="quarter" idx="10"/>
          </p:nvPr>
        </p:nvSpPr>
        <p:spPr>
          <a:xfrm>
            <a:off x="777240" y="4718304"/>
            <a:ext cx="4443413" cy="576185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Long Copyright">
            <a:extLst>
              <a:ext uri="{FF2B5EF4-FFF2-40B4-BE49-F238E27FC236}">
                <a16:creationId xmlns:a16="http://schemas.microsoft.com/office/drawing/2014/main" id="{54514DA3-A928-4CD1-BFAE-B5DF399C4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87064"/>
            <a:ext cx="9144000" cy="370935"/>
          </a:xfrm>
        </p:spPr>
        <p:txBody>
          <a:bodyPr/>
          <a:lstStyle>
            <a:lvl1pPr algn="ctr">
              <a:defRPr/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© &lt; add the year&gt; McGraw Hill. All rights reserved. Authorized only for instructor use in the classroom.</a:t>
            </a:r>
          </a:p>
          <a:p>
            <a:pPr defTabSz="457200">
              <a:spcBef>
                <a:spcPct val="20000"/>
              </a:spcBef>
              <a:defRPr/>
            </a:pPr>
            <a:r>
              <a:rPr lang="en-US" dirty="0"/>
              <a:t>No reproduction or further distribution permitted without the prior written consent of McGraw Hill.</a:t>
            </a:r>
          </a:p>
        </p:txBody>
      </p:sp>
    </p:spTree>
    <p:extLst>
      <p:ext uri="{BB962C8B-B14F-4D97-AF65-F5344CB8AC3E}">
        <p14:creationId xmlns:p14="http://schemas.microsoft.com/office/powerpoint/2010/main" val="3806434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NO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MHE altered Background, fixed">
            <a:extLst>
              <a:ext uri="{FF2B5EF4-FFF2-40B4-BE49-F238E27FC236}">
                <a16:creationId xmlns:a16="http://schemas.microsoft.com/office/drawing/2014/main" id="{7A14A7A9-A9D7-4A08-A24F-4D1C1F4C29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446366"/>
            <a:ext cx="9143999" cy="4991100"/>
            <a:chOff x="0" y="1524000"/>
            <a:chExt cx="9143999" cy="49911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00492E-5EBE-C745-8EEE-F17D4BB4582E}"/>
                </a:ext>
              </a:extLst>
            </p:cNvPr>
            <p:cNvSpPr/>
            <p:nvPr userDrawn="1"/>
          </p:nvSpPr>
          <p:spPr>
            <a:xfrm>
              <a:off x="0" y="1524000"/>
              <a:ext cx="9143999" cy="4991100"/>
            </a:xfrm>
            <a:prstGeom prst="rect">
              <a:avLst/>
            </a:prstGeom>
            <a:solidFill>
              <a:srgbClr val="9F224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D976C39-0B94-D44F-9108-A52DD0916B5A}"/>
                </a:ext>
              </a:extLst>
            </p:cNvPr>
            <p:cNvSpPr/>
            <p:nvPr userDrawn="1"/>
          </p:nvSpPr>
          <p:spPr>
            <a:xfrm>
              <a:off x="190500" y="2019300"/>
              <a:ext cx="8496300" cy="4267200"/>
            </a:xfrm>
            <a:prstGeom prst="rect">
              <a:avLst/>
            </a:prstGeom>
            <a:solidFill>
              <a:srgbClr val="E21A23"/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"/>
          <p:cNvSpPr>
            <a:spLocks noGrp="1"/>
          </p:cNvSpPr>
          <p:nvPr userDrawn="1">
            <p:ph type="ctrTitle"/>
          </p:nvPr>
        </p:nvSpPr>
        <p:spPr>
          <a:xfrm>
            <a:off x="567378" y="2593298"/>
            <a:ext cx="6980170" cy="1130559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2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"/>
          <p:cNvSpPr>
            <a:spLocks noGrp="1"/>
          </p:cNvSpPr>
          <p:nvPr userDrawn="1">
            <p:ph type="subTitle" idx="1"/>
          </p:nvPr>
        </p:nvSpPr>
        <p:spPr>
          <a:xfrm>
            <a:off x="567378" y="3807503"/>
            <a:ext cx="4542020" cy="71935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21" name="MHE line separating subtitles from text">
            <a:extLst>
              <a:ext uri="{FF2B5EF4-FFF2-40B4-BE49-F238E27FC236}">
                <a16:creationId xmlns:a16="http://schemas.microsoft.com/office/drawing/2014/main" id="{EC86C884-D766-9149-B40E-B86A943DE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02310" y="4665027"/>
            <a:ext cx="357478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"/>
          <p:cNvSpPr>
            <a:spLocks noGrp="1"/>
          </p:cNvSpPr>
          <p:nvPr userDrawn="1">
            <p:ph type="body" sz="quarter" idx="10"/>
          </p:nvPr>
        </p:nvSpPr>
        <p:spPr>
          <a:xfrm>
            <a:off x="567378" y="4770769"/>
            <a:ext cx="4443413" cy="576185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Long Copyright">
            <a:extLst>
              <a:ext uri="{FF2B5EF4-FFF2-40B4-BE49-F238E27FC236}">
                <a16:creationId xmlns:a16="http://schemas.microsoft.com/office/drawing/2014/main" id="{54514DA3-A928-4CD1-BFAE-B5DF399C4B36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0" y="6487064"/>
            <a:ext cx="9144000" cy="370935"/>
          </a:xfrm>
        </p:spPr>
        <p:txBody>
          <a:bodyPr/>
          <a:lstStyle>
            <a:lvl1pPr algn="ctr">
              <a:defRPr/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© &lt; add the year&gt; McGraw Hill. All rights reserved. Authorized only for instructor use in the classroom.</a:t>
            </a:r>
          </a:p>
          <a:p>
            <a:pPr defTabSz="457200">
              <a:spcBef>
                <a:spcPct val="20000"/>
              </a:spcBef>
              <a:defRPr/>
            </a:pPr>
            <a:r>
              <a:rPr lang="en-US" dirty="0"/>
              <a:t>No reproduction or further distribution permitted without the prior written consent of McGraw Hill.</a:t>
            </a:r>
          </a:p>
        </p:txBody>
      </p:sp>
    </p:spTree>
    <p:extLst>
      <p:ext uri="{BB962C8B-B14F-4D97-AF65-F5344CB8AC3E}">
        <p14:creationId xmlns:p14="http://schemas.microsoft.com/office/powerpoint/2010/main" val="1233895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  <p15:guide id="2" orient="horz" pos="3960">
          <p15:clr>
            <a:srgbClr val="FBAE40"/>
          </p15:clr>
        </p15:guide>
        <p15:guide id="3" pos="120">
          <p15:clr>
            <a:srgbClr val="FBAE40"/>
          </p15:clr>
        </p15:guide>
        <p15:guide id="4" pos="5472">
          <p15:clr>
            <a:srgbClr val="FBAE40"/>
          </p15:clr>
        </p15:guide>
        <p15:guide id="5" orient="horz" pos="22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Main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09"/>
            <a:ext cx="8458200" cy="49716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347" y="6324600"/>
            <a:ext cx="2405307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099" y="6684963"/>
            <a:ext cx="6972301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0858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  <p15:guide id="2" orient="horz" pos="360" userDrawn="1">
          <p15:clr>
            <a:srgbClr val="FBAE40"/>
          </p15:clr>
        </p15:guide>
        <p15:guide id="3" pos="264" userDrawn="1">
          <p15:clr>
            <a:srgbClr val="FBAE40"/>
          </p15:clr>
        </p15:guide>
        <p15:guide id="4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Horizontal Main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09"/>
            <a:ext cx="8458200" cy="2838091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600"/>
            </a:lvl2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42900" y="4343400"/>
            <a:ext cx="8458200" cy="1905000"/>
          </a:xfrm>
        </p:spPr>
        <p:txBody>
          <a:bodyPr/>
          <a:lstStyle>
            <a:lvl1pPr>
              <a:defRPr sz="2800"/>
            </a:lvl1pPr>
            <a:lvl2pPr>
              <a:defRPr sz="2600"/>
            </a:lvl2pPr>
            <a:lvl4pPr marL="455613" indent="0">
              <a:buNone/>
              <a:defRPr/>
            </a:lvl4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564" y="6324600"/>
            <a:ext cx="2404872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100" y="6684963"/>
            <a:ext cx="6972300" cy="173037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800" dirty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 algn="r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9330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 userDrawn="1">
          <p15:clr>
            <a:srgbClr val="FBAE40"/>
          </p15:clr>
        </p15:guide>
        <p15:guide id="2" orient="horz" pos="273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mparison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09"/>
            <a:ext cx="4076700" cy="49716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24400" y="1257300"/>
            <a:ext cx="4076700" cy="49911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564" y="6324600"/>
            <a:ext cx="2404872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099" y="6684963"/>
            <a:ext cx="6972301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8157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  <p15:guide id="3" pos="2880">
          <p15:clr>
            <a:srgbClr val="FBAE40"/>
          </p15:clr>
        </p15:guide>
        <p15:guide id="4" pos="2976">
          <p15:clr>
            <a:srgbClr val="FBAE40"/>
          </p15:clr>
        </p15:guide>
        <p15:guide id="5" pos="278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Main One Second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09"/>
            <a:ext cx="5791200" cy="49716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18052" y="1257300"/>
            <a:ext cx="2383047" cy="49911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564" y="6324600"/>
            <a:ext cx="2404872" cy="190500"/>
          </a:xfrm>
        </p:spPr>
        <p:txBody>
          <a:bodyPr anchor="b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101" y="6684963"/>
            <a:ext cx="6972299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9627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  <p15:guide id="4" pos="4032" userDrawn="1">
          <p15:clr>
            <a:srgbClr val="FBAE40"/>
          </p15:clr>
        </p15:guide>
        <p15:guide id="5" pos="3864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with Third as Acc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09"/>
            <a:ext cx="8458200" cy="28380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42901" y="4343400"/>
            <a:ext cx="5791200" cy="1905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22432755-BCF5-451F-968D-CFFD10D87BE2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400800" y="4343400"/>
            <a:ext cx="2400300" cy="1905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3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564" y="6324600"/>
            <a:ext cx="2404872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101" y="6684963"/>
            <a:ext cx="6972299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0055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  <p15:guide id="4" pos="4032">
          <p15:clr>
            <a:srgbClr val="FBAE40"/>
          </p15:clr>
        </p15:guide>
        <p15:guide id="5" pos="386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Main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10"/>
            <a:ext cx="8458200" cy="61247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42900" y="2070496"/>
            <a:ext cx="8458200" cy="64913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3356A590-66B5-4770-8441-82DC031F56E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42900" y="2900944"/>
            <a:ext cx="8458200" cy="6731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3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30BD29E5-BD7B-4CD0-9B09-8F8B24F89FB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42900" y="3755354"/>
            <a:ext cx="8458200" cy="6985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4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E908CA92-5DB2-4DC0-937B-1B178AA9178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42900" y="4635164"/>
            <a:ext cx="8458200" cy="6985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5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Content Placeholder 6">
            <a:extLst>
              <a:ext uri="{FF2B5EF4-FFF2-40B4-BE49-F238E27FC236}">
                <a16:creationId xmlns:a16="http://schemas.microsoft.com/office/drawing/2014/main" id="{8B728CCD-2639-461B-9841-57505AC13467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42900" y="5514975"/>
            <a:ext cx="8458200" cy="7334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6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564" y="6324600"/>
            <a:ext cx="2404872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101" y="6684963"/>
            <a:ext cx="6972299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61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idden Slide Title">
            <a:extLst>
              <a:ext uri="{FF2B5EF4-FFF2-40B4-BE49-F238E27FC236}">
                <a16:creationId xmlns:a16="http://schemas.microsoft.com/office/drawing/2014/main" id="{D3229D0C-04EF-482F-B26C-8D49CD33DB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5949" y="418391"/>
            <a:ext cx="2292103" cy="29182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hidden title here </a:t>
            </a:r>
          </a:p>
        </p:txBody>
      </p:sp>
      <p:pic>
        <p:nvPicPr>
          <p:cNvPr id="6" name="MGH Logo">
            <a:extLst>
              <a:ext uri="{FF2B5EF4-FFF2-40B4-BE49-F238E27FC236}">
                <a16:creationId xmlns:a16="http://schemas.microsoft.com/office/drawing/2014/main" id="{60DCFDF5-2A5B-440E-888A-BC0BFEF9FF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0211" y="1005697"/>
            <a:ext cx="2443579" cy="2443579"/>
          </a:xfrm>
          <a:prstGeom prst="rect">
            <a:avLst/>
          </a:prstGeom>
        </p:spPr>
      </p:pic>
      <p:sp>
        <p:nvSpPr>
          <p:cNvPr id="3" name="Long Copyright">
            <a:extLst>
              <a:ext uri="{FF2B5EF4-FFF2-40B4-BE49-F238E27FC236}">
                <a16:creationId xmlns:a16="http://schemas.microsoft.com/office/drawing/2014/main" id="{9AB572CE-E262-4FA6-8D47-02F068ADD1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487064"/>
            <a:ext cx="9144000" cy="370936"/>
          </a:xfrm>
        </p:spPr>
        <p:txBody>
          <a:bodyPr/>
          <a:lstStyle>
            <a:lvl1pPr algn="ctr">
              <a:defRPr/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© &lt; add the year&gt; McGraw Hill. All rights reserved. Authorized only for instructor use in the classroom.</a:t>
            </a:r>
          </a:p>
          <a:p>
            <a:pPr defTabSz="457200">
              <a:spcBef>
                <a:spcPct val="20000"/>
              </a:spcBef>
              <a:defRPr/>
            </a:pPr>
            <a:r>
              <a:rPr lang="en-US" dirty="0"/>
              <a:t>No reproduction or further distribution permitted without the prior written consent of McGraw Hill.</a:t>
            </a:r>
          </a:p>
        </p:txBody>
      </p:sp>
      <p:sp>
        <p:nvSpPr>
          <p:cNvPr id="9" name="MGH Tagline">
            <a:extLst>
              <a:ext uri="{FF2B5EF4-FFF2-40B4-BE49-F238E27FC236}">
                <a16:creationId xmlns:a16="http://schemas.microsoft.com/office/drawing/2014/main" id="{F040BF5C-A78D-440C-93DF-72F3F641F3F1}"/>
              </a:ext>
            </a:extLst>
          </p:cNvPr>
          <p:cNvSpPr txBox="1"/>
          <p:nvPr userDrawn="1"/>
        </p:nvSpPr>
        <p:spPr>
          <a:xfrm>
            <a:off x="1730746" y="3796682"/>
            <a:ext cx="5682508" cy="469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+mn-cs"/>
              </a:rPr>
              <a:t>Because learning changes everything.</a:t>
            </a:r>
            <a:r>
              <a:rPr kumimoji="0" lang="en-US" sz="1400" b="0" i="0" u="none" strike="noStrike" kern="1200" cap="none" spc="40" normalizeH="0" baseline="6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+mn-cs"/>
              </a:rPr>
              <a:t>®</a:t>
            </a:r>
            <a:endParaRPr kumimoji="0" lang="en-US" sz="2400" b="0" i="0" u="none" strike="noStrike" kern="1200" cap="none" spc="40" normalizeH="0" baseline="6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MGH URL">
            <a:extLst>
              <a:ext uri="{FF2B5EF4-FFF2-40B4-BE49-F238E27FC236}">
                <a16:creationId xmlns:a16="http://schemas.microsoft.com/office/drawing/2014/main" id="{2215B5DD-E18E-478F-81B9-79BA83A9A251}"/>
              </a:ext>
            </a:extLst>
          </p:cNvPr>
          <p:cNvSpPr txBox="1"/>
          <p:nvPr userDrawn="1"/>
        </p:nvSpPr>
        <p:spPr>
          <a:xfrm>
            <a:off x="3269085" y="5329121"/>
            <a:ext cx="26058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www.mheducation.com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43668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ppendix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6CA9270-FD0E-4B64-B0D8-24095E6A29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899" y="2366309"/>
            <a:ext cx="7696919" cy="526936"/>
          </a:xfrm>
          <a:prstGeom prst="rect">
            <a:avLst/>
          </a:prstGeom>
        </p:spPr>
        <p:txBody>
          <a:bodyPr anchor="ctr"/>
          <a:lstStyle>
            <a:lvl1pPr>
              <a:defRPr/>
            </a:lvl1pPr>
          </a:lstStyle>
          <a:p>
            <a:r>
              <a:rPr lang="en-US" dirty="0"/>
              <a:t>Accessibility Content: Text Alternatives for Images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0B6E1DCB-9B8A-423D-B48B-2CCDE624B4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37202" y="6682314"/>
            <a:ext cx="342900" cy="143831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761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ppendix-One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6" name="Return to main slide Link 1">
            <a:extLst>
              <a:ext uri="{FF2B5EF4-FFF2-40B4-BE49-F238E27FC236}">
                <a16:creationId xmlns:a16="http://schemas.microsoft.com/office/drawing/2014/main" id="{F538FEEA-434F-404A-8A40-5F717D6CB5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81587" y="1068234"/>
            <a:ext cx="2980826" cy="225425"/>
          </a:xfrm>
        </p:spPr>
        <p:txBody>
          <a:bodyPr anchor="ctr">
            <a:noAutofit/>
          </a:bodyPr>
          <a:lstStyle>
            <a:lvl1pPr algn="ctr">
              <a:defRPr sz="1200"/>
            </a:lvl1pPr>
          </a:lstStyle>
          <a:p>
            <a:pPr lvl="0"/>
            <a:r>
              <a:rPr lang="en-US" dirty="0"/>
              <a:t>Return to parent-slide containing images.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371601"/>
            <a:ext cx="8458200" cy="4876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Return to main slide Link 2">
            <a:extLst>
              <a:ext uri="{FF2B5EF4-FFF2-40B4-BE49-F238E27FC236}">
                <a16:creationId xmlns:a16="http://schemas.microsoft.com/office/drawing/2014/main" id="{D8AF3780-479B-4486-8AEE-B0E29BE2F87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92111" y="6350211"/>
            <a:ext cx="2959779" cy="228600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200" dirty="0"/>
            </a:lvl1pPr>
          </a:lstStyle>
          <a:p>
            <a:pPr lvl="0" algn="ctr"/>
            <a:r>
              <a:rPr lang="en-US" dirty="0"/>
              <a:t>Return to parent-slide containing images.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7500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360">
          <p15:clr>
            <a:srgbClr val="FBAE40"/>
          </p15:clr>
        </p15:guide>
        <p15:guide id="3" pos="264">
          <p15:clr>
            <a:srgbClr val="FBAE4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6CA9270-FD0E-4B64-B0D8-24095E6A29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899" y="2366309"/>
            <a:ext cx="7696919" cy="526936"/>
          </a:xfrm>
          <a:prstGeom prst="rect">
            <a:avLst/>
          </a:prstGeom>
        </p:spPr>
        <p:txBody>
          <a:bodyPr anchor="ctr"/>
          <a:lstStyle>
            <a:lvl1pPr>
              <a:defRPr/>
            </a:lvl1pPr>
          </a:lstStyle>
          <a:p>
            <a:r>
              <a:rPr lang="en-US" dirty="0"/>
              <a:t>Accessibility Content: Text Alternatives for Images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0B6E1DCB-9B8A-423D-B48B-2CCDE624B4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37202" y="6682314"/>
            <a:ext cx="342900" cy="143831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5710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c.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C0136BE0-3F2D-44D5-B125-B7A30D2C8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450" y="117244"/>
            <a:ext cx="6065851" cy="73097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FA117DCA-6A6D-48B9-9002-DA1E4814BF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37202" y="6682314"/>
            <a:ext cx="342900" cy="143831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">
            <a:extLst>
              <a:ext uri="{FF2B5EF4-FFF2-40B4-BE49-F238E27FC236}">
                <a16:creationId xmlns:a16="http://schemas.microsoft.com/office/drawing/2014/main" id="{DA8444E8-1445-4AB7-85DD-90449330C00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973249"/>
            <a:ext cx="6477000" cy="4343400"/>
          </a:xfrm>
        </p:spPr>
        <p:txBody>
          <a:bodyPr/>
          <a:lstStyle>
            <a:lvl1pPr>
              <a:defRPr/>
            </a:lvl1pPr>
            <a:lvl2pPr marL="344488" indent="-342900">
              <a:buFont typeface="Arial" panose="020B0604020202020204" pitchFamily="34" charset="0"/>
              <a:buChar char="•"/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en-US" dirty="0"/>
              <a:t>Slide Content</a:t>
            </a:r>
          </a:p>
          <a:p>
            <a:pPr lvl="2"/>
            <a:r>
              <a:rPr lang="en-US" dirty="0"/>
              <a:t>Second level</a:t>
            </a:r>
          </a:p>
          <a:p>
            <a:pPr lvl="3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45416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-One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6" name="Return to main slide Link 1">
            <a:extLst>
              <a:ext uri="{FF2B5EF4-FFF2-40B4-BE49-F238E27FC236}">
                <a16:creationId xmlns:a16="http://schemas.microsoft.com/office/drawing/2014/main" id="{F538FEEA-434F-404A-8A40-5F717D6CB5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81587" y="1068234"/>
            <a:ext cx="2980826" cy="225425"/>
          </a:xfrm>
        </p:spPr>
        <p:txBody>
          <a:bodyPr anchor="ctr">
            <a:noAutofit/>
          </a:bodyPr>
          <a:lstStyle>
            <a:lvl1pPr algn="ctr">
              <a:defRPr sz="1200"/>
            </a:lvl1pPr>
          </a:lstStyle>
          <a:p>
            <a:pPr lvl="0"/>
            <a:r>
              <a:rPr lang="en-US" dirty="0"/>
              <a:t>Return to parent-slide containing images.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371601"/>
            <a:ext cx="8458200" cy="4876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Return to main slide Link 2">
            <a:extLst>
              <a:ext uri="{FF2B5EF4-FFF2-40B4-BE49-F238E27FC236}">
                <a16:creationId xmlns:a16="http://schemas.microsoft.com/office/drawing/2014/main" id="{D8AF3780-479B-4486-8AEE-B0E29BE2F87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92111" y="6350211"/>
            <a:ext cx="2959779" cy="228600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200" dirty="0"/>
            </a:lvl1pPr>
          </a:lstStyle>
          <a:p>
            <a:pPr lvl="0" algn="ctr"/>
            <a:r>
              <a:rPr lang="en-US" dirty="0"/>
              <a:t>Return to parent-slide containing images.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7028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360">
          <p15:clr>
            <a:srgbClr val="FBAE40"/>
          </p15:clr>
        </p15:guide>
        <p15:guide id="3" pos="264">
          <p15:clr>
            <a:srgbClr val="FBAE4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-Two Comparison Placeholders With Identifi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9" name="Return to main slide Link 1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81528" y="1059828"/>
            <a:ext cx="2980944" cy="228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200" dirty="0"/>
            </a:lvl1pPr>
          </a:lstStyle>
          <a:p>
            <a:pPr lvl="0" algn="ctr"/>
            <a:r>
              <a:rPr lang="en-US" dirty="0"/>
              <a:t>Return to parent-slide containing images.</a:t>
            </a:r>
          </a:p>
        </p:txBody>
      </p:sp>
      <p:sp>
        <p:nvSpPr>
          <p:cNvPr id="8" name="Image Identifier 1">
            <a:extLst>
              <a:ext uri="{FF2B5EF4-FFF2-40B4-BE49-F238E27FC236}">
                <a16:creationId xmlns:a16="http://schemas.microsoft.com/office/drawing/2014/main" id="{C828D23C-A7ED-420E-B199-2D8CCF24D6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5125" y="1410562"/>
            <a:ext cx="4076700" cy="3921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Image Identifier 1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933303"/>
            <a:ext cx="4076700" cy="431509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Image Identifier 2">
            <a:extLst>
              <a:ext uri="{FF2B5EF4-FFF2-40B4-BE49-F238E27FC236}">
                <a16:creationId xmlns:a16="http://schemas.microsoft.com/office/drawing/2014/main" id="{7DBCEA22-E8D2-4B8A-B55C-3FFA6FAB31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15145" y="1410562"/>
            <a:ext cx="4078224" cy="39319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Image Identifier 2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24400" y="1933303"/>
            <a:ext cx="4076700" cy="431509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Return to main slide Link 2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81528" y="6348550"/>
            <a:ext cx="2980944" cy="228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200" dirty="0"/>
            </a:lvl1pPr>
          </a:lstStyle>
          <a:p>
            <a:pPr lvl="0" algn="ctr"/>
            <a:r>
              <a:rPr lang="en-US" dirty="0"/>
              <a:t>Return to parent-slide containing images.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933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  <p15:guide id="3" pos="2880">
          <p15:clr>
            <a:srgbClr val="FBAE40"/>
          </p15:clr>
        </p15:guide>
        <p15:guide id="4" pos="2976">
          <p15:clr>
            <a:srgbClr val="FBAE40"/>
          </p15:clr>
        </p15:guide>
        <p15:guide id="5" pos="278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GH logo">
            <a:extLst>
              <a:ext uri="{FF2B5EF4-FFF2-40B4-BE49-F238E27FC236}">
                <a16:creationId xmlns:a16="http://schemas.microsoft.com/office/drawing/2014/main" id="{BF372B49-B6F5-4826-B4F8-2F8A4FFF889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106" y="283845"/>
            <a:ext cx="999514" cy="999514"/>
          </a:xfrm>
          <a:prstGeom prst="rect">
            <a:avLst/>
          </a:prstGeom>
        </p:spPr>
      </p:pic>
      <p:sp>
        <p:nvSpPr>
          <p:cNvPr id="3" name="MGH Tagline">
            <a:extLst>
              <a:ext uri="{FF2B5EF4-FFF2-40B4-BE49-F238E27FC236}">
                <a16:creationId xmlns:a16="http://schemas.microsoft.com/office/drawing/2014/main" id="{70E12349-CEA7-4006-B6E3-3E283BDBD258}"/>
              </a:ext>
            </a:extLst>
          </p:cNvPr>
          <p:cNvSpPr txBox="1"/>
          <p:nvPr userDrawn="1"/>
        </p:nvSpPr>
        <p:spPr>
          <a:xfrm>
            <a:off x="5060273" y="337349"/>
            <a:ext cx="3873993" cy="338554"/>
          </a:xfrm>
          <a:prstGeom prst="rect">
            <a:avLst/>
          </a:prstGeom>
          <a:noFill/>
        </p:spPr>
        <p:txBody>
          <a:bodyPr wrap="square" lIns="45720" r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spc="4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Because learning changes everything.</a:t>
            </a:r>
            <a:r>
              <a:rPr lang="en-US" sz="1050" spc="40" baseline="60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®</a:t>
            </a:r>
            <a:endParaRPr lang="en-US" sz="1600" spc="40" baseline="60000" dirty="0"/>
          </a:p>
        </p:txBody>
      </p:sp>
      <p:sp>
        <p:nvSpPr>
          <p:cNvPr id="5" name="Long Copyright"/>
          <p:cNvSpPr>
            <a:spLocks noGrp="1"/>
          </p:cNvSpPr>
          <p:nvPr>
            <p:ph type="ftr" sz="quarter" idx="3"/>
          </p:nvPr>
        </p:nvSpPr>
        <p:spPr>
          <a:xfrm>
            <a:off x="0" y="6478439"/>
            <a:ext cx="9144000" cy="379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Add long copyright</a:t>
            </a:r>
          </a:p>
        </p:txBody>
      </p:sp>
      <p:sp>
        <p:nvSpPr>
          <p:cNvPr id="8" name="MGH Yellow Line">
            <a:extLst>
              <a:ext uri="{FF2B5EF4-FFF2-40B4-BE49-F238E27FC236}">
                <a16:creationId xmlns:a16="http://schemas.microsoft.com/office/drawing/2014/main" id="{86E6E250-D1F9-6444-A77C-4DC8C64A97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32547"/>
            <a:ext cx="9144000" cy="545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458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None/>
        <a:tabLst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230188" indent="-228600" algn="l" defTabSz="914400" rtl="0" eaLnBrk="1" latinLnBrk="0" hangingPunct="1">
        <a:lnSpc>
          <a:spcPct val="100000"/>
        </a:lnSpc>
        <a:spcBef>
          <a:spcPts val="800"/>
        </a:spcBef>
        <a:buClrTx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460375" indent="-2286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455613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0">
          <p15:clr>
            <a:srgbClr val="F26B43"/>
          </p15:clr>
        </p15:guide>
        <p15:guide id="2" orient="horz" pos="192">
          <p15:clr>
            <a:srgbClr val="F26B43"/>
          </p15:clr>
        </p15:guide>
        <p15:guide id="5" pos="2880">
          <p15:clr>
            <a:srgbClr val="F26B43"/>
          </p15:clr>
        </p15:guide>
        <p15:guide id="6" pos="216">
          <p15:clr>
            <a:srgbClr val="F26B43"/>
          </p15:clr>
        </p15:guide>
        <p15:guide id="7" pos="5544">
          <p15:clr>
            <a:srgbClr val="F26B43"/>
          </p15:clr>
        </p15:guide>
        <p15:guide id="9" orient="horz" pos="4211">
          <p15:clr>
            <a:srgbClr val="F26B43"/>
          </p15:clr>
        </p15:guide>
        <p15:guide id="10" orient="horz" pos="960">
          <p15:clr>
            <a:srgbClr val="F26B43"/>
          </p15:clr>
        </p15:guide>
        <p15:guide id="11" orient="horz" pos="410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">
            <a:extLst>
              <a:ext uri="{FF2B5EF4-FFF2-40B4-BE49-F238E27FC236}">
                <a16:creationId xmlns:a16="http://schemas.microsoft.com/office/drawing/2014/main" id="{881C4C4E-EEEF-442A-AE3B-63C7E062F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136257"/>
            <a:ext cx="84582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Title goes here</a:t>
            </a:r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4F2C87DD-ADFA-433D-B7C8-4E9E42BC9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0" y="1273877"/>
            <a:ext cx="8458200" cy="49443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MGH Yellow Line">
            <a:extLst>
              <a:ext uri="{FF2B5EF4-FFF2-40B4-BE49-F238E27FC236}">
                <a16:creationId xmlns:a16="http://schemas.microsoft.com/office/drawing/2014/main" id="{86E6E250-D1F9-6444-A77C-4DC8C64A97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622319"/>
            <a:ext cx="9144000" cy="545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Short Copyright">
            <a:extLst>
              <a:ext uri="{FF2B5EF4-FFF2-40B4-BE49-F238E27FC236}">
                <a16:creationId xmlns:a16="http://schemas.microsoft.com/office/drawing/2014/main" id="{36838A37-515E-4F5C-BF9F-CE51891A9C27}"/>
              </a:ext>
            </a:extLst>
          </p:cNvPr>
          <p:cNvSpPr txBox="1"/>
          <p:nvPr userDrawn="1"/>
        </p:nvSpPr>
        <p:spPr>
          <a:xfrm>
            <a:off x="215658" y="6664280"/>
            <a:ext cx="1233578" cy="215444"/>
          </a:xfrm>
          <a:prstGeom prst="rect">
            <a:avLst/>
          </a:prstGeom>
          <a:noFill/>
        </p:spPr>
        <p:txBody>
          <a:bodyPr wrap="square" lIns="45720" rIns="45720" rtlCol="0" anchor="ctr">
            <a:spAutoFit/>
          </a:bodyPr>
          <a:lstStyle/>
          <a:p>
            <a:r>
              <a:rPr lang="en-US" sz="800" b="0" dirty="0">
                <a:solidFill>
                  <a:schemeClr val="tx1"/>
                </a:solidFill>
              </a:rPr>
              <a:t>© McGraw Hill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E14E55-7953-4C3C-81FD-F2FC44310182}"/>
              </a:ext>
            </a:extLst>
          </p:cNvPr>
          <p:cNvSpPr txBox="1"/>
          <p:nvPr userDrawn="1"/>
        </p:nvSpPr>
        <p:spPr>
          <a:xfrm>
            <a:off x="8631382" y="6639647"/>
            <a:ext cx="360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53864CA9-ADCA-4554-9432-EA4A2FB55A34}" type="slidenum">
              <a:rPr lang="en-US" sz="1000" smtClean="0">
                <a:solidFill>
                  <a:schemeClr val="tx1"/>
                </a:solidFill>
                <a:latin typeface="+mn-lt"/>
                <a:ea typeface="MS PGothic" pitchFamily="34" charset="-128"/>
              </a:rPr>
              <a:pPr algn="r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1000" dirty="0">
              <a:solidFill>
                <a:schemeClr val="tx1"/>
              </a:solidFill>
              <a:latin typeface="+mn-lt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81564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9" r:id="rId3"/>
    <p:sldLayoutId id="2147483695" r:id="rId4"/>
    <p:sldLayoutId id="2147483696" r:id="rId5"/>
    <p:sldLayoutId id="214748369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Tx/>
        <a:buFont typeface="Arial" panose="020B0604020202020204" pitchFamily="34" charset="0"/>
        <a:buNone/>
        <a:tabLst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344488" indent="-3429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Tx/>
        <a:buFont typeface="Arial" panose="020B0604020202020204" pitchFamily="34" charset="0"/>
        <a:buChar char="•"/>
        <a:defRPr sz="2600" kern="1200">
          <a:solidFill>
            <a:schemeClr val="tx2"/>
          </a:solidFill>
          <a:latin typeface="+mn-lt"/>
          <a:ea typeface="+mn-ea"/>
          <a:cs typeface="+mn-cs"/>
        </a:defRPr>
      </a:lvl2pPr>
      <a:lvl3pPr marL="517525" indent="-28575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741363" indent="-28575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971550" indent="-28575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192">
          <p15:clr>
            <a:srgbClr val="F26B43"/>
          </p15:clr>
        </p15:guide>
        <p15:guide id="6" pos="216">
          <p15:clr>
            <a:srgbClr val="F26B43"/>
          </p15:clr>
        </p15:guide>
        <p15:guide id="7" pos="5544">
          <p15:clr>
            <a:srgbClr val="F26B43"/>
          </p15:clr>
        </p15:guide>
        <p15:guide id="9" orient="horz" pos="4211">
          <p15:clr>
            <a:srgbClr val="F26B43"/>
          </p15:clr>
        </p15:guide>
        <p15:guide id="10" orient="horz" pos="624" userDrawn="1">
          <p15:clr>
            <a:srgbClr val="F26B43"/>
          </p15:clr>
        </p15:guide>
        <p15:guide id="11" orient="horz" pos="4104">
          <p15:clr>
            <a:srgbClr val="F26B43"/>
          </p15:clr>
        </p15:guide>
        <p15:guide id="12" orient="horz" pos="864" userDrawn="1">
          <p15:clr>
            <a:srgbClr val="F26B43"/>
          </p15:clr>
        </p15:guide>
        <p15:guide id="13" orient="horz" pos="360" userDrawn="1">
          <p15:clr>
            <a:srgbClr val="F26B43"/>
          </p15:clr>
        </p15:guide>
        <p15:guide id="14" orient="horz" pos="3936" userDrawn="1">
          <p15:clr>
            <a:srgbClr val="F26B43"/>
          </p15:clr>
        </p15:guide>
        <p15:guide id="15" pos="984" userDrawn="1">
          <p15:clr>
            <a:srgbClr val="F26B43"/>
          </p15:clr>
        </p15:guide>
        <p15:guide id="16" pos="5376" userDrawn="1">
          <p15:clr>
            <a:srgbClr val="F26B43"/>
          </p15:clr>
        </p15:guide>
        <p15:guide id="17" pos="264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495691"/>
            <a:ext cx="9144000" cy="362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Add long copyright line here</a:t>
            </a:r>
          </a:p>
        </p:txBody>
      </p:sp>
      <p:sp>
        <p:nvSpPr>
          <p:cNvPr id="6" name="MGH Yellow Line">
            <a:extLst>
              <a:ext uri="{FF2B5EF4-FFF2-40B4-BE49-F238E27FC236}">
                <a16:creationId xmlns:a16="http://schemas.microsoft.com/office/drawing/2014/main" id="{F20163A4-4644-4B17-9C8A-EF42A992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32547"/>
            <a:ext cx="9144000" cy="545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7998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704" r:id="rId2"/>
    <p:sldLayoutId id="2147483705" r:id="rId3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1600" b="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marR="0" indent="0" algn="ctr" defTabSz="91440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230188" indent="-228600" algn="l" defTabSz="914400" rtl="0" eaLnBrk="1" latinLnBrk="0" hangingPunct="1">
        <a:lnSpc>
          <a:spcPct val="100000"/>
        </a:lnSpc>
        <a:spcBef>
          <a:spcPts val="800"/>
        </a:spcBef>
        <a:buClrTx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460375" indent="-2286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455613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0">
          <p15:clr>
            <a:srgbClr val="F26B43"/>
          </p15:clr>
        </p15:guide>
        <p15:guide id="2" orient="horz" pos="192">
          <p15:clr>
            <a:srgbClr val="F26B43"/>
          </p15:clr>
        </p15:guide>
        <p15:guide id="5" pos="2112" userDrawn="1">
          <p15:clr>
            <a:srgbClr val="F26B43"/>
          </p15:clr>
        </p15:guide>
        <p15:guide id="6" pos="216">
          <p15:clr>
            <a:srgbClr val="F26B43"/>
          </p15:clr>
        </p15:guide>
        <p15:guide id="7" pos="5544">
          <p15:clr>
            <a:srgbClr val="F26B43"/>
          </p15:clr>
        </p15:guide>
        <p15:guide id="9" orient="horz" pos="4211">
          <p15:clr>
            <a:srgbClr val="F26B43"/>
          </p15:clr>
        </p15:guide>
        <p15:guide id="10" orient="horz" pos="624" userDrawn="1">
          <p15:clr>
            <a:srgbClr val="F26B43"/>
          </p15:clr>
        </p15:guide>
        <p15:guide id="11" orient="horz" pos="4104">
          <p15:clr>
            <a:srgbClr val="F26B43"/>
          </p15:clr>
        </p15:guide>
        <p15:guide id="12" orient="horz" pos="2160" userDrawn="1">
          <p15:clr>
            <a:srgbClr val="F26B43"/>
          </p15:clr>
        </p15:guide>
        <p15:guide id="13" pos="3648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">
            <a:extLst>
              <a:ext uri="{FF2B5EF4-FFF2-40B4-BE49-F238E27FC236}">
                <a16:creationId xmlns:a16="http://schemas.microsoft.com/office/drawing/2014/main" id="{BEB99B55-73FB-42B4-93ED-C5E818675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1" y="1976546"/>
            <a:ext cx="648059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Slide Content</a:t>
            </a:r>
          </a:p>
          <a:p>
            <a:pPr lvl="2"/>
            <a:r>
              <a:rPr lang="en-US" dirty="0"/>
              <a:t>Second level</a:t>
            </a:r>
          </a:p>
          <a:p>
            <a:pPr lvl="3"/>
            <a:r>
              <a:rPr lang="en-US" dirty="0"/>
              <a:t>Third level</a:t>
            </a:r>
          </a:p>
        </p:txBody>
      </p:sp>
      <p:sp>
        <p:nvSpPr>
          <p:cNvPr id="8" name="MGH Yellow Line">
            <a:extLst>
              <a:ext uri="{FF2B5EF4-FFF2-40B4-BE49-F238E27FC236}">
                <a16:creationId xmlns:a16="http://schemas.microsoft.com/office/drawing/2014/main" id="{86E6E250-D1F9-6444-A77C-4DC8C64A97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622319"/>
            <a:ext cx="9144000" cy="545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Short Copyright">
            <a:extLst>
              <a:ext uri="{FF2B5EF4-FFF2-40B4-BE49-F238E27FC236}">
                <a16:creationId xmlns:a16="http://schemas.microsoft.com/office/drawing/2014/main" id="{36838A37-515E-4F5C-BF9F-CE51891A9C27}"/>
              </a:ext>
            </a:extLst>
          </p:cNvPr>
          <p:cNvSpPr txBox="1"/>
          <p:nvPr userDrawn="1"/>
        </p:nvSpPr>
        <p:spPr>
          <a:xfrm>
            <a:off x="224279" y="6660234"/>
            <a:ext cx="1285344" cy="215444"/>
          </a:xfrm>
          <a:prstGeom prst="rect">
            <a:avLst/>
          </a:prstGeom>
          <a:noFill/>
        </p:spPr>
        <p:txBody>
          <a:bodyPr wrap="square" lIns="45720" rIns="45720" rtlCol="0" anchor="ctr">
            <a:spAutoFit/>
          </a:bodyPr>
          <a:lstStyle/>
          <a:p>
            <a:r>
              <a:rPr lang="en-US" sz="800" b="0" dirty="0">
                <a:solidFill>
                  <a:schemeClr val="tx1"/>
                </a:solidFill>
              </a:rPr>
              <a:t>© McGraw Hill</a:t>
            </a:r>
          </a:p>
        </p:txBody>
      </p:sp>
      <p:grpSp>
        <p:nvGrpSpPr>
          <p:cNvPr id="6" name="MGH Shape">
            <a:extLst>
              <a:ext uri="{FF2B5EF4-FFF2-40B4-BE49-F238E27FC236}">
                <a16:creationId xmlns:a16="http://schemas.microsoft.com/office/drawing/2014/main" id="{B719ECBD-8119-4217-9D58-2638FA436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622742" y="0"/>
            <a:ext cx="2521258" cy="6623843"/>
            <a:chOff x="3491346" y="0"/>
            <a:chExt cx="2508933" cy="6367263"/>
          </a:xfrm>
        </p:grpSpPr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FCAD01AC-30CD-4728-B0FD-543493B2CE55}"/>
                </a:ext>
              </a:extLst>
            </p:cNvPr>
            <p:cNvSpPr/>
            <p:nvPr/>
          </p:nvSpPr>
          <p:spPr>
            <a:xfrm rot="10800000">
              <a:off x="5468761" y="1352709"/>
              <a:ext cx="531517" cy="1821241"/>
            </a:xfrm>
            <a:custGeom>
              <a:avLst/>
              <a:gdLst>
                <a:gd name="connsiteX0" fmla="*/ 0 w 531517"/>
                <a:gd name="connsiteY0" fmla="*/ 1821241 h 1821241"/>
                <a:gd name="connsiteX1" fmla="*/ 0 w 531517"/>
                <a:gd name="connsiteY1" fmla="*/ 0 h 1821241"/>
                <a:gd name="connsiteX2" fmla="*/ 531517 w 531517"/>
                <a:gd name="connsiteY2" fmla="*/ 672400 h 1821241"/>
                <a:gd name="connsiteX3" fmla="*/ 0 w 531517"/>
                <a:gd name="connsiteY3" fmla="*/ 1821241 h 18212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1517" h="1821241">
                  <a:moveTo>
                    <a:pt x="0" y="1821241"/>
                  </a:moveTo>
                  <a:lnTo>
                    <a:pt x="0" y="0"/>
                  </a:lnTo>
                  <a:lnTo>
                    <a:pt x="531517" y="672400"/>
                  </a:lnTo>
                  <a:lnTo>
                    <a:pt x="0" y="1821241"/>
                  </a:lnTo>
                  <a:close/>
                </a:path>
              </a:pathLst>
            </a:custGeom>
            <a:solidFill>
              <a:srgbClr val="9F22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9A51DD71-B849-456F-A479-25728C0B26F4}"/>
                </a:ext>
              </a:extLst>
            </p:cNvPr>
            <p:cNvSpPr/>
            <p:nvPr/>
          </p:nvSpPr>
          <p:spPr>
            <a:xfrm rot="10800000">
              <a:off x="3491346" y="0"/>
              <a:ext cx="2508932" cy="2501550"/>
            </a:xfrm>
            <a:custGeom>
              <a:avLst/>
              <a:gdLst>
                <a:gd name="connsiteX0" fmla="*/ 2508932 w 2508932"/>
                <a:gd name="connsiteY0" fmla="*/ 2501550 h 2501550"/>
                <a:gd name="connsiteX1" fmla="*/ 0 w 2508932"/>
                <a:gd name="connsiteY1" fmla="*/ 2501550 h 2501550"/>
                <a:gd name="connsiteX2" fmla="*/ 0 w 2508932"/>
                <a:gd name="connsiteY2" fmla="*/ 1148841 h 2501550"/>
                <a:gd name="connsiteX3" fmla="*/ 531517 w 2508932"/>
                <a:gd name="connsiteY3" fmla="*/ 0 h 2501550"/>
                <a:gd name="connsiteX4" fmla="*/ 2508932 w 2508932"/>
                <a:gd name="connsiteY4" fmla="*/ 2501550 h 2501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8932" h="2501550">
                  <a:moveTo>
                    <a:pt x="2508932" y="2501550"/>
                  </a:moveTo>
                  <a:lnTo>
                    <a:pt x="0" y="2501550"/>
                  </a:lnTo>
                  <a:lnTo>
                    <a:pt x="0" y="1148841"/>
                  </a:lnTo>
                  <a:lnTo>
                    <a:pt x="531517" y="0"/>
                  </a:lnTo>
                  <a:lnTo>
                    <a:pt x="2508932" y="2501550"/>
                  </a:lnTo>
                  <a:close/>
                </a:path>
              </a:pathLst>
            </a:custGeom>
            <a:solidFill>
              <a:srgbClr val="E2DF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CE349BEA-4244-4589-91D3-1DECC6AB1E90}"/>
                </a:ext>
              </a:extLst>
            </p:cNvPr>
            <p:cNvSpPr/>
            <p:nvPr/>
          </p:nvSpPr>
          <p:spPr>
            <a:xfrm rot="10800000">
              <a:off x="3680272" y="1352707"/>
              <a:ext cx="2320007" cy="5014556"/>
            </a:xfrm>
            <a:custGeom>
              <a:avLst/>
              <a:gdLst>
                <a:gd name="connsiteX0" fmla="*/ 0 w 2320007"/>
                <a:gd name="connsiteY0" fmla="*/ 5014556 h 5014556"/>
                <a:gd name="connsiteX1" fmla="*/ 0 w 2320007"/>
                <a:gd name="connsiteY1" fmla="*/ 0 h 5014556"/>
                <a:gd name="connsiteX2" fmla="*/ 2320007 w 2320007"/>
                <a:gd name="connsiteY2" fmla="*/ 0 h 5014556"/>
                <a:gd name="connsiteX3" fmla="*/ 531518 w 2320007"/>
                <a:gd name="connsiteY3" fmla="*/ 3865713 h 5014556"/>
                <a:gd name="connsiteX4" fmla="*/ 1 w 2320007"/>
                <a:gd name="connsiteY4" fmla="*/ 3193313 h 5014556"/>
                <a:gd name="connsiteX5" fmla="*/ 1 w 2320007"/>
                <a:gd name="connsiteY5" fmla="*/ 5014554 h 5014556"/>
                <a:gd name="connsiteX6" fmla="*/ 0 w 2320007"/>
                <a:gd name="connsiteY6" fmla="*/ 5014556 h 5014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20007" h="5014556">
                  <a:moveTo>
                    <a:pt x="0" y="5014556"/>
                  </a:moveTo>
                  <a:lnTo>
                    <a:pt x="0" y="0"/>
                  </a:lnTo>
                  <a:lnTo>
                    <a:pt x="2320007" y="0"/>
                  </a:lnTo>
                  <a:lnTo>
                    <a:pt x="531518" y="3865713"/>
                  </a:lnTo>
                  <a:lnTo>
                    <a:pt x="1" y="3193313"/>
                  </a:lnTo>
                  <a:lnTo>
                    <a:pt x="1" y="5014554"/>
                  </a:lnTo>
                  <a:lnTo>
                    <a:pt x="0" y="50145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</p:grpSp>
      <p:sp>
        <p:nvSpPr>
          <p:cNvPr id="13" name="Title Placeholder">
            <a:extLst>
              <a:ext uri="{FF2B5EF4-FFF2-40B4-BE49-F238E27FC236}">
                <a16:creationId xmlns:a16="http://schemas.microsoft.com/office/drawing/2014/main" id="{34622483-C344-43F3-82BE-D7AE2DFFF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136257"/>
            <a:ext cx="6073803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Title goes here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A6DDF3-C50B-48E9-8C73-044D29A7735E}"/>
              </a:ext>
            </a:extLst>
          </p:cNvPr>
          <p:cNvSpPr txBox="1"/>
          <p:nvPr userDrawn="1"/>
        </p:nvSpPr>
        <p:spPr>
          <a:xfrm>
            <a:off x="8631382" y="6639647"/>
            <a:ext cx="360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53864CA9-ADCA-4554-9432-EA4A2FB55A34}" type="slidenum">
              <a:rPr lang="en-US" sz="1000" smtClean="0">
                <a:solidFill>
                  <a:schemeClr val="tx1"/>
                </a:solidFill>
                <a:latin typeface="+mn-lt"/>
                <a:ea typeface="MS PGothic" pitchFamily="34" charset="-128"/>
              </a:rPr>
              <a:pPr algn="r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1000" dirty="0">
              <a:solidFill>
                <a:schemeClr val="tx1"/>
              </a:solidFill>
              <a:latin typeface="+mn-lt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90558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8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anose="020B0604020202020204" pitchFamily="34" charset="0"/>
        <a:buNone/>
        <a:tabLst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1588" indent="0" algn="l" defTabSz="914400" rtl="0" eaLnBrk="1" latinLnBrk="0" hangingPunct="1">
        <a:lnSpc>
          <a:spcPct val="100000"/>
        </a:lnSpc>
        <a:spcBef>
          <a:spcPts val="800"/>
        </a:spcBef>
        <a:buClrTx/>
        <a:buFont typeface="Arial" panose="020B0604020202020204" pitchFamily="34" charset="0"/>
        <a:buNone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517525" indent="-28575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741363" indent="-28575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0">
          <p15:clr>
            <a:srgbClr val="F26B43"/>
          </p15:clr>
        </p15:guide>
        <p15:guide id="2" orient="horz" pos="192">
          <p15:clr>
            <a:srgbClr val="F26B43"/>
          </p15:clr>
        </p15:guide>
        <p15:guide id="5" pos="5544" userDrawn="1">
          <p15:clr>
            <a:srgbClr val="F26B43"/>
          </p15:clr>
        </p15:guide>
        <p15:guide id="6" pos="216">
          <p15:clr>
            <a:srgbClr val="F26B43"/>
          </p15:clr>
        </p15:guide>
        <p15:guide id="7" pos="4296" userDrawn="1">
          <p15:clr>
            <a:srgbClr val="F26B43"/>
          </p15:clr>
        </p15:guide>
        <p15:guide id="9" orient="horz" pos="4211">
          <p15:clr>
            <a:srgbClr val="F26B43"/>
          </p15:clr>
        </p15:guide>
        <p15:guide id="10" orient="horz" pos="1248" userDrawn="1">
          <p15:clr>
            <a:srgbClr val="F26B43"/>
          </p15:clr>
        </p15:guide>
        <p15:guide id="11" orient="horz" pos="3984" userDrawn="1">
          <p15:clr>
            <a:srgbClr val="F26B43"/>
          </p15:clr>
        </p15:guide>
        <p15:guide id="12" orient="horz" pos="1656" userDrawn="1">
          <p15:clr>
            <a:srgbClr val="F26B43"/>
          </p15:clr>
        </p15:guide>
        <p15:guide id="13" pos="2980">
          <p15:clr>
            <a:srgbClr val="F26B43"/>
          </p15:clr>
        </p15:guide>
        <p15:guide id="14" orient="horz" pos="2260" userDrawn="1">
          <p15:clr>
            <a:srgbClr val="F26B43"/>
          </p15:clr>
        </p15:guide>
        <p15:guide id="15" pos="264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">
            <a:extLst>
              <a:ext uri="{FF2B5EF4-FFF2-40B4-BE49-F238E27FC236}">
                <a16:creationId xmlns:a16="http://schemas.microsoft.com/office/drawing/2014/main" id="{881C4C4E-EEEF-442A-AE3B-63C7E062F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136257"/>
            <a:ext cx="84582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Title goes here</a:t>
            </a:r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4F2C87DD-ADFA-433D-B7C8-4E9E42BC9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0" y="1371599"/>
            <a:ext cx="8458200" cy="4876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MGH Yellow Line">
            <a:extLst>
              <a:ext uri="{FF2B5EF4-FFF2-40B4-BE49-F238E27FC236}">
                <a16:creationId xmlns:a16="http://schemas.microsoft.com/office/drawing/2014/main" id="{86E6E250-D1F9-6444-A77C-4DC8C64A97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622319"/>
            <a:ext cx="9144000" cy="545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Short Copyright">
            <a:extLst>
              <a:ext uri="{FF2B5EF4-FFF2-40B4-BE49-F238E27FC236}">
                <a16:creationId xmlns:a16="http://schemas.microsoft.com/office/drawing/2014/main" id="{36838A37-515E-4F5C-BF9F-CE51891A9C27}"/>
              </a:ext>
            </a:extLst>
          </p:cNvPr>
          <p:cNvSpPr txBox="1"/>
          <p:nvPr userDrawn="1"/>
        </p:nvSpPr>
        <p:spPr>
          <a:xfrm>
            <a:off x="215658" y="6664280"/>
            <a:ext cx="1233578" cy="215444"/>
          </a:xfrm>
          <a:prstGeom prst="rect">
            <a:avLst/>
          </a:prstGeom>
          <a:noFill/>
        </p:spPr>
        <p:txBody>
          <a:bodyPr wrap="square" lIns="45720" rIns="45720" rtlCol="0" anchor="ctr">
            <a:spAutoFit/>
          </a:bodyPr>
          <a:lstStyle/>
          <a:p>
            <a:r>
              <a:rPr lang="en-US" sz="800" b="0" dirty="0">
                <a:solidFill>
                  <a:schemeClr val="tx1"/>
                </a:solidFill>
              </a:rPr>
              <a:t>© McGraw Hill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9CEB9B-393C-4D35-B8DE-B952B1F73083}"/>
              </a:ext>
            </a:extLst>
          </p:cNvPr>
          <p:cNvSpPr txBox="1"/>
          <p:nvPr userDrawn="1"/>
        </p:nvSpPr>
        <p:spPr>
          <a:xfrm>
            <a:off x="8631382" y="6639647"/>
            <a:ext cx="360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53864CA9-ADCA-4554-9432-EA4A2FB55A34}" type="slidenum">
              <a:rPr lang="en-US" sz="1000" smtClean="0">
                <a:solidFill>
                  <a:schemeClr val="tx1"/>
                </a:solidFill>
                <a:latin typeface="+mn-lt"/>
                <a:ea typeface="MS PGothic" pitchFamily="34" charset="-128"/>
              </a:rPr>
              <a:pPr algn="r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1000" dirty="0">
              <a:solidFill>
                <a:schemeClr val="tx1"/>
              </a:solidFill>
              <a:latin typeface="+mn-lt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24093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Tx/>
        <a:buFont typeface="Arial" panose="020B0604020202020204" pitchFamily="34" charset="0"/>
        <a:buNone/>
        <a:tabLst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344488" indent="-3429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Tx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517525" indent="-28575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741363" indent="-28575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971550" indent="-28575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192">
          <p15:clr>
            <a:srgbClr val="F26B43"/>
          </p15:clr>
        </p15:guide>
        <p15:guide id="6" pos="216">
          <p15:clr>
            <a:srgbClr val="F26B43"/>
          </p15:clr>
        </p15:guide>
        <p15:guide id="7" pos="5544">
          <p15:clr>
            <a:srgbClr val="F26B43"/>
          </p15:clr>
        </p15:guide>
        <p15:guide id="9" orient="horz" pos="4211">
          <p15:clr>
            <a:srgbClr val="F26B43"/>
          </p15:clr>
        </p15:guide>
        <p15:guide id="10" orient="horz" pos="624">
          <p15:clr>
            <a:srgbClr val="F26B43"/>
          </p15:clr>
        </p15:guide>
        <p15:guide id="11" orient="horz" pos="4104">
          <p15:clr>
            <a:srgbClr val="F26B43"/>
          </p15:clr>
        </p15:guide>
        <p15:guide id="12" orient="horz" pos="864">
          <p15:clr>
            <a:srgbClr val="F26B43"/>
          </p15:clr>
        </p15:guide>
        <p15:guide id="13" orient="horz" pos="360">
          <p15:clr>
            <a:srgbClr val="F26B43"/>
          </p15:clr>
        </p15:guide>
        <p15:guide id="14" orient="horz" pos="3936">
          <p15:clr>
            <a:srgbClr val="F26B43"/>
          </p15:clr>
        </p15:guide>
        <p15:guide id="15" pos="984">
          <p15:clr>
            <a:srgbClr val="F26B43"/>
          </p15:clr>
        </p15:guide>
        <p15:guide id="16" pos="5376">
          <p15:clr>
            <a:srgbClr val="F26B43"/>
          </p15:clr>
        </p15:guide>
        <p15:guide id="17" pos="2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w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w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8.png"/><Relationship Id="rId4" Type="http://schemas.openxmlformats.org/officeDocument/2006/relationships/image" Target="../media/image5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7" Type="http://schemas.openxmlformats.org/officeDocument/2006/relationships/image" Target="../media/image7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5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74.w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emf"/><Relationship Id="rId7" Type="http://schemas.openxmlformats.org/officeDocument/2006/relationships/image" Target="../media/image79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10.x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78.emf"/><Relationship Id="rId4" Type="http://schemas.openxmlformats.org/officeDocument/2006/relationships/oleObject" Target="../embeddings/oleObject9.bin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0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emf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jpeg"/><Relationship Id="rId3" Type="http://schemas.openxmlformats.org/officeDocument/2006/relationships/image" Target="../media/image89.emf"/><Relationship Id="rId7" Type="http://schemas.openxmlformats.org/officeDocument/2006/relationships/image" Target="../media/image91.e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10.xml"/><Relationship Id="rId6" Type="http://schemas.openxmlformats.org/officeDocument/2006/relationships/oleObject" Target="../embeddings/oleObject14.bin"/><Relationship Id="rId11" Type="http://schemas.openxmlformats.org/officeDocument/2006/relationships/image" Target="../media/image95.png"/><Relationship Id="rId5" Type="http://schemas.openxmlformats.org/officeDocument/2006/relationships/image" Target="../media/image90.emf"/><Relationship Id="rId10" Type="http://schemas.openxmlformats.org/officeDocument/2006/relationships/image" Target="../media/image94.png"/><Relationship Id="rId4" Type="http://schemas.openxmlformats.org/officeDocument/2006/relationships/oleObject" Target="../embeddings/oleObject13.bin"/><Relationship Id="rId9" Type="http://schemas.openxmlformats.org/officeDocument/2006/relationships/image" Target="../media/image9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98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oleObject" Target="../embeddings/oleObject15.bin"/><Relationship Id="rId7" Type="http://schemas.openxmlformats.org/officeDocument/2006/relationships/image" Target="../media/image10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0.e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99.emf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13" Type="http://schemas.openxmlformats.org/officeDocument/2006/relationships/customXml" Target="../ink/ink3.xml"/><Relationship Id="rId18" Type="http://schemas.openxmlformats.org/officeDocument/2006/relationships/image" Target="../media/image115.png"/><Relationship Id="rId3" Type="http://schemas.openxmlformats.org/officeDocument/2006/relationships/image" Target="../media/image104.png"/><Relationship Id="rId7" Type="http://schemas.openxmlformats.org/officeDocument/2006/relationships/image" Target="../media/image108.png"/><Relationship Id="rId12" Type="http://schemas.openxmlformats.org/officeDocument/2006/relationships/image" Target="../media/image112.png"/><Relationship Id="rId17" Type="http://schemas.openxmlformats.org/officeDocument/2006/relationships/customXml" Target="../ink/ink5.xml"/><Relationship Id="rId2" Type="http://schemas.openxmlformats.org/officeDocument/2006/relationships/image" Target="../media/image103.png"/><Relationship Id="rId16" Type="http://schemas.openxmlformats.org/officeDocument/2006/relationships/image" Target="../media/image11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7.png"/><Relationship Id="rId11" Type="http://schemas.openxmlformats.org/officeDocument/2006/relationships/customXml" Target="../ink/ink2.xml"/><Relationship Id="rId5" Type="http://schemas.openxmlformats.org/officeDocument/2006/relationships/image" Target="../media/image106.png"/><Relationship Id="rId15" Type="http://schemas.openxmlformats.org/officeDocument/2006/relationships/customXml" Target="../ink/ink4.xml"/><Relationship Id="rId10" Type="http://schemas.openxmlformats.org/officeDocument/2006/relationships/image" Target="../media/image111.png"/><Relationship Id="rId4" Type="http://schemas.openxmlformats.org/officeDocument/2006/relationships/image" Target="../media/image105.png"/><Relationship Id="rId9" Type="http://schemas.openxmlformats.org/officeDocument/2006/relationships/customXml" Target="../ink/ink1.xml"/><Relationship Id="rId14" Type="http://schemas.openxmlformats.org/officeDocument/2006/relationships/image" Target="../media/image11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8.png"/><Relationship Id="rId4" Type="http://schemas.openxmlformats.org/officeDocument/2006/relationships/image" Target="../media/image117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customXml" Target="../ink/ink8.xml"/><Relationship Id="rId13" Type="http://schemas.openxmlformats.org/officeDocument/2006/relationships/customXml" Target="../ink/ink10.xml"/><Relationship Id="rId18" Type="http://schemas.openxmlformats.org/officeDocument/2006/relationships/image" Target="../media/image129.png"/><Relationship Id="rId3" Type="http://schemas.openxmlformats.org/officeDocument/2006/relationships/image" Target="../media/image120.png"/><Relationship Id="rId7" Type="http://schemas.openxmlformats.org/officeDocument/2006/relationships/image" Target="../media/image123.png"/><Relationship Id="rId12" Type="http://schemas.openxmlformats.org/officeDocument/2006/relationships/image" Target="../media/image121.png"/><Relationship Id="rId17" Type="http://schemas.openxmlformats.org/officeDocument/2006/relationships/customXml" Target="../ink/ink12.xml"/><Relationship Id="rId2" Type="http://schemas.openxmlformats.org/officeDocument/2006/relationships/image" Target="../media/image119.png"/><Relationship Id="rId16" Type="http://schemas.openxmlformats.org/officeDocument/2006/relationships/image" Target="../media/image128.png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7.xml"/><Relationship Id="rId11" Type="http://schemas.openxmlformats.org/officeDocument/2006/relationships/image" Target="../media/image125.png"/><Relationship Id="rId5" Type="http://schemas.openxmlformats.org/officeDocument/2006/relationships/image" Target="../media/image122.png"/><Relationship Id="rId15" Type="http://schemas.openxmlformats.org/officeDocument/2006/relationships/customXml" Target="../ink/ink11.xml"/><Relationship Id="rId10" Type="http://schemas.openxmlformats.org/officeDocument/2006/relationships/customXml" Target="../ink/ink9.xml"/><Relationship Id="rId4" Type="http://schemas.openxmlformats.org/officeDocument/2006/relationships/customXml" Target="../ink/ink6.xml"/><Relationship Id="rId9" Type="http://schemas.openxmlformats.org/officeDocument/2006/relationships/image" Target="../media/image124.png"/><Relationship Id="rId14" Type="http://schemas.openxmlformats.org/officeDocument/2006/relationships/image" Target="../media/image127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8.png"/><Relationship Id="rId18" Type="http://schemas.openxmlformats.org/officeDocument/2006/relationships/customXml" Target="../ink/ink20.xml"/><Relationship Id="rId26" Type="http://schemas.openxmlformats.org/officeDocument/2006/relationships/customXml" Target="../ink/ink24.xml"/><Relationship Id="rId39" Type="http://schemas.openxmlformats.org/officeDocument/2006/relationships/image" Target="../media/image151.png"/><Relationship Id="rId21" Type="http://schemas.openxmlformats.org/officeDocument/2006/relationships/image" Target="../media/image142.png"/><Relationship Id="rId34" Type="http://schemas.openxmlformats.org/officeDocument/2006/relationships/customXml" Target="../ink/ink28.xml"/><Relationship Id="rId42" Type="http://schemas.openxmlformats.org/officeDocument/2006/relationships/customXml" Target="../ink/ink32.xml"/><Relationship Id="rId47" Type="http://schemas.openxmlformats.org/officeDocument/2006/relationships/image" Target="../media/image155.png"/><Relationship Id="rId50" Type="http://schemas.openxmlformats.org/officeDocument/2006/relationships/customXml" Target="../ink/ink36.xml"/><Relationship Id="rId55" Type="http://schemas.openxmlformats.org/officeDocument/2006/relationships/image" Target="../media/image159.png"/><Relationship Id="rId7" Type="http://schemas.openxmlformats.org/officeDocument/2006/relationships/image" Target="../media/image135.png"/><Relationship Id="rId2" Type="http://schemas.openxmlformats.org/officeDocument/2006/relationships/image" Target="../media/image131.png"/><Relationship Id="rId16" Type="http://schemas.openxmlformats.org/officeDocument/2006/relationships/customXml" Target="../ink/ink19.xml"/><Relationship Id="rId29" Type="http://schemas.openxmlformats.org/officeDocument/2006/relationships/image" Target="../media/image146.png"/><Relationship Id="rId11" Type="http://schemas.openxmlformats.org/officeDocument/2006/relationships/image" Target="../media/image137.png"/><Relationship Id="rId24" Type="http://schemas.openxmlformats.org/officeDocument/2006/relationships/customXml" Target="../ink/ink23.xml"/><Relationship Id="rId32" Type="http://schemas.openxmlformats.org/officeDocument/2006/relationships/customXml" Target="../ink/ink27.xml"/><Relationship Id="rId37" Type="http://schemas.openxmlformats.org/officeDocument/2006/relationships/image" Target="../media/image150.png"/><Relationship Id="rId40" Type="http://schemas.openxmlformats.org/officeDocument/2006/relationships/customXml" Target="../ink/ink31.xml"/><Relationship Id="rId45" Type="http://schemas.openxmlformats.org/officeDocument/2006/relationships/image" Target="../media/image154.png"/><Relationship Id="rId53" Type="http://schemas.openxmlformats.org/officeDocument/2006/relationships/image" Target="../media/image158.png"/><Relationship Id="rId58" Type="http://schemas.openxmlformats.org/officeDocument/2006/relationships/image" Target="../media/image133.png"/><Relationship Id="rId5" Type="http://schemas.openxmlformats.org/officeDocument/2006/relationships/image" Target="../media/image134.png"/><Relationship Id="rId19" Type="http://schemas.openxmlformats.org/officeDocument/2006/relationships/image" Target="../media/image141.png"/><Relationship Id="rId4" Type="http://schemas.openxmlformats.org/officeDocument/2006/relationships/customXml" Target="../ink/ink13.xml"/><Relationship Id="rId9" Type="http://schemas.openxmlformats.org/officeDocument/2006/relationships/image" Target="../media/image136.png"/><Relationship Id="rId14" Type="http://schemas.openxmlformats.org/officeDocument/2006/relationships/customXml" Target="../ink/ink18.xml"/><Relationship Id="rId22" Type="http://schemas.openxmlformats.org/officeDocument/2006/relationships/customXml" Target="../ink/ink22.xml"/><Relationship Id="rId27" Type="http://schemas.openxmlformats.org/officeDocument/2006/relationships/image" Target="../media/image145.png"/><Relationship Id="rId30" Type="http://schemas.openxmlformats.org/officeDocument/2006/relationships/customXml" Target="../ink/ink26.xml"/><Relationship Id="rId35" Type="http://schemas.openxmlformats.org/officeDocument/2006/relationships/image" Target="../media/image149.png"/><Relationship Id="rId43" Type="http://schemas.openxmlformats.org/officeDocument/2006/relationships/image" Target="../media/image153.png"/><Relationship Id="rId48" Type="http://schemas.openxmlformats.org/officeDocument/2006/relationships/customXml" Target="../ink/ink35.xml"/><Relationship Id="rId56" Type="http://schemas.openxmlformats.org/officeDocument/2006/relationships/customXml" Target="../ink/ink39.xml"/><Relationship Id="rId8" Type="http://schemas.openxmlformats.org/officeDocument/2006/relationships/customXml" Target="../ink/ink15.xml"/><Relationship Id="rId51" Type="http://schemas.openxmlformats.org/officeDocument/2006/relationships/image" Target="../media/image157.png"/><Relationship Id="rId3" Type="http://schemas.openxmlformats.org/officeDocument/2006/relationships/image" Target="../media/image132.png"/><Relationship Id="rId12" Type="http://schemas.openxmlformats.org/officeDocument/2006/relationships/customXml" Target="../ink/ink17.xml"/><Relationship Id="rId17" Type="http://schemas.openxmlformats.org/officeDocument/2006/relationships/image" Target="../media/image140.png"/><Relationship Id="rId25" Type="http://schemas.openxmlformats.org/officeDocument/2006/relationships/image" Target="../media/image144.png"/><Relationship Id="rId33" Type="http://schemas.openxmlformats.org/officeDocument/2006/relationships/image" Target="../media/image148.png"/><Relationship Id="rId38" Type="http://schemas.openxmlformats.org/officeDocument/2006/relationships/customXml" Target="../ink/ink30.xml"/><Relationship Id="rId46" Type="http://schemas.openxmlformats.org/officeDocument/2006/relationships/customXml" Target="../ink/ink34.xml"/><Relationship Id="rId20" Type="http://schemas.openxmlformats.org/officeDocument/2006/relationships/customXml" Target="../ink/ink21.xml"/><Relationship Id="rId41" Type="http://schemas.openxmlformats.org/officeDocument/2006/relationships/image" Target="../media/image152.png"/><Relationship Id="rId54" Type="http://schemas.openxmlformats.org/officeDocument/2006/relationships/customXml" Target="../ink/ink38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14.xml"/><Relationship Id="rId15" Type="http://schemas.openxmlformats.org/officeDocument/2006/relationships/image" Target="../media/image139.png"/><Relationship Id="rId23" Type="http://schemas.openxmlformats.org/officeDocument/2006/relationships/image" Target="../media/image143.png"/><Relationship Id="rId28" Type="http://schemas.openxmlformats.org/officeDocument/2006/relationships/customXml" Target="../ink/ink25.xml"/><Relationship Id="rId36" Type="http://schemas.openxmlformats.org/officeDocument/2006/relationships/customXml" Target="../ink/ink29.xml"/><Relationship Id="rId49" Type="http://schemas.openxmlformats.org/officeDocument/2006/relationships/image" Target="../media/image156.png"/><Relationship Id="rId57" Type="http://schemas.openxmlformats.org/officeDocument/2006/relationships/image" Target="../media/image160.png"/><Relationship Id="rId10" Type="http://schemas.openxmlformats.org/officeDocument/2006/relationships/customXml" Target="../ink/ink16.xml"/><Relationship Id="rId31" Type="http://schemas.openxmlformats.org/officeDocument/2006/relationships/image" Target="../media/image147.png"/><Relationship Id="rId44" Type="http://schemas.openxmlformats.org/officeDocument/2006/relationships/customXml" Target="../ink/ink33.xml"/><Relationship Id="rId52" Type="http://schemas.openxmlformats.org/officeDocument/2006/relationships/customXml" Target="../ink/ink3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10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10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6E1B1CB-C0F6-3D1E-6A5E-D624C74B1F9C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9D82A82-A400-5B89-35A4-858B55FAF66C}"/>
              </a:ext>
            </a:extLst>
          </p:cNvPr>
          <p:cNvSpPr/>
          <p:nvPr/>
        </p:nvSpPr>
        <p:spPr>
          <a:xfrm>
            <a:off x="0" y="0"/>
            <a:ext cx="2834640" cy="6858000"/>
          </a:xfrm>
          <a:prstGeom prst="rect">
            <a:avLst/>
          </a:prstGeom>
          <a:solidFill>
            <a:schemeClr val="tx2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08327F3-98FD-CD9C-BFE8-3F82D17694A3}"/>
              </a:ext>
            </a:extLst>
          </p:cNvPr>
          <p:cNvSpPr/>
          <p:nvPr/>
        </p:nvSpPr>
        <p:spPr>
          <a:xfrm>
            <a:off x="2834640" y="0"/>
            <a:ext cx="508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4458BAC-6FA7-89F8-CE0F-50B975C92084}"/>
              </a:ext>
            </a:extLst>
          </p:cNvPr>
          <p:cNvSpPr txBox="1"/>
          <p:nvPr/>
        </p:nvSpPr>
        <p:spPr>
          <a:xfrm>
            <a:off x="320040" y="233172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ECET 250E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620EE0D-C993-45D3-6B99-5A6DFB95BC8F}"/>
              </a:ext>
            </a:extLst>
          </p:cNvPr>
          <p:cNvSpPr/>
          <p:nvPr/>
        </p:nvSpPr>
        <p:spPr>
          <a:xfrm>
            <a:off x="411480" y="2971800"/>
            <a:ext cx="822960" cy="38100"/>
          </a:xfrm>
          <a:prstGeom prst="rect">
            <a:avLst/>
          </a:prstGeom>
          <a:solidFill>
            <a:srgbClr val="FF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7732D81-AAC3-2164-1DD5-F2A5047F0845}"/>
              </a:ext>
            </a:extLst>
          </p:cNvPr>
          <p:cNvSpPr txBox="1"/>
          <p:nvPr/>
        </p:nvSpPr>
        <p:spPr>
          <a:xfrm>
            <a:off x="320040" y="598932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Camosun College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CFDAEA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Electronics &amp; Computer Engineering Technology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7C24F98-3BD0-C246-0571-C57440DA4DF8}"/>
              </a:ext>
            </a:extLst>
          </p:cNvPr>
          <p:cNvSpPr txBox="1"/>
          <p:nvPr/>
        </p:nvSpPr>
        <p:spPr>
          <a:xfrm>
            <a:off x="3296920" y="1965960"/>
            <a:ext cx="54356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000" b="1" i="0" u="none" strike="noStrike" kern="1200" cap="none" spc="0" normalizeH="0" baseline="0" noProof="0">
                <a:ln>
                  <a:noFill/>
                </a:ln>
                <a:solidFill>
                  <a:srgbClr val="081F3D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Linear Circuits 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F68D600-09C8-850A-B04F-7F9794B84B2C}"/>
              </a:ext>
            </a:extLst>
          </p:cNvPr>
          <p:cNvSpPr/>
          <p:nvPr/>
        </p:nvSpPr>
        <p:spPr>
          <a:xfrm>
            <a:off x="3296920" y="2880360"/>
            <a:ext cx="1920240" cy="31750"/>
          </a:xfrm>
          <a:prstGeom prst="rect">
            <a:avLst/>
          </a:prstGeom>
          <a:solidFill>
            <a:srgbClr val="FF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9FB1AC1-3BA5-1712-45BB-2CD0DC5E92A4}"/>
              </a:ext>
            </a:extLst>
          </p:cNvPr>
          <p:cNvSpPr txBox="1"/>
          <p:nvPr/>
        </p:nvSpPr>
        <p:spPr>
          <a:xfrm>
            <a:off x="3296920" y="3108960"/>
            <a:ext cx="5728208" cy="3255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>
              <a:lnSpc>
                <a:spcPct val="115000"/>
              </a:lnSpc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Week </a:t>
            </a:r>
            <a:r>
              <a:rPr kumimoji="0" lang="en-CA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|  Chapter </a:t>
            </a:r>
            <a:r>
              <a:rPr kumimoji="0" lang="en-CA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</a:t>
            </a:r>
            <a:r>
              <a:rPr lang="en-C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Laws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(With Solutions)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4292164-00D8-F9C2-24F0-32386454457C}"/>
              </a:ext>
            </a:extLst>
          </p:cNvPr>
          <p:cNvSpPr txBox="1"/>
          <p:nvPr/>
        </p:nvSpPr>
        <p:spPr>
          <a:xfrm>
            <a:off x="3296920" y="5989320"/>
            <a:ext cx="5435600" cy="4301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Mozhgan</a:t>
            </a:r>
            <a:r>
              <a:rPr kumimoji="0" lang="en-CA" sz="1300" b="1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</a:t>
            </a:r>
            <a:r>
              <a:rPr kumimoji="0" sz="1300" b="1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Bacon, </a:t>
            </a:r>
            <a:r>
              <a:rPr kumimoji="0" lang="en-CA" sz="1300" b="1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PhD, </a:t>
            </a:r>
            <a:r>
              <a:rPr kumimoji="0" sz="1300" b="1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P.Eng.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Fall 2026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0CCF8C1-8282-B753-EC48-FD81533ABEF3}"/>
              </a:ext>
            </a:extLst>
          </p:cNvPr>
          <p:cNvSpPr txBox="1"/>
          <p:nvPr/>
        </p:nvSpPr>
        <p:spPr>
          <a:xfrm>
            <a:off x="3296920" y="6473952"/>
            <a:ext cx="543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1" u="none" strike="noStrike" kern="1200" cap="none" spc="0" normalizeH="0" baseline="0" noProof="0">
                <a:ln>
                  <a:noFill/>
                </a:ln>
                <a:solidFill>
                  <a:srgbClr val="8A8A8A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Based on Fundamentals of Electric Circuits, 2026 Release — C.K. Alexander, M.N.O. Sadiku &amp; S.J. Fredette (McGraw Hill)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13A8DFD6-B0C2-4F97-9A57-DACA87439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Overview</a:t>
            </a:r>
            <a:endParaRPr lang="en-US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5060E02F-0818-4736-9E82-657A0E24268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chapter will introduce 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Ohm’s law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central concept in electric circuits.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Resistors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will be discussed in more detail.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 topology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 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voltage and current laws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 be introduced.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Finally, 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meters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measuring voltage, current, and resistivity will be presented.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8224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13A8DFD6-B0C2-4F97-9A57-DACA87439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Resistivity</a:t>
            </a:r>
            <a:endParaRPr lang="en-US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5060E02F-0818-4736-9E82-657A0E24268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9"/>
            <a:ext cx="8458200" cy="3307817"/>
          </a:xfrm>
        </p:spPr>
        <p:txBody>
          <a:bodyPr>
            <a:norm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Materials tend to 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resist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flow of electricity through them.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property is called “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resistance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resistance of an object is a function of its length, 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cross sectional area, 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the material’s resistivity: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1B279411-42E4-44DD-9D44-AC3A3767B9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8811482"/>
              </p:ext>
            </p:extLst>
          </p:nvPr>
        </p:nvGraphicFramePr>
        <p:xfrm>
          <a:off x="1294366" y="4821742"/>
          <a:ext cx="1394556" cy="1001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47750" imgH="752594" progId="Equation.DSMT4">
                  <p:embed/>
                </p:oleObj>
              </mc:Choice>
              <mc:Fallback>
                <p:oleObj name="Equation" r:id="rId2" imgW="1047750" imgH="752594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1B279411-42E4-44DD-9D44-AC3A3767B90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294366" y="4821742"/>
                        <a:ext cx="1394556" cy="10015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41424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13A8DFD6-B0C2-4F97-9A57-DACA87439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Resistivity of Common Materials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0CB092-F8E1-45C4-A408-450BDBBC5B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559" y="1594717"/>
            <a:ext cx="6970877" cy="467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B30CC09-1778-4B6A-98E0-4B10F031E2C2}"/>
              </a:ext>
            </a:extLst>
          </p:cNvPr>
          <p:cNvSpPr/>
          <p:nvPr/>
        </p:nvSpPr>
        <p:spPr>
          <a:xfrm>
            <a:off x="963259" y="4189581"/>
            <a:ext cx="7094177" cy="745388"/>
          </a:xfrm>
          <a:prstGeom prst="rect">
            <a:avLst/>
          </a:prstGeom>
          <a:noFill/>
          <a:ln w="12700">
            <a:solidFill>
              <a:srgbClr val="92D050"/>
            </a:solidFill>
            <a:prstDash val="dash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42A4AC-CF06-4A28-964B-346536E48F48}"/>
              </a:ext>
            </a:extLst>
          </p:cNvPr>
          <p:cNvSpPr/>
          <p:nvPr/>
        </p:nvSpPr>
        <p:spPr>
          <a:xfrm>
            <a:off x="955099" y="3065232"/>
            <a:ext cx="7094177" cy="1067963"/>
          </a:xfrm>
          <a:prstGeom prst="rect">
            <a:avLst/>
          </a:prstGeom>
          <a:noFill/>
          <a:ln w="28575">
            <a:solidFill>
              <a:srgbClr val="FF0000"/>
            </a:solidFill>
            <a:prstDash val="lgDash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D4294F-8695-4928-83CB-5307B81F3488}"/>
              </a:ext>
            </a:extLst>
          </p:cNvPr>
          <p:cNvSpPr/>
          <p:nvPr/>
        </p:nvSpPr>
        <p:spPr>
          <a:xfrm>
            <a:off x="955098" y="4989274"/>
            <a:ext cx="7094177" cy="1067963"/>
          </a:xfrm>
          <a:prstGeom prst="rect">
            <a:avLst/>
          </a:prstGeom>
          <a:noFill/>
          <a:ln w="12700">
            <a:solidFill>
              <a:srgbClr val="0070C0"/>
            </a:solidFill>
            <a:prstDash val="lgDash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2521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50909-37DC-4DCE-8BCF-92C9D1DD0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Resistivity of Common Materials</a:t>
            </a:r>
            <a:endParaRPr lang="en-CA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B536F9B-A681-4F95-9C29-A656A31FA28C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778799" y="1276350"/>
            <a:ext cx="7586402" cy="283845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4690E8-225D-4B40-A6AB-47C9A2C0C5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88439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35256-581F-4BE7-9281-7F40FBF7B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Resistor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6F0DC77-D182-47A9-91C6-2FBDF93BCA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A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8CF9F1F-323D-4E85-A084-97086590526F}"/>
              </a:ext>
            </a:extLst>
          </p:cNvPr>
          <p:cNvGrpSpPr/>
          <p:nvPr/>
        </p:nvGrpSpPr>
        <p:grpSpPr>
          <a:xfrm>
            <a:off x="342900" y="814089"/>
            <a:ext cx="8499353" cy="5739111"/>
            <a:chOff x="342900" y="814089"/>
            <a:chExt cx="8499353" cy="5739111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52E7D9A-74C6-4EB8-8E07-7C714E248B7A}"/>
                </a:ext>
              </a:extLst>
            </p:cNvPr>
            <p:cNvGrpSpPr/>
            <p:nvPr/>
          </p:nvGrpSpPr>
          <p:grpSpPr>
            <a:xfrm>
              <a:off x="342900" y="814089"/>
              <a:ext cx="8499353" cy="5739111"/>
              <a:chOff x="342900" y="814089"/>
              <a:chExt cx="8499353" cy="5739111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421213A8-3951-40A0-B1E1-036EEB7906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42900" y="814089"/>
                <a:ext cx="8499353" cy="4543995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7EF255C1-4200-411A-BC52-72057BF8D4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4849" y="3217850"/>
                <a:ext cx="8045942" cy="3335350"/>
              </a:xfrm>
              <a:prstGeom prst="rect">
                <a:avLst/>
              </a:prstGeom>
            </p:spPr>
          </p:pic>
        </p:grp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3BB53CF-C566-4463-84DC-EF40F05248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91339" y="5174896"/>
              <a:ext cx="2133982" cy="99476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76574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ABC32-7A8B-4F60-B6E9-E86719B87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317" y="163730"/>
            <a:ext cx="8458200" cy="678611"/>
          </a:xfrm>
        </p:spPr>
        <p:txBody>
          <a:bodyPr/>
          <a:lstStyle/>
          <a:p>
            <a:r>
              <a:rPr lang="en-CA" dirty="0"/>
              <a:t>Resistor Colour Code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B22F273-B3D4-432D-A87F-A2B2F6332276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3217850" y="842341"/>
            <a:ext cx="5926150" cy="4091160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A9CD64F-0925-48A5-AC52-16140CDDE038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/>
          <a:stretch>
            <a:fillRect/>
          </a:stretch>
        </p:blipFill>
        <p:spPr>
          <a:xfrm>
            <a:off x="76505" y="4069429"/>
            <a:ext cx="4893363" cy="2483771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EE2341D-7C59-4667-8B89-BB04D35028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77072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795ED-2827-40F8-A9F7-869CBBF62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Conductance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1190655-0570-4AB6-A7D7-0F3C32585BC9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694103" y="1254174"/>
            <a:ext cx="7514285" cy="4692916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9B1E2A3-9201-4080-9272-44938CDB17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326233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C1D9-AB6A-47F5-BABB-4F4AF03E6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Ohm’s Law</a:t>
            </a:r>
            <a:endParaRPr lang="en-US" sz="4000" noProof="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AD2E98-7480-4FC1-AC02-66046117B18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17500" y="983411"/>
            <a:ext cx="8636000" cy="1568090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resistor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voltage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a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resistor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directly proportional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the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flowing through it.</a:t>
            </a:r>
          </a:p>
          <a:p>
            <a:pPr indent="2336800" algn="just">
              <a:spcBef>
                <a:spcPts val="1000"/>
              </a:spcBef>
              <a:spcAft>
                <a:spcPts val="0"/>
              </a:spcAft>
            </a:pPr>
            <a:r>
              <a:rPr lang="en-US" b="1" i="1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 = IR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934CCFF-DA98-4DA9-A0EE-8F2AC6DC3D6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3138489"/>
            <a:ext cx="8331200" cy="1001712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resistance of an element is measured in units of Ohms,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68A755F9-A48F-4238-9A72-E1FDD1D9D3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1445509"/>
              </p:ext>
            </p:extLst>
          </p:nvPr>
        </p:nvGraphicFramePr>
        <p:xfrm>
          <a:off x="3124200" y="3657600"/>
          <a:ext cx="1387475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47640" imgH="203040" progId="Equation.DSMT4">
                  <p:embed/>
                </p:oleObj>
              </mc:Choice>
              <mc:Fallback>
                <p:oleObj name="Equation" r:id="rId3" imgW="647640" imgH="20304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68A755F9-A48F-4238-9A72-E1FDD1D9D3D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24200" y="3657600"/>
                        <a:ext cx="1387475" cy="436563"/>
                      </a:xfrm>
                      <a:prstGeom prst="rect">
                        <a:avLst/>
                      </a:prstGeom>
                      <a:ln w="3810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Content Placeholder 5"/>
          <p:cNvSpPr>
            <a:spLocks noGrp="1"/>
          </p:cNvSpPr>
          <p:nvPr>
            <p:ph sz="quarter" idx="15"/>
          </p:nvPr>
        </p:nvSpPr>
        <p:spPr>
          <a:xfrm>
            <a:off x="342900" y="4286302"/>
            <a:ext cx="8458200" cy="1993796"/>
          </a:xfrm>
        </p:spPr>
        <p:txBody>
          <a:bodyPr>
            <a:norm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resistance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will flow through for a given voltage.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Ohm’s law requires conforming to the passive sign convention.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2DCDD8-00B8-4382-8B7D-28E6CDFFB8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2172" y="1912092"/>
            <a:ext cx="2075191" cy="11074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E844887-8CD4-461A-ADB3-C9E04239D8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7340282" y="1985810"/>
            <a:ext cx="1693055" cy="6123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8CD7D7-292E-4686-8449-0795771645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" y="6114614"/>
            <a:ext cx="8585200" cy="495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797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2AFC060-C370-4944-995C-E5CEC6954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134" y="371067"/>
            <a:ext cx="7608366" cy="5681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5176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3848BFC-667B-42D8-9D8B-063EFE26D6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3525"/>
            <a:ext cx="8529747" cy="5756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447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CF4659C-A524-47ED-AB8B-B323BB487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428" y="293166"/>
            <a:ext cx="7415006" cy="603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9550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DC41425-A30F-486B-B430-E25C21AB18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2759"/>
            <a:ext cx="914400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8471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4D5FD-4B60-4DD6-A0B9-ABDD2EE9C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Short and Open Circuits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AB1FD-4095-4AE3-A72C-59F9E237629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connection with almost 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 resistance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called a 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 circuit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Ideally, any current may flow through the short.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practice this is a connecting wire.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connection with 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infinite resistance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called an 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 circuit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no matter the voltage, no current flows.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44023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229F58E3-4D5C-4A8A-8EB8-E3AC53200A66}"/>
              </a:ext>
            </a:extLst>
          </p:cNvPr>
          <p:cNvGrpSpPr/>
          <p:nvPr/>
        </p:nvGrpSpPr>
        <p:grpSpPr>
          <a:xfrm>
            <a:off x="0" y="660721"/>
            <a:ext cx="8599548" cy="5206899"/>
            <a:chOff x="0" y="660721"/>
            <a:chExt cx="8599548" cy="5206899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15FB4A4-2F6B-4003-B776-25C2C1F626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660721"/>
              <a:ext cx="8599548" cy="5206899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0762239-8638-41DD-941C-278C5C3C8F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6216" y="1234336"/>
              <a:ext cx="5868219" cy="85737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C59A626-42E5-4463-95EF-572A4456CC8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6216" y="4354411"/>
              <a:ext cx="5090978" cy="7675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17099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4E60F-727A-4A2B-A4D6-C9FDE2734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Linearity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FF0FE-013B-48E4-A2A6-D4DA91E9F45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10"/>
            <a:ext cx="4742667" cy="5124090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all materials obey Ohm’s Law.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Resistors that do are called linear resistors because their current voltage relationship is always linearly proportional.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Diodes and light bulbs are examples of non-linear elements.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9A51EDDE-345B-42C6-BCAD-83A3D70960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3861" y="1764210"/>
            <a:ext cx="3359611" cy="4149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675250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C1D9-AB6A-47F5-BABB-4F4AF03E6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Power Dissipation</a:t>
            </a:r>
            <a:endParaRPr lang="en-US" sz="4000" noProof="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AD2E98-7480-4FC1-AC02-66046117B18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8"/>
            <a:ext cx="8458200" cy="1090711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Running current through a resistor 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dissipates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3C1A4505-FD88-4B97-9508-C3150EC589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0533765"/>
              </p:ext>
            </p:extLst>
          </p:nvPr>
        </p:nvGraphicFramePr>
        <p:xfrm>
          <a:off x="2472730" y="2627450"/>
          <a:ext cx="2745979" cy="10204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30040" imgH="419040" progId="Equation.DSMT4">
                  <p:embed/>
                </p:oleObj>
              </mc:Choice>
              <mc:Fallback>
                <p:oleObj name="Equation" r:id="rId3" imgW="1130040" imgH="41904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3C1A4505-FD88-4B97-9508-C3150EC589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72730" y="2627450"/>
                        <a:ext cx="2745979" cy="1020489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934CCFF-DA98-4DA9-A0EE-8F2AC6DC3D6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3965469"/>
            <a:ext cx="8458200" cy="2332783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power dissipated is a non-linear function of current or voltage.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dissipated is always 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resistor can never generate power.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15801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04524FF-8710-4E29-B541-815EF505B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404" y="601633"/>
            <a:ext cx="8459945" cy="5654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0555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5438D24-C069-4BA4-93D2-B68E9154E3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9028"/>
            <a:ext cx="9144000" cy="11858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2FDCEC9-DBC1-440B-BF41-9B272420D9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41" y="1814840"/>
            <a:ext cx="5439534" cy="10860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78671B4-CB94-452B-9681-784AA8A52771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0" y="2835678"/>
            <a:ext cx="9144000" cy="145549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DE4A172-0F05-487B-8D24-CEC2079757D3}"/>
              </a:ext>
            </a:extLst>
          </p:cNvPr>
          <p:cNvSpPr/>
          <p:nvPr/>
        </p:nvSpPr>
        <p:spPr>
          <a:xfrm>
            <a:off x="407340" y="4508845"/>
            <a:ext cx="53443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b="1" dirty="0">
                <a:latin typeface="Times New Roman" panose="02020603050405020304" pitchFamily="18" charset="0"/>
                <a:ea typeface="Calibri" panose="020F0502020204030204" pitchFamily="34" charset="0"/>
              </a:rPr>
              <a:t>P.P.2.1</a:t>
            </a:r>
            <a:r>
              <a:rPr lang="en-CA" dirty="0">
                <a:latin typeface="Times New Roman" panose="02020603050405020304" pitchFamily="18" charset="0"/>
                <a:ea typeface="Calibri" panose="020F0502020204030204" pitchFamily="34" charset="0"/>
              </a:rPr>
              <a:t>		i =  V/R  =  110/15  =  </a:t>
            </a:r>
            <a:r>
              <a:rPr lang="en-CA" b="1" dirty="0">
                <a:latin typeface="Times New Roman" panose="02020603050405020304" pitchFamily="18" charset="0"/>
                <a:ea typeface="Calibri" panose="020F0502020204030204" pitchFamily="34" charset="0"/>
              </a:rPr>
              <a:t>7.333 A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94672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0E7AA844-5C85-444B-8A80-27DBF2D62C4F}"/>
              </a:ext>
            </a:extLst>
          </p:cNvPr>
          <p:cNvGrpSpPr/>
          <p:nvPr/>
        </p:nvGrpSpPr>
        <p:grpSpPr>
          <a:xfrm>
            <a:off x="589260" y="90742"/>
            <a:ext cx="7627562" cy="6081483"/>
            <a:chOff x="567137" y="90742"/>
            <a:chExt cx="7627562" cy="608148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A0A95DF-1E7A-4F79-BE66-01BE3F648C1F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567137" y="90742"/>
              <a:ext cx="7627562" cy="5206891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D8F3208-276D-485A-90CB-B2EC827E94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9561" y="5550045"/>
              <a:ext cx="5037926" cy="6221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460767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1A59EFA-B87E-444B-8362-89B4E59CD1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713"/>
            <a:ext cx="9144000" cy="29229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64D4A9A-DB56-45F3-AB0D-3130D3C3CC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968" y="3429000"/>
            <a:ext cx="6200964" cy="1841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545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761908F-50E2-4222-A0E0-DE24B9363D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24638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300A0F7-B3CC-4BF2-A6F4-FAF8EB8001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42" y="2463883"/>
            <a:ext cx="8976476" cy="118929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0FF64E2-55B0-490B-B8C2-24802B07FC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385" y="3819744"/>
            <a:ext cx="6034936" cy="1757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317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EC548-5619-4A39-92F9-50F76D01A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Nodes Branches and Loops</a:t>
            </a:r>
            <a:endParaRPr lang="en-US" sz="1000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1D4D9-CE76-41DC-8E2B-1544A645CB87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 elements can be interconnected in </a:t>
            </a:r>
            <a:r>
              <a:rPr lang="en-US" alt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ways.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this, we need to be familiar with some network topology concepts.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branch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a single element such as a voltage source or a resistor.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point of connection between two or more branches.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any closed path in a circuit.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82220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9B658C35-F2CE-40E7-8B50-293ADC638F9E}"/>
              </a:ext>
            </a:extLst>
          </p:cNvPr>
          <p:cNvGrpSpPr/>
          <p:nvPr/>
        </p:nvGrpSpPr>
        <p:grpSpPr>
          <a:xfrm>
            <a:off x="543924" y="104702"/>
            <a:ext cx="7804339" cy="6369426"/>
            <a:chOff x="543924" y="104702"/>
            <a:chExt cx="7804339" cy="6369426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14C779F-BAC5-498A-88ED-96D2EF69F9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3924" y="104702"/>
              <a:ext cx="7650776" cy="6369426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CFA3CB0-D5B1-45BD-AD17-D9044F0B18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3924" y="863818"/>
              <a:ext cx="7804339" cy="8602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735387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FB22D72-6754-419A-88E9-90783E3A4574}"/>
              </a:ext>
            </a:extLst>
          </p:cNvPr>
          <p:cNvGrpSpPr/>
          <p:nvPr/>
        </p:nvGrpSpPr>
        <p:grpSpPr>
          <a:xfrm>
            <a:off x="0" y="111683"/>
            <a:ext cx="9144000" cy="6449224"/>
            <a:chOff x="0" y="111683"/>
            <a:chExt cx="9144000" cy="644922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C83803F-F629-48D8-97C6-E8954058E9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0310" y="111683"/>
              <a:ext cx="7765528" cy="6449224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A4D1049-E44C-4685-B08A-76BD3AAAE2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807333"/>
              <a:ext cx="9144000" cy="8602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064141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FF3D1A3-D70C-409F-A25D-922183DC9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159" y="0"/>
            <a:ext cx="7825998" cy="614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6207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6078ADD-BD13-4219-8F82-139ADECCC118}"/>
              </a:ext>
            </a:extLst>
          </p:cNvPr>
          <p:cNvGrpSpPr/>
          <p:nvPr/>
        </p:nvGrpSpPr>
        <p:grpSpPr>
          <a:xfrm>
            <a:off x="0" y="272226"/>
            <a:ext cx="9144000" cy="6135303"/>
            <a:chOff x="0" y="0"/>
            <a:chExt cx="9144000" cy="613530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3F92102-04BB-499A-AFDC-E16E402457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1209" y="0"/>
              <a:ext cx="7136760" cy="613530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0BA785F-3663-4084-81FE-271615FCA5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9144000" cy="5834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472911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F96C65D-4F3A-4034-B64D-2EE868686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74" y="153564"/>
            <a:ext cx="8172694" cy="6197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7231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DBF3108-F955-40BF-8DE6-E92808C965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31" y="97722"/>
            <a:ext cx="8032496" cy="6275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5143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E57D7C4-BD0B-4834-8D5E-C49976E3AC5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8526" y="84574"/>
            <a:ext cx="8416320" cy="525524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AB2A878-293E-4348-A974-8F8E772995DB}"/>
              </a:ext>
            </a:extLst>
          </p:cNvPr>
          <p:cNvSpPr/>
          <p:nvPr/>
        </p:nvSpPr>
        <p:spPr>
          <a:xfrm>
            <a:off x="422300" y="5437513"/>
            <a:ext cx="8163288" cy="670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CA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lang="en-CA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branches and </a:t>
            </a:r>
            <a:r>
              <a:rPr lang="en-CA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CA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nodes.  The 1 ohm and 2 ohm resistors are in parallel.  The 4 ohm resistor and the 10 volt source are also in parallel.</a:t>
            </a:r>
            <a:endParaRPr lang="en-CA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46825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EC548-5619-4A39-92F9-50F76D01A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Network Topology</a:t>
            </a:r>
            <a:endParaRPr lang="en-US" sz="1000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1D4D9-CE76-41DC-8E2B-1544A645CB87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independent if it contains at least one branch not shared by any other independent loops.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or more elements are in 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series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they share a 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node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thus 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carry the same current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or more elements are in 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they are connected to the 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two nodes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thus have the 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same voltage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86771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EC548-5619-4A39-92F9-50F76D01A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Kirchhoff's Laws</a:t>
            </a:r>
            <a:endParaRPr lang="en-US" sz="1000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1D4D9-CE76-41DC-8E2B-1544A645CB8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9"/>
            <a:ext cx="8458200" cy="3777891"/>
          </a:xfrm>
        </p:spPr>
        <p:txBody>
          <a:bodyPr>
            <a:normAutofit/>
          </a:bodyPr>
          <a:lstStyle/>
          <a:p>
            <a:pPr algn="just">
              <a:spcBef>
                <a:spcPts val="1000"/>
              </a:spcBef>
              <a:spcAft>
                <a:spcPts val="0"/>
              </a:spcAft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Ohm’s law is not sufficient for circuit analysis.</a:t>
            </a:r>
          </a:p>
          <a:p>
            <a:pPr algn="just">
              <a:spcBef>
                <a:spcPts val="1000"/>
              </a:spcBef>
              <a:spcAft>
                <a:spcPts val="0"/>
              </a:spcAft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Kirchhoff's laws complete the needed tools.</a:t>
            </a:r>
          </a:p>
          <a:p>
            <a:pPr algn="just">
              <a:spcBef>
                <a:spcPts val="1000"/>
              </a:spcBef>
              <a:spcAft>
                <a:spcPts val="0"/>
              </a:spcAft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laws:</a:t>
            </a:r>
          </a:p>
          <a:p>
            <a:pPr lvl="1" algn="just">
              <a:spcBef>
                <a:spcPts val="1000"/>
              </a:spcBef>
              <a:spcAft>
                <a:spcPts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Kirchhoff's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law (KCL).</a:t>
            </a:r>
          </a:p>
          <a:p>
            <a:pPr lvl="1" algn="just">
              <a:spcBef>
                <a:spcPts val="1000"/>
              </a:spcBef>
              <a:spcAft>
                <a:spcPts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Kirchhoff's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Voltage law (KVL).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15927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13A8DFD6-B0C2-4F97-9A57-DACA87439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K</a:t>
            </a:r>
            <a:r>
              <a:rPr lang="en-US" altLang="en-US" sz="100" dirty="0"/>
              <a:t> </a:t>
            </a:r>
            <a:r>
              <a:rPr lang="en-US" altLang="en-US" dirty="0"/>
              <a:t>C</a:t>
            </a:r>
            <a:r>
              <a:rPr lang="en-US" altLang="en-US" sz="100" dirty="0"/>
              <a:t> </a:t>
            </a:r>
            <a:r>
              <a:rPr lang="en-US" altLang="en-US" dirty="0"/>
              <a:t>L</a:t>
            </a:r>
            <a:endParaRPr lang="en-US" sz="1000" b="0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5060E02F-0818-4736-9E82-657A0E24268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9"/>
            <a:ext cx="8458200" cy="3170031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Kirchhoff's current law is based on conservation of charge.</a:t>
            </a:r>
          </a:p>
          <a:p>
            <a:pPr marL="291600" indent="-291600" algn="just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states that the algebraic sum of currents entering a node (or a closed boundary) is </a:t>
            </a:r>
            <a:r>
              <a:rPr lang="en-US" alt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</a:t>
            </a:r>
            <a:r>
              <a:rPr lang="en-US" alt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91600" indent="-291600" algn="just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be expressed as: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0916C763-27B1-4C87-A852-3CEDF1DC40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9640095"/>
              </p:ext>
            </p:extLst>
          </p:nvPr>
        </p:nvGraphicFramePr>
        <p:xfrm>
          <a:off x="3761474" y="4712938"/>
          <a:ext cx="1568665" cy="121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58720" imgH="431640" progId="Equation.DSMT4">
                  <p:embed/>
                </p:oleObj>
              </mc:Choice>
              <mc:Fallback>
                <p:oleObj name="Equation" r:id="rId2" imgW="558720" imgH="43164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0916C763-27B1-4C87-A852-3CEDF1DC40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761474" y="4712938"/>
                        <a:ext cx="1568665" cy="12119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641418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F7DA6842-9A9D-4288-B4C9-DEE95BE810B7}"/>
              </a:ext>
            </a:extLst>
          </p:cNvPr>
          <p:cNvGrpSpPr/>
          <p:nvPr/>
        </p:nvGrpSpPr>
        <p:grpSpPr>
          <a:xfrm>
            <a:off x="0" y="1135657"/>
            <a:ext cx="9144000" cy="5047376"/>
            <a:chOff x="0" y="423681"/>
            <a:chExt cx="9144000" cy="5047376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112139F-1C25-460D-92E3-BCDA712EE3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423681"/>
              <a:ext cx="9144000" cy="5047376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19A59F4-5EEE-472C-95CF-4F5ED0C4F5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502571"/>
              <a:ext cx="9144000" cy="163672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982A9B4-506A-454E-9260-EED749DB1F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03851" y="2016721"/>
              <a:ext cx="2762636" cy="2824557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3B3A1E1-F084-456E-8E10-507A8926AED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52259" y="2719046"/>
              <a:ext cx="1986092" cy="1844229"/>
            </a:xfrm>
            <a:prstGeom prst="rect">
              <a:avLst/>
            </a:prstGeom>
          </p:spPr>
        </p:pic>
      </p:grpSp>
      <p:sp>
        <p:nvSpPr>
          <p:cNvPr id="17" name="Title 15">
            <a:extLst>
              <a:ext uri="{FF2B5EF4-FFF2-40B4-BE49-F238E27FC236}">
                <a16:creationId xmlns:a16="http://schemas.microsoft.com/office/drawing/2014/main" id="{7A5AE986-0247-4C6A-A2A5-6ECE00F97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516" y="220533"/>
            <a:ext cx="8458200" cy="678611"/>
          </a:xfrm>
        </p:spPr>
        <p:txBody>
          <a:bodyPr/>
          <a:lstStyle/>
          <a:p>
            <a:r>
              <a:rPr lang="en-US" altLang="en-US" dirty="0"/>
              <a:t>K</a:t>
            </a:r>
            <a:r>
              <a:rPr lang="en-US" altLang="en-US" sz="100" dirty="0"/>
              <a:t> </a:t>
            </a:r>
            <a:r>
              <a:rPr lang="en-US" altLang="en-US" dirty="0"/>
              <a:t>C</a:t>
            </a:r>
            <a:r>
              <a:rPr lang="en-US" altLang="en-US" sz="100" dirty="0"/>
              <a:t> </a:t>
            </a:r>
            <a:r>
              <a:rPr lang="en-US" altLang="en-US" dirty="0"/>
              <a:t>L</a:t>
            </a:r>
            <a:endParaRPr lang="en-US" sz="1000" b="0" dirty="0"/>
          </a:p>
        </p:txBody>
      </p:sp>
    </p:spTree>
    <p:extLst>
      <p:ext uri="{BB962C8B-B14F-4D97-AF65-F5344CB8AC3E}">
        <p14:creationId xmlns:p14="http://schemas.microsoft.com/office/powerpoint/2010/main" val="23867810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E77F050E-0CAF-4680-8536-7763B234895C}"/>
              </a:ext>
            </a:extLst>
          </p:cNvPr>
          <p:cNvGrpSpPr/>
          <p:nvPr/>
        </p:nvGrpSpPr>
        <p:grpSpPr>
          <a:xfrm>
            <a:off x="0" y="912116"/>
            <a:ext cx="9144000" cy="5410695"/>
            <a:chOff x="0" y="723652"/>
            <a:chExt cx="9144000" cy="5410695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C2148B9-2540-41B3-9A7F-65C2250F2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723652"/>
              <a:ext cx="9144000" cy="5410695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D133C4F-4055-4AC0-8F8F-B4175D7BD0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1256427"/>
              <a:ext cx="9144000" cy="1819112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E78E69E-A85F-456A-BEBF-C8E94B720F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30665" y="3552473"/>
              <a:ext cx="3806715" cy="782202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7F74EDF-604C-4AAF-89E4-622F6A32646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84015" y="2922396"/>
              <a:ext cx="2762636" cy="2824557"/>
            </a:xfrm>
            <a:prstGeom prst="rect">
              <a:avLst/>
            </a:prstGeom>
          </p:spPr>
        </p:pic>
      </p:grpSp>
      <p:sp>
        <p:nvSpPr>
          <p:cNvPr id="16" name="Title 15">
            <a:extLst>
              <a:ext uri="{FF2B5EF4-FFF2-40B4-BE49-F238E27FC236}">
                <a16:creationId xmlns:a16="http://schemas.microsoft.com/office/drawing/2014/main" id="{CBFE21C9-E3C9-4E5A-B212-EE95D4BCA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495" y="243972"/>
            <a:ext cx="8458200" cy="678611"/>
          </a:xfrm>
        </p:spPr>
        <p:txBody>
          <a:bodyPr/>
          <a:lstStyle/>
          <a:p>
            <a:r>
              <a:rPr lang="en-US" altLang="en-US" dirty="0"/>
              <a:t>K</a:t>
            </a:r>
            <a:r>
              <a:rPr lang="en-US" altLang="en-US" sz="100" dirty="0"/>
              <a:t> </a:t>
            </a:r>
            <a:r>
              <a:rPr lang="en-US" altLang="en-US" dirty="0"/>
              <a:t>C</a:t>
            </a:r>
            <a:r>
              <a:rPr lang="en-US" altLang="en-US" sz="100" dirty="0"/>
              <a:t> </a:t>
            </a:r>
            <a:r>
              <a:rPr lang="en-US" altLang="en-US" dirty="0"/>
              <a:t>L</a:t>
            </a:r>
            <a:endParaRPr lang="en-US" sz="1000" b="0" dirty="0"/>
          </a:p>
        </p:txBody>
      </p:sp>
    </p:spTree>
    <p:extLst>
      <p:ext uri="{BB962C8B-B14F-4D97-AF65-F5344CB8AC3E}">
        <p14:creationId xmlns:p14="http://schemas.microsoft.com/office/powerpoint/2010/main" val="29615727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13A8DFD6-B0C2-4F97-9A57-DACA87439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K</a:t>
            </a:r>
            <a:r>
              <a:rPr lang="en-US" altLang="en-US" sz="100" dirty="0"/>
              <a:t> </a:t>
            </a:r>
            <a:r>
              <a:rPr lang="en-US" altLang="en-US" dirty="0"/>
              <a:t>V</a:t>
            </a:r>
            <a:r>
              <a:rPr lang="en-US" altLang="en-US" sz="100" dirty="0"/>
              <a:t> </a:t>
            </a:r>
            <a:r>
              <a:rPr lang="en-US" altLang="en-US" dirty="0"/>
              <a:t>L</a:t>
            </a:r>
            <a:endParaRPr lang="en-US" sz="1000" b="0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5060E02F-0818-4736-9E82-657A0E24268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10"/>
            <a:ext cx="8458200" cy="2831828"/>
          </a:xfrm>
        </p:spPr>
        <p:txBody>
          <a:bodyPr>
            <a:noAutofit/>
          </a:bodyPr>
          <a:lstStyle/>
          <a:p>
            <a:pPr marL="291600" indent="-29160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Kirchhoff's voltage law is based on conservation of energy.</a:t>
            </a:r>
          </a:p>
          <a:p>
            <a:pPr marL="291600" indent="-291600" algn="just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states that the algebraic sum of voltages around a closed path (or loop) is zero.</a:t>
            </a:r>
          </a:p>
          <a:p>
            <a:pPr marL="291600" indent="-29160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be expressed as: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EEC690B7-2644-4D82-8D96-2757243879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7791668"/>
              </p:ext>
            </p:extLst>
          </p:nvPr>
        </p:nvGraphicFramePr>
        <p:xfrm>
          <a:off x="3595656" y="4290823"/>
          <a:ext cx="1774889" cy="12793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66850" imgH="1057275" progId="Equation.DSMT4">
                  <p:embed/>
                </p:oleObj>
              </mc:Choice>
              <mc:Fallback>
                <p:oleObj name="Equation" r:id="rId2" imgW="1466850" imgH="1057275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EEC690B7-2644-4D82-8D96-2757243879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595656" y="4290823"/>
                        <a:ext cx="1774889" cy="12793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935648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AED9BAA-F71C-4DFA-A3B3-ED0ABF65FA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475"/>
            <a:ext cx="9144000" cy="60826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0B3DAC-E887-4D22-AE88-0F7E8F6B14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8678"/>
            <a:ext cx="9144000" cy="13502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6F45669-A14A-427C-8ECA-C996A387A8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5871" y="1720106"/>
            <a:ext cx="1809130" cy="16847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C6A88F9-AD42-44FC-84C4-666B505F57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2030" y="3888299"/>
            <a:ext cx="4149627" cy="223997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8827358-1B93-41E8-8F40-2C098AB1BC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541" y="5648420"/>
            <a:ext cx="3072389" cy="95970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FFA1521-7898-4A63-9A65-BB2F8213FF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20658" y="6000118"/>
            <a:ext cx="2296914" cy="60800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D87FBFE-757A-4704-9B57-B7BD23553AD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65223" y="5365037"/>
            <a:ext cx="1979966" cy="439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5148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55D472D-D798-4341-B1EA-B64A2BC44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848" y="0"/>
            <a:ext cx="8182304" cy="6337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6047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EDECDF0-B84B-4F3B-AF32-EBD252E03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8647"/>
            <a:ext cx="9144000" cy="4680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6042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4FD2D7A-F8DB-47F8-8F8F-5E42D8900D7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298401"/>
            <a:ext cx="8850834" cy="6261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0927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80F4A0B-C6D1-4C22-9A73-BA73655C8B8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980" y="360366"/>
            <a:ext cx="8590823" cy="347909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4C82BCE-AB4B-4C40-A4F5-B72368C53EEA}"/>
              </a:ext>
            </a:extLst>
          </p:cNvPr>
          <p:cNvSpPr/>
          <p:nvPr/>
        </p:nvSpPr>
        <p:spPr>
          <a:xfrm>
            <a:off x="701506" y="4349011"/>
            <a:ext cx="7695618" cy="1171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CA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Applying</a:t>
            </a:r>
            <a:r>
              <a:rPr lang="en-CA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KVL </a:t>
            </a:r>
            <a:r>
              <a:rPr lang="en-CA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the loop we get:</a:t>
            </a:r>
            <a:endParaRPr lang="en-CA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CA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</a:t>
            </a:r>
            <a:r>
              <a:rPr lang="en-CA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–32 + 4i – (–8) + 2i = 0 which leads to i =  24/6 = 4A </a:t>
            </a:r>
            <a:endParaRPr lang="en-CA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CA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v</a:t>
            </a:r>
            <a:r>
              <a:rPr lang="en-CA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CA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=  4i  =  </a:t>
            </a:r>
            <a:r>
              <a:rPr lang="en-CA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16 V</a:t>
            </a:r>
            <a:r>
              <a:rPr lang="en-CA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and    v</a:t>
            </a:r>
            <a:r>
              <a:rPr lang="en-CA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CA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=  –2i  =  </a:t>
            </a:r>
            <a:r>
              <a:rPr lang="en-CA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–8 V</a:t>
            </a:r>
            <a:endParaRPr lang="en-CA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188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9280D85-9832-4B88-ACC0-5D366C1BD32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8663" y="251285"/>
            <a:ext cx="8620487" cy="6030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34730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11D6F72-7895-4D7F-8223-BA049F29DDD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2382" y="216385"/>
            <a:ext cx="7222713" cy="426077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EDB7F7F-6FCA-4653-A04C-FB93DAAB1BB8}"/>
              </a:ext>
            </a:extLst>
          </p:cNvPr>
          <p:cNvSpPr/>
          <p:nvPr/>
        </p:nvSpPr>
        <p:spPr>
          <a:xfrm>
            <a:off x="450220" y="4582163"/>
            <a:ext cx="7353590" cy="19698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CA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Applying </a:t>
            </a:r>
            <a:r>
              <a:rPr lang="en-CA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KVL </a:t>
            </a:r>
            <a:r>
              <a:rPr lang="en-CA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the loop we get:</a:t>
            </a:r>
            <a:endParaRPr lang="en-CA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CA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–70 + 10i + 2v</a:t>
            </a:r>
            <a:r>
              <a:rPr lang="en-CA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CA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+ 5i = 0</a:t>
            </a:r>
            <a:endParaRPr lang="en-CA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CA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But, </a:t>
            </a:r>
            <a:r>
              <a:rPr lang="en-CA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en-CA" baseline="-25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CA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10i and v</a:t>
            </a:r>
            <a:r>
              <a:rPr lang="en-CA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lang="en-CA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–5i.  Hence,</a:t>
            </a:r>
            <a:endParaRPr lang="en-CA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CA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–70 + 10i + 20i + 5i = 0  which leads to i = 2 A.</a:t>
            </a:r>
            <a:endParaRPr lang="en-CA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CA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Thus, </a:t>
            </a:r>
            <a:r>
              <a:rPr lang="en-CA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en-CA" baseline="-25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CA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=  </a:t>
            </a:r>
            <a:r>
              <a:rPr lang="en-CA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20V</a:t>
            </a:r>
            <a:r>
              <a:rPr lang="en-CA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and v</a:t>
            </a:r>
            <a:r>
              <a:rPr lang="en-CA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lang="en-CA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=  </a:t>
            </a:r>
            <a:r>
              <a:rPr lang="en-CA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–10 V</a:t>
            </a:r>
            <a:endParaRPr lang="en-CA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2690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38312D5-796A-4B38-98DE-6A8604B25ED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4702" y="62822"/>
            <a:ext cx="8473905" cy="5639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988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0A769EB-24B3-4F96-9424-41211A5B916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41494" y="265246"/>
            <a:ext cx="7543800" cy="371266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639BDA7-C5A9-4C5C-B1EE-C10D5F53220B}"/>
              </a:ext>
            </a:extLst>
          </p:cNvPr>
          <p:cNvSpPr/>
          <p:nvPr/>
        </p:nvSpPr>
        <p:spPr>
          <a:xfrm>
            <a:off x="547941" y="4140553"/>
            <a:ext cx="7995765" cy="10693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429385" indent="-6350">
              <a:lnSpc>
                <a:spcPct val="107000"/>
              </a:lnSpc>
              <a:spcAft>
                <a:spcPts val="0"/>
              </a:spcAft>
            </a:pPr>
            <a:r>
              <a:rPr lang="en-CA" b="1" kern="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Applying KCL,  </a:t>
            </a:r>
            <a:r>
              <a:rPr lang="en-CA" kern="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–9 + i</a:t>
            </a:r>
            <a:r>
              <a:rPr lang="en-CA" kern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0</a:t>
            </a:r>
            <a:r>
              <a:rPr lang="en-CA" kern="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+  [i</a:t>
            </a:r>
            <a:r>
              <a:rPr lang="en-CA" kern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0</a:t>
            </a:r>
            <a:r>
              <a:rPr lang="en-CA" kern="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/4]  +  [v</a:t>
            </a:r>
            <a:r>
              <a:rPr lang="en-CA" kern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0</a:t>
            </a:r>
            <a:r>
              <a:rPr lang="en-CA" kern="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/8]=0,  but  i</a:t>
            </a:r>
            <a:r>
              <a:rPr lang="en-CA" kern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0</a:t>
            </a:r>
            <a:r>
              <a:rPr lang="en-CA" kern="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=  v</a:t>
            </a:r>
            <a:r>
              <a:rPr lang="en-CA" kern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0</a:t>
            </a:r>
            <a:r>
              <a:rPr lang="en-CA" kern="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/2</a:t>
            </a:r>
            <a:endParaRPr lang="en-CA" sz="4800" kern="0" dirty="0">
              <a:solidFill>
                <a:srgbClr val="000000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CA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CA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CA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Which leads to:   9  =  (v</a:t>
            </a:r>
            <a:r>
              <a:rPr lang="en-CA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lang="en-CA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/2) + (v</a:t>
            </a:r>
            <a:r>
              <a:rPr lang="en-CA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lang="en-CA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/8) + (v</a:t>
            </a:r>
            <a:r>
              <a:rPr lang="en-CA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lang="en-CA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/8)  thus,  v</a:t>
            </a:r>
            <a:r>
              <a:rPr lang="en-CA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  </a:t>
            </a:r>
            <a:r>
              <a:rPr lang="en-CA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  </a:t>
            </a:r>
            <a:r>
              <a:rPr lang="en-CA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12 V</a:t>
            </a:r>
            <a:r>
              <a:rPr lang="en-CA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and  i</a:t>
            </a:r>
            <a:r>
              <a:rPr lang="en-CA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lang="en-CA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=  </a:t>
            </a:r>
            <a:r>
              <a:rPr lang="en-CA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 A</a:t>
            </a:r>
            <a:endParaRPr lang="en-CA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5075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98FB36F-FA8C-4EC2-8B03-68AF7083F4D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80952" y="0"/>
            <a:ext cx="7418156" cy="40913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1E45898-737C-4251-831D-D5CD15D1BF0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78672" y="4091305"/>
            <a:ext cx="7494939" cy="251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32208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5CF069E-3131-4701-B14D-FF83285B3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052"/>
            <a:ext cx="9144000" cy="669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1757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9BCBDAF-8043-4016-ABB1-35699AE74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102" y="0"/>
            <a:ext cx="7776498" cy="6473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37244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01FE62B-E117-4C22-BE6E-1F07D4498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8890"/>
            <a:ext cx="9144000" cy="480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34112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C1D9-AB6A-47F5-BABB-4F4AF03E6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Series Resistors</a:t>
            </a:r>
            <a:endParaRPr lang="en-US" sz="1000" b="0" noProof="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AD2E98-7480-4FC1-AC02-66046117B18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8"/>
            <a:ext cx="4965700" cy="3305630"/>
          </a:xfrm>
        </p:spPr>
        <p:txBody>
          <a:bodyPr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resistors are considered in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series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the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current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 through them.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 the circuit shown: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Applying Ohm’s law to both resistors.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6">
            <a:extLst>
              <a:ext uri="{FF2B5EF4-FFF2-40B4-BE49-F238E27FC236}">
                <a16:creationId xmlns:a16="http://schemas.microsoft.com/office/drawing/2014/main" id="{AB86C3D4-C7CF-434D-9F5E-8993FDCED0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4161195"/>
              </p:ext>
            </p:extLst>
          </p:nvPr>
        </p:nvGraphicFramePr>
        <p:xfrm>
          <a:off x="1244600" y="4683938"/>
          <a:ext cx="254793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91726" imgH="228501" progId="Equation.DSMT4">
                  <p:embed/>
                </p:oleObj>
              </mc:Choice>
              <mc:Fallback>
                <p:oleObj name="Equation" r:id="rId3" imgW="1091726" imgH="228501" progId="Equation.DSMT4">
                  <p:embed/>
                  <p:pic>
                    <p:nvPicPr>
                      <p:cNvPr id="5" name="Object 6">
                        <a:extLst>
                          <a:ext uri="{FF2B5EF4-FFF2-40B4-BE49-F238E27FC236}">
                            <a16:creationId xmlns:a16="http://schemas.microsoft.com/office/drawing/2014/main" id="{AB86C3D4-C7CF-434D-9F5E-8993FDCED0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4600" y="4683938"/>
                        <a:ext cx="2547938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934CCFF-DA98-4DA9-A0EE-8F2AC6DC3D6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5308599"/>
            <a:ext cx="6705600" cy="533401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we apply K</a:t>
            </a:r>
            <a:r>
              <a:rPr lang="en-US" altLang="en-US" sz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to the loop we have:</a:t>
            </a:r>
          </a:p>
        </p:txBody>
      </p:sp>
      <p:graphicFrame>
        <p:nvGraphicFramePr>
          <p:cNvPr id="6" name="Object 7">
            <a:extLst>
              <a:ext uri="{FF2B5EF4-FFF2-40B4-BE49-F238E27FC236}">
                <a16:creationId xmlns:a16="http://schemas.microsoft.com/office/drawing/2014/main" id="{C741255C-A5D0-4E50-8DD7-4C872E7E4B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1772373"/>
              </p:ext>
            </p:extLst>
          </p:nvPr>
        </p:nvGraphicFramePr>
        <p:xfrm>
          <a:off x="1244600" y="5943600"/>
          <a:ext cx="219233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39800" imgH="228600" progId="Equation.DSMT4">
                  <p:embed/>
                </p:oleObj>
              </mc:Choice>
              <mc:Fallback>
                <p:oleObj name="Equation" r:id="rId5" imgW="939800" imgH="228600" progId="Equation.DSMT4">
                  <p:embed/>
                  <p:pic>
                    <p:nvPicPr>
                      <p:cNvPr id="6" name="Object 7">
                        <a:extLst>
                          <a:ext uri="{FF2B5EF4-FFF2-40B4-BE49-F238E27FC236}">
                            <a16:creationId xmlns:a16="http://schemas.microsoft.com/office/drawing/2014/main" id="{C741255C-A5D0-4E50-8DD7-4C872E7E4B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4600" y="5943600"/>
                        <a:ext cx="2192338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5">
            <a:extLst>
              <a:ext uri="{FF2B5EF4-FFF2-40B4-BE49-F238E27FC236}">
                <a16:creationId xmlns:a16="http://schemas.microsoft.com/office/drawing/2014/main" id="{993F3ADA-8944-4E89-BEA0-D0B5E2BB50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6698" y="1879380"/>
            <a:ext cx="3374402" cy="2100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9701371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F7684-045E-4651-A31D-4A6C2895F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Series Resistors </a:t>
            </a:r>
            <a:r>
              <a:rPr lang="en-US" altLang="en-US" sz="1000" b="0" dirty="0"/>
              <a:t>2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C0B6B-68B0-441A-96D0-89FE13302A73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Combining the two equations: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E174DADA-195F-4BC0-9FE3-378D2A412E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6041704"/>
              </p:ext>
            </p:extLst>
          </p:nvPr>
        </p:nvGraphicFramePr>
        <p:xfrm>
          <a:off x="842486" y="1991836"/>
          <a:ext cx="3572828" cy="639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48025" imgH="581144" progId="Equation.DSMT4">
                  <p:embed/>
                </p:oleObj>
              </mc:Choice>
              <mc:Fallback>
                <p:oleObj name="Equation" r:id="rId2" imgW="3248025" imgH="581144" progId="Equation.DSMT4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E174DADA-195F-4BC0-9FE3-378D2A412E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42486" y="1991836"/>
                        <a:ext cx="3572828" cy="6391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AB0CDD-979E-49D1-BF2A-8AFCE2CF66A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2755900"/>
            <a:ext cx="8458200" cy="1068634"/>
          </a:xfrm>
        </p:spPr>
        <p:txBody>
          <a:bodyPr/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this we can see there is an equivalent resistance of the two resistors: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004978BD-099F-416F-8681-B0D3025588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3724777"/>
              </p:ext>
            </p:extLst>
          </p:nvPr>
        </p:nvGraphicFramePr>
        <p:xfrm>
          <a:off x="830300" y="3944475"/>
          <a:ext cx="2124000" cy="62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33525" imgH="447556" progId="Equation.DSMT4">
                  <p:embed/>
                </p:oleObj>
              </mc:Choice>
              <mc:Fallback>
                <p:oleObj name="Equation" r:id="rId4" imgW="1533525" imgH="447556" progId="Equation.DSMT4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004978BD-099F-416F-8681-B0D3025588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30300" y="3944475"/>
                        <a:ext cx="2124000" cy="62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4B05B6-AD01-4356-A806-5D74B4F14EA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42900" y="4699000"/>
            <a:ext cx="8458200" cy="564144"/>
          </a:xfrm>
        </p:spPr>
        <p:txBody>
          <a:bodyPr>
            <a:normAutofit lnSpcReduction="10000"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N resistors in series: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65AF4C0A-95AE-4CCD-96F3-BC925BB01D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2639781"/>
              </p:ext>
            </p:extLst>
          </p:nvPr>
        </p:nvGraphicFramePr>
        <p:xfrm>
          <a:off x="722375" y="5341950"/>
          <a:ext cx="1882650" cy="11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85875" imgH="752594" progId="Equation.DSMT4">
                  <p:embed/>
                </p:oleObj>
              </mc:Choice>
              <mc:Fallback>
                <p:oleObj name="Equation" r:id="rId6" imgW="1285875" imgH="752594" progId="Equation.DSMT4">
                  <p:embed/>
                  <p:pic>
                    <p:nvPicPr>
                      <p:cNvPr id="16" name="Object 15">
                        <a:extLst>
                          <a:ext uri="{FF2B5EF4-FFF2-40B4-BE49-F238E27FC236}">
                            <a16:creationId xmlns:a16="http://schemas.microsoft.com/office/drawing/2014/main" id="{65AF4C0A-95AE-4CCD-96F3-BC925BB01D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22375" y="5341950"/>
                        <a:ext cx="1882650" cy="1101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8622222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32A19E0C-B86C-4378-BFB2-2E1A8060F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1471"/>
            <a:ext cx="9144000" cy="484734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9B2A135-56F2-4690-8578-4E2985D09A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69"/>
            <a:ext cx="9144000" cy="1889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19652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F62C5CE2-719F-40D0-B22E-18DA2C226AD7}"/>
              </a:ext>
            </a:extLst>
          </p:cNvPr>
          <p:cNvGrpSpPr/>
          <p:nvPr/>
        </p:nvGrpSpPr>
        <p:grpSpPr>
          <a:xfrm>
            <a:off x="0" y="199850"/>
            <a:ext cx="8899695" cy="6285750"/>
            <a:chOff x="0" y="199850"/>
            <a:chExt cx="8899695" cy="6285750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279804D-16C5-4023-8E91-0795FAC8CE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99850"/>
              <a:ext cx="8899695" cy="628575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17BBA5E-B7C0-41A8-B5F6-74B5E6807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0066" y="2934336"/>
              <a:ext cx="4381934" cy="2607905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CD72C81A-6363-4B34-A0DD-CC43A95132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71901" y="2922501"/>
              <a:ext cx="3337051" cy="261974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A981CE74-7AC3-417B-90C4-06BD8898E1A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628638" y="1478529"/>
              <a:ext cx="2143948" cy="6422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6891182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C1D9-AB6A-47F5-BABB-4F4AF03E6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Voltage Division</a:t>
            </a:r>
            <a:endParaRPr lang="en-US" sz="4000" noProof="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AD2E98-7480-4FC1-AC02-66046117B18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8"/>
            <a:ext cx="8458200" cy="2152292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voltage drop across any one resistor can be known.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current through all the resistors is the same, so using Ohm’s law:</a:t>
            </a:r>
            <a:endParaRPr lang="en-US" sz="3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CB21667E-DABD-4EC3-906E-51F09B84AF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547983"/>
              </p:ext>
            </p:extLst>
          </p:nvPr>
        </p:nvGraphicFramePr>
        <p:xfrm>
          <a:off x="875640" y="3676694"/>
          <a:ext cx="4979721" cy="11738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838575" imgH="904756" progId="Equation.DSMT4">
                  <p:embed/>
                </p:oleObj>
              </mc:Choice>
              <mc:Fallback>
                <p:oleObj name="Equation" r:id="rId3" imgW="3838575" imgH="904756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CB21667E-DABD-4EC3-906E-51F09B84AF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75640" y="3676694"/>
                        <a:ext cx="4979721" cy="11738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934CCFF-DA98-4DA9-A0EE-8F2AC6DC3D6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5130801"/>
            <a:ext cx="8458200" cy="685800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the principle of voltage division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6671B7-7871-48ED-B366-1C7A801500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4124" y="3028482"/>
            <a:ext cx="3256976" cy="10812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4A85C38-DD0C-42B5-A587-FE63C84BAB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3739" y="4109745"/>
            <a:ext cx="2408982" cy="2427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28137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F7684-045E-4651-A31D-4A6C2895F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Parallel Resistors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C0B6B-68B0-441A-96D0-89FE13302A7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75376" y="990721"/>
            <a:ext cx="8458200" cy="971190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resistors are in parallel, the voltage drop across them is the same.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D722C4B5-0C44-46E7-9EC8-9FCC0178F4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2595736"/>
              </p:ext>
            </p:extLst>
          </p:nvPr>
        </p:nvGraphicFramePr>
        <p:xfrm>
          <a:off x="3391617" y="1509996"/>
          <a:ext cx="2256645" cy="5958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95450" imgH="447556" progId="Equation.DSMT4">
                  <p:embed/>
                </p:oleObj>
              </mc:Choice>
              <mc:Fallback>
                <p:oleObj name="Equation" r:id="rId2" imgW="1695450" imgH="447556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D722C4B5-0C44-46E7-9EC8-9FCC0178F4A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391617" y="1509996"/>
                        <a:ext cx="2256645" cy="5958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AB0CDD-979E-49D1-BF2A-8AFCE2CF66A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42014" y="2170489"/>
            <a:ext cx="5702300" cy="508000"/>
          </a:xfrm>
        </p:spPr>
        <p:txBody>
          <a:bodyPr>
            <a:normAutofit lnSpcReduction="10000"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K</a:t>
            </a:r>
            <a:r>
              <a:rPr lang="en-US" altLang="en-US" sz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L, the current at node 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9432EBB6-369A-4171-9113-1E107EC0F1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1488882"/>
              </p:ext>
            </p:extLst>
          </p:nvPr>
        </p:nvGraphicFramePr>
        <p:xfrm>
          <a:off x="512612" y="2670559"/>
          <a:ext cx="1547956" cy="6554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57275" imgH="447556" progId="Equation.DSMT4">
                  <p:embed/>
                </p:oleObj>
              </mc:Choice>
              <mc:Fallback>
                <p:oleObj name="Equation" r:id="rId4" imgW="1057275" imgH="447556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9432EBB6-369A-4171-9113-1E107EC0F1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12612" y="2670559"/>
                        <a:ext cx="1547956" cy="6554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4B05B6-AD01-4356-A806-5D74B4F14EA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242014" y="3297320"/>
            <a:ext cx="5003800" cy="564144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equivalent resistance is: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84F5CCAD-1D23-4F55-B873-6532A39A5D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4602622"/>
              </p:ext>
            </p:extLst>
          </p:nvPr>
        </p:nvGraphicFramePr>
        <p:xfrm>
          <a:off x="1559071" y="3826071"/>
          <a:ext cx="1990412" cy="1001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95425" imgH="752594" progId="Equation.DSMT4">
                  <p:embed/>
                </p:oleObj>
              </mc:Choice>
              <mc:Fallback>
                <p:oleObj name="Equation" r:id="rId6" imgW="1495425" imgH="752594" progId="Equation.DSMT4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84F5CCAD-1D23-4F55-B873-6532A39A5D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59071" y="3826071"/>
                        <a:ext cx="1990412" cy="10015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Picture 5">
            <a:extLst>
              <a:ext uri="{FF2B5EF4-FFF2-40B4-BE49-F238E27FC236}">
                <a16:creationId xmlns:a16="http://schemas.microsoft.com/office/drawing/2014/main" id="{19E35597-79EF-4562-8F5B-D1AA0CD933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8676" y="3922301"/>
            <a:ext cx="3160713" cy="221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406BD6-DD71-4FEF-B9B1-FCCBF0B47C9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54121" y="1430586"/>
            <a:ext cx="1710464" cy="20445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26DF5E9-1084-4567-B337-9CF7959D48D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2900" y="5351793"/>
            <a:ext cx="3265639" cy="121713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392A0C2-2A3E-4086-9909-CE274F04B89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6520" y="4816330"/>
            <a:ext cx="5676662" cy="540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09199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C84B4E95-D434-48E6-8AA5-4F68AE443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3512"/>
            <a:ext cx="9144000" cy="509798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14BCBC8-EBC4-48FE-9405-B83DAF0FB7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28035"/>
            <a:ext cx="9144000" cy="74389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011B12B-9407-4BE1-AFD3-C2EDF67307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971930"/>
            <a:ext cx="9144000" cy="65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61637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C1D9-AB6A-47F5-BABB-4F4AF03E6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Current Division</a:t>
            </a:r>
            <a:endParaRPr lang="en-US" sz="4000" noProof="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AD2E98-7480-4FC1-AC02-66046117B18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8"/>
            <a:ext cx="8458200" cy="1390292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the current entering the node, the voltage drop across the equivalent resistance will be the same as that for the individual resistors.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CA7CB6B7-2F33-48DA-9B14-C40D861404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6843239"/>
              </p:ext>
            </p:extLst>
          </p:nvPr>
        </p:nvGraphicFramePr>
        <p:xfrm>
          <a:off x="1315194" y="2859505"/>
          <a:ext cx="2729013" cy="10599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33600" imgH="828675" progId="Equation.DSMT4">
                  <p:embed/>
                </p:oleObj>
              </mc:Choice>
              <mc:Fallback>
                <p:oleObj name="Equation" r:id="rId3" imgW="2133600" imgH="828675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CA7CB6B7-2F33-48DA-9B14-C40D861404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15194" y="2859505"/>
                        <a:ext cx="2729013" cy="10599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934CCFF-DA98-4DA9-A0EE-8F2AC6DC3D6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4152901"/>
            <a:ext cx="8458200" cy="965199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can be used in combination with Ohm’s law to get the current through each resistor:</a:t>
            </a: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B485E4EE-D4F6-4EFA-A7BB-AE123FA0B6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8280036"/>
              </p:ext>
            </p:extLst>
          </p:nvPr>
        </p:nvGraphicFramePr>
        <p:xfrm>
          <a:off x="1122998" y="5300505"/>
          <a:ext cx="3960495" cy="10791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600450" imgH="981194" progId="Equation.DSMT4">
                  <p:embed/>
                </p:oleObj>
              </mc:Choice>
              <mc:Fallback>
                <p:oleObj name="Equation" r:id="rId5" imgW="3600450" imgH="981194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B485E4EE-D4F6-4EFA-A7BB-AE123FA0B6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22998" y="5300505"/>
                        <a:ext cx="3960495" cy="10791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088D70C7-90AE-448B-BEBE-E719E7E39C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6543" y="2310431"/>
            <a:ext cx="4040132" cy="15902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C38DFBC-1B71-4E14-ADE1-7BA724A58B5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09995" y="5222202"/>
            <a:ext cx="3487275" cy="1126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58874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E438C82-8A21-4567-A17B-F3BCCCA928F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27535" y="-62940"/>
            <a:ext cx="6070987" cy="36926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39A9399-2A2F-4FDC-8B0A-906CC000B6A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88692" y="3429000"/>
            <a:ext cx="5943600" cy="2870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110034F-DDF5-4C55-8A12-93AB4C414E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2496" y="229019"/>
            <a:ext cx="3786850" cy="9000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91B42FC-2F0D-4F05-B628-44976A8EB3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5988" y="988818"/>
            <a:ext cx="2098231" cy="86434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C271A35-CFD9-4867-B94A-993306F018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5103" y="1699242"/>
            <a:ext cx="2539089" cy="136022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264393A-3F42-4F69-A5DF-9BD153BA6A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31542" y="4608183"/>
            <a:ext cx="1880368" cy="147231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815212B-976E-4EDA-BF02-53B62D6F5C3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79801" y="3429000"/>
            <a:ext cx="2999545" cy="99444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40CB0276-C4F9-4B60-8E90-D3740DA86E48}"/>
                  </a:ext>
                </a:extLst>
              </p14:cNvPr>
              <p14:cNvContentPartPr/>
              <p14:nvPr/>
            </p14:nvContentPartPr>
            <p14:xfrm>
              <a:off x="8404019" y="1492019"/>
              <a:ext cx="290160" cy="2869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40CB0276-C4F9-4B60-8E90-D3740DA86E4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399699" y="1487699"/>
                <a:ext cx="298800" cy="29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1005D827-A3BC-479C-BFF2-1C6E81CEF086}"/>
                  </a:ext>
                </a:extLst>
              </p14:cNvPr>
              <p14:cNvContentPartPr/>
              <p14:nvPr/>
            </p14:nvContentPartPr>
            <p14:xfrm>
              <a:off x="864179" y="3433139"/>
              <a:ext cx="405720" cy="3614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1005D827-A3BC-479C-BFF2-1C6E81CEF08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59859" y="3428819"/>
                <a:ext cx="414360" cy="37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64A3802E-8043-4380-B400-C0253B437460}"/>
                  </a:ext>
                </a:extLst>
              </p14:cNvPr>
              <p14:cNvContentPartPr/>
              <p14:nvPr/>
            </p14:nvContentPartPr>
            <p14:xfrm>
              <a:off x="6908939" y="3306779"/>
              <a:ext cx="354240" cy="4150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64A3802E-8043-4380-B400-C0253B43746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904619" y="3302459"/>
                <a:ext cx="362880" cy="42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F26F533A-5B29-4770-B2BA-EE4DE0D80C64}"/>
                  </a:ext>
                </a:extLst>
              </p14:cNvPr>
              <p14:cNvContentPartPr/>
              <p14:nvPr/>
            </p14:nvContentPartPr>
            <p14:xfrm>
              <a:off x="8611739" y="4631939"/>
              <a:ext cx="275040" cy="2901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F26F533A-5B29-4770-B2BA-EE4DE0D80C64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607419" y="4627619"/>
                <a:ext cx="283680" cy="2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36D411EA-A63F-4B36-ADF2-687AFCEFB41B}"/>
                  </a:ext>
                </a:extLst>
              </p14:cNvPr>
              <p14:cNvContentPartPr/>
              <p14:nvPr/>
            </p14:nvContentPartPr>
            <p14:xfrm>
              <a:off x="4603139" y="3573899"/>
              <a:ext cx="358920" cy="34884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36D411EA-A63F-4B36-ADF2-687AFCEFB41B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598819" y="3569579"/>
                <a:ext cx="367560" cy="357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8573578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9D2A837-9CA4-4889-B812-45B89E23CE4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04169" y="66100"/>
            <a:ext cx="5784802" cy="357753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BA0EFD6-A2D8-4BB6-B190-3E82D9CAC26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80952" y="3704668"/>
            <a:ext cx="5943600" cy="28829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B2A7613-12A4-464D-BE09-F44F3A5472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6170" y="270432"/>
            <a:ext cx="3587830" cy="18130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4A8618C-C972-40AC-B733-442B38D280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6583" y="2198927"/>
            <a:ext cx="3046465" cy="2573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89658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1482D14-56AC-4CEA-9B94-7B1EC03970C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81856" y="74517"/>
            <a:ext cx="6521808" cy="22568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93F6592-5724-4CE0-BB9F-76DCCDB10C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856" y="2114986"/>
            <a:ext cx="5502706" cy="448823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DFFA466B-70C9-4346-8EE2-8FFEFC86A54B}"/>
                  </a:ext>
                </a:extLst>
              </p14:cNvPr>
              <p14:cNvContentPartPr/>
              <p14:nvPr/>
            </p14:nvContentPartPr>
            <p14:xfrm>
              <a:off x="5399819" y="3143778"/>
              <a:ext cx="20520" cy="162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DFFA466B-70C9-4346-8EE2-8FFEFC86A54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95499" y="3139458"/>
                <a:ext cx="2916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E6CA2B11-A59C-45B5-BA0A-3CA7CD83766A}"/>
                  </a:ext>
                </a:extLst>
              </p14:cNvPr>
              <p14:cNvContentPartPr/>
              <p14:nvPr/>
            </p14:nvContentPartPr>
            <p14:xfrm>
              <a:off x="3269339" y="2775138"/>
              <a:ext cx="2079360" cy="99900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E6CA2B11-A59C-45B5-BA0A-3CA7CD83766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260339" y="2766138"/>
                <a:ext cx="2097000" cy="10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345F0F46-D377-4053-B51F-D1B8CD75BEBF}"/>
                  </a:ext>
                </a:extLst>
              </p14:cNvPr>
              <p14:cNvContentPartPr/>
              <p14:nvPr/>
            </p14:nvContentPartPr>
            <p14:xfrm>
              <a:off x="5546699" y="4250778"/>
              <a:ext cx="3328200" cy="110232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345F0F46-D377-4053-B51F-D1B8CD75BEB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542379" y="4246458"/>
                <a:ext cx="3336840" cy="111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F7CB8F01-749C-48C8-B1E3-47AC4292A9B2}"/>
                  </a:ext>
                </a:extLst>
              </p14:cNvPr>
              <p14:cNvContentPartPr/>
              <p14:nvPr/>
            </p14:nvContentPartPr>
            <p14:xfrm>
              <a:off x="7250219" y="5510418"/>
              <a:ext cx="1516680" cy="54540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F7CB8F01-749C-48C8-B1E3-47AC4292A9B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245900" y="5506098"/>
                <a:ext cx="1525318" cy="554040"/>
              </a:xfrm>
              <a:prstGeom prst="rect">
                <a:avLst/>
              </a:prstGeom>
            </p:spPr>
          </p:pic>
        </mc:Fallback>
      </mc:AlternateContent>
      <p:pic>
        <p:nvPicPr>
          <p:cNvPr id="101" name="Picture 100">
            <a:extLst>
              <a:ext uri="{FF2B5EF4-FFF2-40B4-BE49-F238E27FC236}">
                <a16:creationId xmlns:a16="http://schemas.microsoft.com/office/drawing/2014/main" id="{D2C7EA99-EE3F-4C10-821A-F9CE2C4A344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63575" y="479333"/>
            <a:ext cx="2161470" cy="123083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E5A3D801-6438-4A48-A2AA-8CAB4AF5153F}"/>
                  </a:ext>
                </a:extLst>
              </p14:cNvPr>
              <p14:cNvContentPartPr/>
              <p14:nvPr/>
            </p14:nvContentPartPr>
            <p14:xfrm>
              <a:off x="5984819" y="2984658"/>
              <a:ext cx="702720" cy="53568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E5A3D801-6438-4A48-A2AA-8CAB4AF5153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975819" y="2976018"/>
                <a:ext cx="720360" cy="55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1F89E97A-E395-4487-A6E9-193D9831A034}"/>
                  </a:ext>
                </a:extLst>
              </p14:cNvPr>
              <p14:cNvContentPartPr/>
              <p14:nvPr/>
            </p14:nvContentPartPr>
            <p14:xfrm>
              <a:off x="5666939" y="3253938"/>
              <a:ext cx="309600" cy="11628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1F89E97A-E395-4487-A6E9-193D9831A034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658289" y="3244938"/>
                <a:ext cx="327261" cy="13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A5D04FB8-7B69-40C4-9FD2-C4BBF04453DA}"/>
                  </a:ext>
                </a:extLst>
              </p14:cNvPr>
              <p14:cNvContentPartPr/>
              <p14:nvPr/>
            </p14:nvContentPartPr>
            <p14:xfrm>
              <a:off x="6187139" y="2623938"/>
              <a:ext cx="2801880" cy="1058400"/>
            </p14:xfrm>
          </p:contentPart>
        </mc:Choice>
        <mc:Fallback xmlns=""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A5D04FB8-7B69-40C4-9FD2-C4BBF04453DA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178139" y="2614941"/>
                <a:ext cx="2819520" cy="107603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2539814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705026A-A147-46E4-92BA-FCED033AEEB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04170" y="114625"/>
            <a:ext cx="8395378" cy="529650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A5A1BAD-9BE8-4027-B18F-B275E2E9876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39215" y="5473950"/>
            <a:ext cx="8172016" cy="1129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99211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F336B02-85DA-472B-B5B8-71D76B938AF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81097" y="183112"/>
            <a:ext cx="6873705" cy="449358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3EE9E7E-F997-4374-BF98-0762036A688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62581" y="4945396"/>
            <a:ext cx="6985388" cy="163688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01CB5350-AD93-44A5-ABEF-E039F66CAD38}"/>
                  </a:ext>
                </a:extLst>
              </p14:cNvPr>
              <p14:cNvContentPartPr/>
              <p14:nvPr/>
            </p14:nvContentPartPr>
            <p14:xfrm>
              <a:off x="3509459" y="4929018"/>
              <a:ext cx="666720" cy="25632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01CB5350-AD93-44A5-ABEF-E039F66CAD3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05139" y="4924698"/>
                <a:ext cx="675360" cy="26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062226D3-C896-4CED-9861-FACEB6E15EDA}"/>
                  </a:ext>
                </a:extLst>
              </p14:cNvPr>
              <p14:cNvContentPartPr/>
              <p14:nvPr/>
            </p14:nvContentPartPr>
            <p14:xfrm>
              <a:off x="3475259" y="1047498"/>
              <a:ext cx="637200" cy="4917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062226D3-C896-4CED-9861-FACEB6E15ED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470939" y="1043178"/>
                <a:ext cx="645840" cy="50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835ACE1A-594B-4057-B676-B1C033224F98}"/>
                  </a:ext>
                </a:extLst>
              </p14:cNvPr>
              <p14:cNvContentPartPr/>
              <p14:nvPr/>
            </p14:nvContentPartPr>
            <p14:xfrm>
              <a:off x="3454379" y="4758018"/>
              <a:ext cx="52560" cy="10188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835ACE1A-594B-4057-B676-B1C033224F9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450059" y="4753698"/>
                <a:ext cx="61200" cy="11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F3391190-2C33-46F5-9EB9-3F7EB2BF180A}"/>
                  </a:ext>
                </a:extLst>
              </p14:cNvPr>
              <p14:cNvContentPartPr/>
              <p14:nvPr/>
            </p14:nvContentPartPr>
            <p14:xfrm>
              <a:off x="3479219" y="4539138"/>
              <a:ext cx="8640" cy="864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F3391190-2C33-46F5-9EB9-3F7EB2BF180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474899" y="4534818"/>
                <a:ext cx="17280" cy="1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C81D59BA-9018-42A6-80DA-28D5DB9410B2}"/>
                  </a:ext>
                </a:extLst>
              </p14:cNvPr>
              <p14:cNvContentPartPr/>
              <p14:nvPr/>
            </p14:nvContentPartPr>
            <p14:xfrm>
              <a:off x="3464459" y="4262298"/>
              <a:ext cx="3240" cy="2664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C81D59BA-9018-42A6-80DA-28D5DB9410B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460139" y="4257978"/>
                <a:ext cx="11880" cy="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B6DAC934-9387-443B-911F-BAAF0D94C4A6}"/>
                  </a:ext>
                </a:extLst>
              </p14:cNvPr>
              <p14:cNvContentPartPr/>
              <p14:nvPr/>
            </p14:nvContentPartPr>
            <p14:xfrm>
              <a:off x="3432419" y="4058538"/>
              <a:ext cx="17640" cy="2052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B6DAC934-9387-443B-911F-BAAF0D94C4A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428099" y="4054218"/>
                <a:ext cx="2628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EC7CEAAB-5515-4874-AA68-72FA7058C382}"/>
                  </a:ext>
                </a:extLst>
              </p14:cNvPr>
              <p14:cNvContentPartPr/>
              <p14:nvPr/>
            </p14:nvContentPartPr>
            <p14:xfrm>
              <a:off x="3385259" y="3737418"/>
              <a:ext cx="6120" cy="442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EC7CEAAB-5515-4874-AA68-72FA7058C38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380939" y="3733098"/>
                <a:ext cx="1476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8BA0A485-E883-450A-A71E-68036976727D}"/>
                  </a:ext>
                </a:extLst>
              </p14:cNvPr>
              <p14:cNvContentPartPr/>
              <p14:nvPr/>
            </p14:nvContentPartPr>
            <p14:xfrm>
              <a:off x="3394259" y="3445458"/>
              <a:ext cx="10440" cy="4104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8BA0A485-E883-450A-A71E-68036976727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389939" y="3441138"/>
                <a:ext cx="1908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A1BC8D60-F843-45B6-9FEA-91555B37F6F1}"/>
                  </a:ext>
                </a:extLst>
              </p14:cNvPr>
              <p14:cNvContentPartPr/>
              <p14:nvPr/>
            </p14:nvContentPartPr>
            <p14:xfrm>
              <a:off x="3397859" y="3115698"/>
              <a:ext cx="9720" cy="1548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A1BC8D60-F843-45B6-9FEA-91555B37F6F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393539" y="3111378"/>
                <a:ext cx="1836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CDC8A273-9ECA-49EB-B74E-CA8BE1226777}"/>
                  </a:ext>
                </a:extLst>
              </p14:cNvPr>
              <p14:cNvContentPartPr/>
              <p14:nvPr/>
            </p14:nvContentPartPr>
            <p14:xfrm>
              <a:off x="3424499" y="2914098"/>
              <a:ext cx="20520" cy="2736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CDC8A273-9ECA-49EB-B74E-CA8BE122677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420179" y="2909778"/>
                <a:ext cx="291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1E65FC6A-2CE6-4F82-BBF1-FE9BD0E27F6C}"/>
                  </a:ext>
                </a:extLst>
              </p14:cNvPr>
              <p14:cNvContentPartPr/>
              <p14:nvPr/>
            </p14:nvContentPartPr>
            <p14:xfrm>
              <a:off x="3482819" y="2691258"/>
              <a:ext cx="6840" cy="3672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1E65FC6A-2CE6-4F82-BBF1-FE9BD0E27F6C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478499" y="2686938"/>
                <a:ext cx="1548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0195B1C7-6E11-4849-8CF5-8FE38251DC7B}"/>
                  </a:ext>
                </a:extLst>
              </p14:cNvPr>
              <p14:cNvContentPartPr/>
              <p14:nvPr/>
            </p14:nvContentPartPr>
            <p14:xfrm>
              <a:off x="3553379" y="2419818"/>
              <a:ext cx="2160" cy="345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0195B1C7-6E11-4849-8CF5-8FE38251DC7B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549059" y="2415498"/>
                <a:ext cx="1080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225F9A05-3104-49A2-AFB8-3F2563044C1F}"/>
                  </a:ext>
                </a:extLst>
              </p14:cNvPr>
              <p14:cNvContentPartPr/>
              <p14:nvPr/>
            </p14:nvContentPartPr>
            <p14:xfrm>
              <a:off x="3603419" y="2145138"/>
              <a:ext cx="15120" cy="831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225F9A05-3104-49A2-AFB8-3F2563044C1F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599099" y="2140818"/>
                <a:ext cx="23760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4CAD5816-9691-447F-9A9A-EF750A939363}"/>
                  </a:ext>
                </a:extLst>
              </p14:cNvPr>
              <p14:cNvContentPartPr/>
              <p14:nvPr/>
            </p14:nvContentPartPr>
            <p14:xfrm>
              <a:off x="3626459" y="1990698"/>
              <a:ext cx="9360" cy="10332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4CAD5816-9691-447F-9A9A-EF750A93936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622139" y="1986378"/>
                <a:ext cx="18000" cy="11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7D896B18-0E24-4862-8AC5-5A765C27E81E}"/>
                  </a:ext>
                </a:extLst>
              </p14:cNvPr>
              <p14:cNvContentPartPr/>
              <p14:nvPr/>
            </p14:nvContentPartPr>
            <p14:xfrm>
              <a:off x="3668579" y="1844898"/>
              <a:ext cx="16560" cy="4752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7D896B18-0E24-4862-8AC5-5A765C27E81E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664259" y="1840578"/>
                <a:ext cx="2520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D6BE8BDF-2D49-4C14-A5F8-B2DEBF4FABFE}"/>
                  </a:ext>
                </a:extLst>
              </p14:cNvPr>
              <p14:cNvContentPartPr/>
              <p14:nvPr/>
            </p14:nvContentPartPr>
            <p14:xfrm>
              <a:off x="3733379" y="1683258"/>
              <a:ext cx="8640" cy="237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D6BE8BDF-2D49-4C14-A5F8-B2DEBF4FABFE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729059" y="1678938"/>
                <a:ext cx="17280" cy="3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5A731761-0812-4F98-B48E-BAD6ADB02F38}"/>
                  </a:ext>
                </a:extLst>
              </p14:cNvPr>
              <p14:cNvContentPartPr/>
              <p14:nvPr/>
            </p14:nvContentPartPr>
            <p14:xfrm>
              <a:off x="3767219" y="1567338"/>
              <a:ext cx="12240" cy="4860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5A731761-0812-4F98-B48E-BAD6ADB02F38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762899" y="1563018"/>
                <a:ext cx="20880" cy="5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16A067DD-2D9F-488A-B61E-6D88DFEF3C7E}"/>
                  </a:ext>
                </a:extLst>
              </p14:cNvPr>
              <p14:cNvContentPartPr/>
              <p14:nvPr/>
            </p14:nvContentPartPr>
            <p14:xfrm>
              <a:off x="4669379" y="3765138"/>
              <a:ext cx="73800" cy="10152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16A067DD-2D9F-488A-B61E-6D88DFEF3C7E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665059" y="3760818"/>
                <a:ext cx="8244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CA454627-E29B-40AD-8B13-F86BCF3D653B}"/>
                  </a:ext>
                </a:extLst>
              </p14:cNvPr>
              <p14:cNvContentPartPr/>
              <p14:nvPr/>
            </p14:nvContentPartPr>
            <p14:xfrm>
              <a:off x="4804739" y="3581898"/>
              <a:ext cx="50760" cy="7164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CA454627-E29B-40AD-8B13-F86BCF3D653B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800419" y="3577578"/>
                <a:ext cx="5940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8E831270-054E-416C-B884-B5B1E393808A}"/>
                  </a:ext>
                </a:extLst>
              </p14:cNvPr>
              <p14:cNvContentPartPr/>
              <p14:nvPr/>
            </p14:nvContentPartPr>
            <p14:xfrm>
              <a:off x="4951979" y="3340698"/>
              <a:ext cx="30600" cy="3852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8E831270-054E-416C-B884-B5B1E393808A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947659" y="3336378"/>
                <a:ext cx="3924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6B168540-E7D0-40E4-912B-5625086FD24E}"/>
                  </a:ext>
                </a:extLst>
              </p14:cNvPr>
              <p14:cNvContentPartPr/>
              <p14:nvPr/>
            </p14:nvContentPartPr>
            <p14:xfrm>
              <a:off x="5058539" y="2983578"/>
              <a:ext cx="48960" cy="10800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6B168540-E7D0-40E4-912B-5625086FD24E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054219" y="2979258"/>
                <a:ext cx="57600" cy="1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606DCEEB-D0D9-451B-8E1E-CFBC12C71AFD}"/>
                  </a:ext>
                </a:extLst>
              </p14:cNvPr>
              <p14:cNvContentPartPr/>
              <p14:nvPr/>
            </p14:nvContentPartPr>
            <p14:xfrm>
              <a:off x="5193899" y="2652378"/>
              <a:ext cx="53640" cy="11952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606DCEEB-D0D9-451B-8E1E-CFBC12C71AFD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189579" y="2648058"/>
                <a:ext cx="62280" cy="12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FBBD5CF7-6D45-486A-8C7F-2F52F73105D9}"/>
                  </a:ext>
                </a:extLst>
              </p14:cNvPr>
              <p14:cNvContentPartPr/>
              <p14:nvPr/>
            </p14:nvContentPartPr>
            <p14:xfrm>
              <a:off x="5346539" y="2328738"/>
              <a:ext cx="46800" cy="8856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FBBD5CF7-6D45-486A-8C7F-2F52F73105D9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342219" y="2324418"/>
                <a:ext cx="55440" cy="9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EF219C15-830A-45ED-BE92-5D516B3C6E16}"/>
                  </a:ext>
                </a:extLst>
              </p14:cNvPr>
              <p14:cNvContentPartPr/>
              <p14:nvPr/>
            </p14:nvContentPartPr>
            <p14:xfrm>
              <a:off x="5495579" y="2072418"/>
              <a:ext cx="36720" cy="6444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EF219C15-830A-45ED-BE92-5D516B3C6E16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491259" y="2068098"/>
                <a:ext cx="45360" cy="7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84A0362E-2FFE-4616-A277-DD7CC80050DA}"/>
                  </a:ext>
                </a:extLst>
              </p14:cNvPr>
              <p14:cNvContentPartPr/>
              <p14:nvPr/>
            </p14:nvContentPartPr>
            <p14:xfrm>
              <a:off x="5662259" y="1767858"/>
              <a:ext cx="28800" cy="5436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84A0362E-2FFE-4616-A277-DD7CC80050DA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657939" y="1763538"/>
                <a:ext cx="3744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B7537577-FBD2-48D7-80A7-7AE89E56530D}"/>
                  </a:ext>
                </a:extLst>
              </p14:cNvPr>
              <p14:cNvContentPartPr/>
              <p14:nvPr/>
            </p14:nvContentPartPr>
            <p14:xfrm>
              <a:off x="5533739" y="1073058"/>
              <a:ext cx="595800" cy="56592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B7537577-FBD2-48D7-80A7-7AE89E56530D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529419" y="1068738"/>
                <a:ext cx="604440" cy="57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356EDC38-665D-4948-A483-BD9C49E813BA}"/>
                  </a:ext>
                </a:extLst>
              </p14:cNvPr>
              <p14:cNvContentPartPr/>
              <p14:nvPr/>
            </p14:nvContentPartPr>
            <p14:xfrm>
              <a:off x="4329539" y="4009218"/>
              <a:ext cx="253440" cy="32112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356EDC38-665D-4948-A483-BD9C49E813BA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325219" y="4004898"/>
                <a:ext cx="262080" cy="329760"/>
              </a:xfrm>
              <a:prstGeom prst="rect">
                <a:avLst/>
              </a:prstGeom>
            </p:spPr>
          </p:pic>
        </mc:Fallback>
      </mc:AlternateContent>
      <p:pic>
        <p:nvPicPr>
          <p:cNvPr id="61" name="Picture 60">
            <a:extLst>
              <a:ext uri="{FF2B5EF4-FFF2-40B4-BE49-F238E27FC236}">
                <a16:creationId xmlns:a16="http://schemas.microsoft.com/office/drawing/2014/main" id="{084B2B45-7976-49A6-B467-B77B433E477B}"/>
              </a:ext>
            </a:extLst>
      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5595077" y="5154094"/>
            <a:ext cx="1859725" cy="1261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19169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FDB6069-3A7E-41E7-9C04-6EC932F3255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18276" y="108553"/>
            <a:ext cx="6426975" cy="43657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86A4539-24D4-400E-8C15-702634BBCF7E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60156" y="4649286"/>
            <a:ext cx="6489797" cy="1932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75504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2D773-0442-49EE-894B-15108C8CF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Measurement Devices:</a:t>
            </a:r>
            <a:br>
              <a:rPr lang="en-US" altLang="en-US" dirty="0"/>
            </a:br>
            <a:r>
              <a:rPr lang="en-US" altLang="en-US" dirty="0"/>
              <a:t>Ammeter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DCD31B-3A4D-422B-8280-42F750004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551" y="1417993"/>
            <a:ext cx="7992275" cy="493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71663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8FFFD-993B-4594-95EE-E258AB5F8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197" y="69943"/>
            <a:ext cx="8458200" cy="678611"/>
          </a:xfrm>
        </p:spPr>
        <p:txBody>
          <a:bodyPr/>
          <a:lstStyle/>
          <a:p>
            <a:r>
              <a:rPr lang="en-US" dirty="0"/>
              <a:t>Voltmeter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F3E027-F87F-42F8-A4CA-385EA8E27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629" y="643852"/>
            <a:ext cx="7663336" cy="5905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32095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77B68-61AC-48C8-A757-E317AD16F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Voltmeter II</a:t>
            </a:r>
            <a:endParaRPr lang="en-CA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A1B2D89-D220-4F25-9253-2F980D3061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26CDB25-AF7D-47AB-BFB4-A76EA1301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749" y="1157913"/>
            <a:ext cx="8511728" cy="494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94013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48627-C6F0-4DEE-B92A-473E05CE4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476" y="0"/>
            <a:ext cx="8458200" cy="678611"/>
          </a:xfrm>
        </p:spPr>
        <p:txBody>
          <a:bodyPr/>
          <a:lstStyle/>
          <a:p>
            <a:r>
              <a:rPr lang="en-US" dirty="0"/>
              <a:t>Ohmmeter </a:t>
            </a:r>
            <a:endParaRPr lang="en-US" sz="1000" b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A8C470-FA81-4027-8919-C60932D187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76" y="722649"/>
            <a:ext cx="8598676" cy="5412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8930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F7684-045E-4651-A31D-4A6C2895F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Ohmmeter II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8EBC148-2E6E-4C56-9A4F-B57DC0C50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27" y="1150566"/>
            <a:ext cx="8324473" cy="5075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71160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7E597823-ABB9-47A9-AA6D-1E30F465B9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2750"/>
            <a:ext cx="9144000" cy="3559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34567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657148" y="0"/>
            <a:ext cx="1485479" cy="6858000"/>
          </a:xfrm>
          <a:prstGeom prst="rect">
            <a:avLst/>
          </a:prstGeom>
          <a:solidFill>
            <a:srgbClr val="E2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4" name="Picture 3" descr="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4692" y="0"/>
            <a:ext cx="1485479" cy="6858000"/>
          </a:xfrm>
          <a:prstGeom prst="rect">
            <a:avLst/>
          </a:prstGeom>
        </p:spPr>
      </p:pic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091" y="6398056"/>
            <a:ext cx="274326" cy="27432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4609" y="6441033"/>
            <a:ext cx="124955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© McGraw Hill LLC.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2834" y="1005840"/>
            <a:ext cx="1832503" cy="183250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97566" y="3796588"/>
            <a:ext cx="426166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Because learning changes everything.®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51796" y="5329123"/>
            <a:ext cx="195457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www.mheducation.com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le Slides Master">
  <a:themeElements>
    <a:clrScheme name="MHE PPT Theme Colors 06 15 1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21A23"/>
      </a:accent1>
      <a:accent2>
        <a:srgbClr val="FFB600"/>
      </a:accent2>
      <a:accent3>
        <a:srgbClr val="625D9C"/>
      </a:accent3>
      <a:accent4>
        <a:srgbClr val="AF1858"/>
      </a:accent4>
      <a:accent5>
        <a:srgbClr val="692146"/>
      </a:accent5>
      <a:accent6>
        <a:srgbClr val="EC7700"/>
      </a:accent6>
      <a:hlink>
        <a:srgbClr val="625D9C"/>
      </a:hlink>
      <a:folHlink>
        <a:srgbClr val="373A3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HHE_Generic Accessible PPT Template_Editorial_v9_2019.potx" id="{41975DA0-F041-4DB0-8948-AC3BFD0C25BA}" vid="{84F6219E-3D47-41AC-9893-1108D06AA07D}"/>
    </a:ext>
  </a:extLst>
</a:theme>
</file>

<file path=ppt/theme/theme2.xml><?xml version="1.0" encoding="utf-8"?>
<a:theme xmlns:a="http://schemas.openxmlformats.org/drawingml/2006/main" name="MainContentSlideMaster">
  <a:themeElements>
    <a:clrScheme name="MHE PPT Theme Colors 06 15 1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21A23"/>
      </a:accent1>
      <a:accent2>
        <a:srgbClr val="FFB600"/>
      </a:accent2>
      <a:accent3>
        <a:srgbClr val="625D9C"/>
      </a:accent3>
      <a:accent4>
        <a:srgbClr val="AF1858"/>
      </a:accent4>
      <a:accent5>
        <a:srgbClr val="692146"/>
      </a:accent5>
      <a:accent6>
        <a:srgbClr val="EC7700"/>
      </a:accent6>
      <a:hlink>
        <a:srgbClr val="625D9C"/>
      </a:hlink>
      <a:folHlink>
        <a:srgbClr val="373A3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HHE_Generic Accessible PPT Template_Editorial_v9_2019.potx" id="{41975DA0-F041-4DB0-8948-AC3BFD0C25BA}" vid="{B385948E-CF34-4CE8-9AC7-28DE40FDC656}"/>
    </a:ext>
  </a:extLst>
</a:theme>
</file>

<file path=ppt/theme/theme3.xml><?xml version="1.0" encoding="utf-8"?>
<a:theme xmlns:a="http://schemas.openxmlformats.org/drawingml/2006/main" name="ClosingMaster">
  <a:themeElements>
    <a:clrScheme name="MHE PPT Theme Colors 06 15 1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21A23"/>
      </a:accent1>
      <a:accent2>
        <a:srgbClr val="FFB600"/>
      </a:accent2>
      <a:accent3>
        <a:srgbClr val="625D9C"/>
      </a:accent3>
      <a:accent4>
        <a:srgbClr val="AF1858"/>
      </a:accent4>
      <a:accent5>
        <a:srgbClr val="692146"/>
      </a:accent5>
      <a:accent6>
        <a:srgbClr val="EC7700"/>
      </a:accent6>
      <a:hlink>
        <a:srgbClr val="625D9C"/>
      </a:hlink>
      <a:folHlink>
        <a:srgbClr val="373A3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HHE_Generic Accessible PPT Template_Editorial_v9_2019.potx" id="{41975DA0-F041-4DB0-8948-AC3BFD0C25BA}" vid="{FEE61EC3-6634-45B5-BF77-FBC9B835BC79}"/>
    </a:ext>
  </a:extLst>
</a:theme>
</file>

<file path=ppt/theme/theme4.xml><?xml version="1.0" encoding="utf-8"?>
<a:theme xmlns:a="http://schemas.openxmlformats.org/drawingml/2006/main" name="DividerSlideMaster">
  <a:themeElements>
    <a:clrScheme name="MHE PPT Theme Colors 06 15 1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21A23"/>
      </a:accent1>
      <a:accent2>
        <a:srgbClr val="FFB600"/>
      </a:accent2>
      <a:accent3>
        <a:srgbClr val="625D9C"/>
      </a:accent3>
      <a:accent4>
        <a:srgbClr val="AF1858"/>
      </a:accent4>
      <a:accent5>
        <a:srgbClr val="692146"/>
      </a:accent5>
      <a:accent6>
        <a:srgbClr val="EC7700"/>
      </a:accent6>
      <a:hlink>
        <a:srgbClr val="625D9C"/>
      </a:hlink>
      <a:folHlink>
        <a:srgbClr val="373A3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HHE_Generic Accessible PPT Template_Editorial_v9_2019.potx" id="{41975DA0-F041-4DB0-8948-AC3BFD0C25BA}" vid="{A15A20A0-BEE6-47A5-BC6B-F87134FBF13C}"/>
    </a:ext>
  </a:extLst>
</a:theme>
</file>

<file path=ppt/theme/theme5.xml><?xml version="1.0" encoding="utf-8"?>
<a:theme xmlns:a="http://schemas.openxmlformats.org/drawingml/2006/main" name="ImageDescriptionAppendixSlideMaster">
  <a:themeElements>
    <a:clrScheme name="MHE PPT Theme Colors 06 15 1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21A23"/>
      </a:accent1>
      <a:accent2>
        <a:srgbClr val="FFB600"/>
      </a:accent2>
      <a:accent3>
        <a:srgbClr val="625D9C"/>
      </a:accent3>
      <a:accent4>
        <a:srgbClr val="AF1858"/>
      </a:accent4>
      <a:accent5>
        <a:srgbClr val="692146"/>
      </a:accent5>
      <a:accent6>
        <a:srgbClr val="EC7700"/>
      </a:accent6>
      <a:hlink>
        <a:srgbClr val="625D9C"/>
      </a:hlink>
      <a:folHlink>
        <a:srgbClr val="373A3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HHE_Generic Accessible PPT Template_Editorial_v9_2019.potx" id="{41975DA0-F041-4DB0-8948-AC3BFD0C25BA}" vid="{22313DF8-AA3F-4A8D-9652-6DDC53D759ED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1155F30E97C6648B20B3A3C67389E48" ma:contentTypeVersion="11" ma:contentTypeDescription="Create a new document." ma:contentTypeScope="" ma:versionID="0e46556320d9f3361aa6da501e2644b8">
  <xsd:schema xmlns:xsd="http://www.w3.org/2001/XMLSchema" xmlns:xs="http://www.w3.org/2001/XMLSchema" xmlns:p="http://schemas.microsoft.com/office/2006/metadata/properties" xmlns:ns3="424f447d-6074-493a-bfd7-f12000995a6c" targetNamespace="http://schemas.microsoft.com/office/2006/metadata/properties" ma:root="true" ma:fieldsID="65230762ec06c5bbea9065d70216dd43" ns3:_="">
    <xsd:import namespace="424f447d-6074-493a-bfd7-f12000995a6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4f447d-6074-493a-bfd7-f12000995a6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070ED70-B6AC-4869-80D6-CC97DFD09762}">
  <ds:schemaRefs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www.w3.org/XML/1998/namespace"/>
    <ds:schemaRef ds:uri="http://schemas.microsoft.com/office/2006/metadata/properties"/>
    <ds:schemaRef ds:uri="424f447d-6074-493a-bfd7-f12000995a6c"/>
    <ds:schemaRef ds:uri="http://purl.org/dc/dcmitype/"/>
    <ds:schemaRef ds:uri="http://schemas.microsoft.com/office/infopath/2007/PartnerControl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D68B96B7-48A4-4AC3-9921-0097D11CD21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24f447d-6074-493a-bfd7-f12000995a6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D9822A4-6427-48A8-A830-5BB5F7E594D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MHHE_Generic Accessible PPT Template_Editorial_v9_2019</Template>
  <TotalTime>1954</TotalTime>
  <Words>1041</Words>
  <Application>Microsoft Office PowerPoint</Application>
  <PresentationFormat>On-screen Show (4:3)</PresentationFormat>
  <Paragraphs>115</Paragraphs>
  <Slides>70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9" baseType="lpstr">
      <vt:lpstr>Arial</vt:lpstr>
      <vt:lpstr>Calibri</vt:lpstr>
      <vt:lpstr>Times New Roman</vt:lpstr>
      <vt:lpstr>Title Slides Master</vt:lpstr>
      <vt:lpstr>MainContentSlideMaster</vt:lpstr>
      <vt:lpstr>ClosingMaster</vt:lpstr>
      <vt:lpstr>DividerSlideMaster</vt:lpstr>
      <vt:lpstr>ImageDescriptionAppendixSlideMaster</vt:lpstr>
      <vt:lpstr>Equation</vt:lpstr>
      <vt:lpstr>PowerPoint Presentation</vt:lpstr>
      <vt:lpstr>Overview</vt:lpstr>
      <vt:lpstr>Resistivity</vt:lpstr>
      <vt:lpstr>Resistivity of Common Materials</vt:lpstr>
      <vt:lpstr>Resistivity of Common Materials</vt:lpstr>
      <vt:lpstr>Resistor</vt:lpstr>
      <vt:lpstr>Resistor Colour Code</vt:lpstr>
      <vt:lpstr>Conductance</vt:lpstr>
      <vt:lpstr>Ohm’s Law</vt:lpstr>
      <vt:lpstr>PowerPoint Presentation</vt:lpstr>
      <vt:lpstr>PowerPoint Presentation</vt:lpstr>
      <vt:lpstr>PowerPoint Presentation</vt:lpstr>
      <vt:lpstr>PowerPoint Presentation</vt:lpstr>
      <vt:lpstr>Short and Open Circuits</vt:lpstr>
      <vt:lpstr>PowerPoint Presentation</vt:lpstr>
      <vt:lpstr>Linearity</vt:lpstr>
      <vt:lpstr>Power Dissipation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Nodes Branches and Loops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Network Topology</vt:lpstr>
      <vt:lpstr>Kirchhoff's Laws</vt:lpstr>
      <vt:lpstr>K C L</vt:lpstr>
      <vt:lpstr>K C L</vt:lpstr>
      <vt:lpstr>K C L</vt:lpstr>
      <vt:lpstr>K V 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Series Resistors</vt:lpstr>
      <vt:lpstr>Series Resistors 2</vt:lpstr>
      <vt:lpstr>PowerPoint Presentation</vt:lpstr>
      <vt:lpstr>PowerPoint Presentation</vt:lpstr>
      <vt:lpstr>Voltage Division</vt:lpstr>
      <vt:lpstr>Parallel Resistors</vt:lpstr>
      <vt:lpstr>PowerPoint Presentation</vt:lpstr>
      <vt:lpstr>Current Division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Measurement Devices: Ammeter</vt:lpstr>
      <vt:lpstr>Voltmeter</vt:lpstr>
      <vt:lpstr>Voltmeter II</vt:lpstr>
      <vt:lpstr>Ohmmeter </vt:lpstr>
      <vt:lpstr>Ohmmeter II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ENVIRONMENTAL SCIENCE A Global Concern, 15th edition</dc:title>
  <dc:creator>R, Nithiyanandhan</dc:creator>
  <cp:keywords>PPT</cp:keywords>
  <cp:lastModifiedBy>Mozhgan Moazzen Zadeh-Bacon</cp:lastModifiedBy>
  <cp:revision>143</cp:revision>
  <dcterms:created xsi:type="dcterms:W3CDTF">2019-12-14T02:10:23Z</dcterms:created>
  <dcterms:modified xsi:type="dcterms:W3CDTF">2026-09-12T04:06:30Z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0x010100C1155F30E97C6648B20B3A3C67389E48</vt:lpwstr>
  </property>
</Properties>
</file>