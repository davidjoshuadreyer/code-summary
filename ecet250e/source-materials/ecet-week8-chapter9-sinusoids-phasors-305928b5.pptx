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74"/>
  </p:notesMasterIdLst>
  <p:sldIdLst>
    <p:sldId id="495" r:id="rId82"/>
    <p:sldId id="296" r:id="rId7"/>
    <p:sldId id="297" r:id="rId8"/>
    <p:sldId id="393" r:id="rId9"/>
    <p:sldId id="395" r:id="rId10"/>
    <p:sldId id="396" r:id="rId11"/>
    <p:sldId id="414" r:id="rId12"/>
    <p:sldId id="394" r:id="rId13"/>
    <p:sldId id="415" r:id="rId14"/>
    <p:sldId id="344" r:id="rId15"/>
    <p:sldId id="427" r:id="rId16"/>
    <p:sldId id="428" r:id="rId17"/>
    <p:sldId id="457" r:id="rId18"/>
    <p:sldId id="416" r:id="rId19"/>
    <p:sldId id="458" r:id="rId20"/>
    <p:sldId id="459" r:id="rId21"/>
    <p:sldId id="397" r:id="rId22"/>
    <p:sldId id="398" r:id="rId23"/>
    <p:sldId id="399" r:id="rId24"/>
    <p:sldId id="400" r:id="rId25"/>
    <p:sldId id="401" r:id="rId26"/>
    <p:sldId id="464" r:id="rId27"/>
    <p:sldId id="466" r:id="rId28"/>
    <p:sldId id="460" r:id="rId29"/>
    <p:sldId id="375" r:id="rId30"/>
    <p:sldId id="374" r:id="rId31"/>
    <p:sldId id="471" r:id="rId32"/>
    <p:sldId id="470" r:id="rId33"/>
    <p:sldId id="461" r:id="rId34"/>
    <p:sldId id="462" r:id="rId35"/>
    <p:sldId id="467" r:id="rId36"/>
    <p:sldId id="468" r:id="rId37"/>
    <p:sldId id="469" r:id="rId38"/>
    <p:sldId id="472" r:id="rId39"/>
    <p:sldId id="402" r:id="rId40"/>
    <p:sldId id="403" r:id="rId41"/>
    <p:sldId id="473" r:id="rId42"/>
    <p:sldId id="404" r:id="rId43"/>
    <p:sldId id="475" r:id="rId44"/>
    <p:sldId id="478" r:id="rId45"/>
    <p:sldId id="353" r:id="rId46"/>
    <p:sldId id="480" r:id="rId47"/>
    <p:sldId id="405" r:id="rId48"/>
    <p:sldId id="481" r:id="rId49"/>
    <p:sldId id="482" r:id="rId50"/>
    <p:sldId id="407" r:id="rId51"/>
    <p:sldId id="477" r:id="rId52"/>
    <p:sldId id="408" r:id="rId53"/>
    <p:sldId id="409" r:id="rId54"/>
    <p:sldId id="410" r:id="rId55"/>
    <p:sldId id="484" r:id="rId56"/>
    <p:sldId id="485" r:id="rId57"/>
    <p:sldId id="486" r:id="rId58"/>
    <p:sldId id="411" r:id="rId59"/>
    <p:sldId id="487" r:id="rId60"/>
    <p:sldId id="412" r:id="rId61"/>
    <p:sldId id="406" r:id="rId62"/>
    <p:sldId id="413" r:id="rId63"/>
    <p:sldId id="488" r:id="rId64"/>
    <p:sldId id="489" r:id="rId65"/>
    <p:sldId id="490" r:id="rId66"/>
    <p:sldId id="491" r:id="rId67"/>
    <p:sldId id="492" r:id="rId68"/>
    <p:sldId id="493" r:id="rId69"/>
    <p:sldId id="494" r:id="rId70"/>
    <p:sldId id="377" r:id="rId71"/>
    <p:sldId id="301" r:id="rId72"/>
    <p:sldId id="496" r:id="rId8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256"/>
            <p14:sldId id="296"/>
            <p14:sldId id="297"/>
            <p14:sldId id="393"/>
            <p14:sldId id="395"/>
            <p14:sldId id="396"/>
            <p14:sldId id="414"/>
            <p14:sldId id="394"/>
            <p14:sldId id="415"/>
            <p14:sldId id="344"/>
            <p14:sldId id="427"/>
            <p14:sldId id="428"/>
            <p14:sldId id="457"/>
            <p14:sldId id="416"/>
            <p14:sldId id="458"/>
            <p14:sldId id="459"/>
            <p14:sldId id="397"/>
            <p14:sldId id="398"/>
            <p14:sldId id="399"/>
            <p14:sldId id="400"/>
            <p14:sldId id="401"/>
            <p14:sldId id="464"/>
            <p14:sldId id="466"/>
            <p14:sldId id="460"/>
            <p14:sldId id="375"/>
            <p14:sldId id="374"/>
            <p14:sldId id="471"/>
            <p14:sldId id="470"/>
            <p14:sldId id="461"/>
            <p14:sldId id="462"/>
            <p14:sldId id="467"/>
            <p14:sldId id="468"/>
            <p14:sldId id="469"/>
            <p14:sldId id="472"/>
            <p14:sldId id="402"/>
            <p14:sldId id="403"/>
            <p14:sldId id="473"/>
            <p14:sldId id="404"/>
            <p14:sldId id="475"/>
            <p14:sldId id="478"/>
            <p14:sldId id="353"/>
            <p14:sldId id="480"/>
            <p14:sldId id="405"/>
            <p14:sldId id="481"/>
            <p14:sldId id="482"/>
            <p14:sldId id="407"/>
            <p14:sldId id="477"/>
            <p14:sldId id="408"/>
            <p14:sldId id="409"/>
            <p14:sldId id="410"/>
            <p14:sldId id="484"/>
            <p14:sldId id="485"/>
            <p14:sldId id="486"/>
            <p14:sldId id="411"/>
            <p14:sldId id="487"/>
            <p14:sldId id="412"/>
            <p14:sldId id="406"/>
            <p14:sldId id="413"/>
            <p14:sldId id="488"/>
            <p14:sldId id="489"/>
            <p14:sldId id="490"/>
            <p14:sldId id="491"/>
            <p14:sldId id="492"/>
            <p14:sldId id="493"/>
            <p14:sldId id="494"/>
            <p14:sldId id="377"/>
            <p14:sldId id="301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93DDC-2DE2-4B71-8A54-CFE8AF1C52FB}" v="32" dt="2024-10-16T21:03:11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22" autoAdjust="0"/>
    <p:restoredTop sz="95360" autoAdjust="0"/>
  </p:normalViewPr>
  <p:slideViewPr>
    <p:cSldViewPr snapToGrid="0" showGuides="1">
      <p:cViewPr varScale="1">
        <p:scale>
          <a:sx n="65" d="100"/>
          <a:sy n="65" d="100"/>
        </p:scale>
        <p:origin x="1101" y="39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30474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4" Type="http://schemas.openxmlformats.org/officeDocument/2006/relationships/notesMaster" Target="notesMasters/notesMaster1.xml"/><Relationship Id="rId75" Type="http://schemas.openxmlformats.org/officeDocument/2006/relationships/commentAuthors" Target="commentAuthors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microsoft.com/office/2016/11/relationships/changesInfo" Target="changesInfos/changesInfo1.xml"/><Relationship Id="rId81" Type="http://schemas.microsoft.com/office/2015/10/relationships/revisionInfo" Target="revisionInfo.xml"/><Relationship Id="rId82" Type="http://schemas.openxmlformats.org/officeDocument/2006/relationships/slide" Target="slides/slide69.xml"/><Relationship Id="rId83" Type="http://schemas.openxmlformats.org/officeDocument/2006/relationships/slide" Target="slides/slide7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7FD93DDC-2DE2-4B71-8A54-CFE8AF1C52FB}"/>
    <pc:docChg chg="undo custSel modSld">
      <pc:chgData name="Mozhgan Moazzen Zadeh-Bacon" userId="87017a61-33d9-4952-aa6c-e009fac81f23" providerId="ADAL" clId="{7FD93DDC-2DE2-4B71-8A54-CFE8AF1C52FB}" dt="2024-10-16T21:03:23.155" v="58" actId="478"/>
      <pc:docMkLst>
        <pc:docMk/>
      </pc:docMkLst>
      <pc:sldChg chg="addSp delSp modSp mod modAnim">
        <pc:chgData name="Mozhgan Moazzen Zadeh-Bacon" userId="87017a61-33d9-4952-aa6c-e009fac81f23" providerId="ADAL" clId="{7FD93DDC-2DE2-4B71-8A54-CFE8AF1C52FB}" dt="2024-10-16T21:00:43.244" v="3" actId="478"/>
        <pc:sldMkLst>
          <pc:docMk/>
          <pc:sldMk cId="1539704045" sldId="416"/>
        </pc:sldMkLst>
        <pc:grpChg chg="del">
          <ac:chgData name="Mozhgan Moazzen Zadeh-Bacon" userId="87017a61-33d9-4952-aa6c-e009fac81f23" providerId="ADAL" clId="{7FD93DDC-2DE2-4B71-8A54-CFE8AF1C52FB}" dt="2024-10-16T21:00:35.132" v="0" actId="478"/>
          <ac:grpSpMkLst>
            <pc:docMk/>
            <pc:sldMk cId="1539704045" sldId="416"/>
            <ac:grpSpMk id="2" creationId="{69D095AD-4BCF-45AF-B793-048A472C70B7}"/>
          </ac:grpSpMkLst>
        </pc:grpChg>
        <pc:picChg chg="del">
          <ac:chgData name="Mozhgan Moazzen Zadeh-Bacon" userId="87017a61-33d9-4952-aa6c-e009fac81f23" providerId="ADAL" clId="{7FD93DDC-2DE2-4B71-8A54-CFE8AF1C52FB}" dt="2024-10-16T21:00:43.244" v="3" actId="478"/>
          <ac:picMkLst>
            <pc:docMk/>
            <pc:sldMk cId="1539704045" sldId="416"/>
            <ac:picMk id="4" creationId="{B2A5FD49-2635-4DBF-9E08-2B741BB696F3}"/>
          </ac:picMkLst>
        </pc:picChg>
        <pc:picChg chg="add mod">
          <ac:chgData name="Mozhgan Moazzen Zadeh-Bacon" userId="87017a61-33d9-4952-aa6c-e009fac81f23" providerId="ADAL" clId="{7FD93DDC-2DE2-4B71-8A54-CFE8AF1C52FB}" dt="2024-10-16T21:00:40.925" v="2" actId="1076"/>
          <ac:picMkLst>
            <pc:docMk/>
            <pc:sldMk cId="1539704045" sldId="416"/>
            <ac:picMk id="6" creationId="{DB98BC5B-DC76-43EA-C982-175BEE082EC3}"/>
          </ac:picMkLst>
        </pc:picChg>
      </pc:sldChg>
      <pc:sldChg chg="addSp delSp modSp mod">
        <pc:chgData name="Mozhgan Moazzen Zadeh-Bacon" userId="87017a61-33d9-4952-aa6c-e009fac81f23" providerId="ADAL" clId="{7FD93DDC-2DE2-4B71-8A54-CFE8AF1C52FB}" dt="2024-10-16T21:01:11.043" v="12" actId="478"/>
        <pc:sldMkLst>
          <pc:docMk/>
          <pc:sldMk cId="774481574" sldId="458"/>
        </pc:sldMkLst>
        <pc:picChg chg="add del mod">
          <ac:chgData name="Mozhgan Moazzen Zadeh-Bacon" userId="87017a61-33d9-4952-aa6c-e009fac81f23" providerId="ADAL" clId="{7FD93DDC-2DE2-4B71-8A54-CFE8AF1C52FB}" dt="2024-10-16T21:01:06.409" v="10" actId="478"/>
          <ac:picMkLst>
            <pc:docMk/>
            <pc:sldMk cId="774481574" sldId="458"/>
            <ac:picMk id="9" creationId="{52E688AF-3DEF-4D4B-8AC2-BEF314D70E67}"/>
          </ac:picMkLst>
        </pc:picChg>
        <pc:inkChg chg="add del">
          <ac:chgData name="Mozhgan Moazzen Zadeh-Bacon" userId="87017a61-33d9-4952-aa6c-e009fac81f23" providerId="ADAL" clId="{7FD93DDC-2DE2-4B71-8A54-CFE8AF1C52FB}" dt="2024-10-16T21:01:09.559" v="11" actId="478"/>
          <ac:inkMkLst>
            <pc:docMk/>
            <pc:sldMk cId="774481574" sldId="458"/>
            <ac:inkMk id="15" creationId="{947879E3-6FF4-CD92-2355-4004B821CB85}"/>
          </ac:inkMkLst>
        </pc:inkChg>
        <pc:inkChg chg="add del">
          <ac:chgData name="Mozhgan Moazzen Zadeh-Bacon" userId="87017a61-33d9-4952-aa6c-e009fac81f23" providerId="ADAL" clId="{7FD93DDC-2DE2-4B71-8A54-CFE8AF1C52FB}" dt="2024-10-16T21:01:11.043" v="12" actId="478"/>
          <ac:inkMkLst>
            <pc:docMk/>
            <pc:sldMk cId="774481574" sldId="458"/>
            <ac:inkMk id="16" creationId="{543F5DC2-AB7B-8AF9-FF1D-01BAD435D5F8}"/>
          </ac:inkMkLst>
        </pc:inkChg>
      </pc:sldChg>
      <pc:sldChg chg="delSp mod">
        <pc:chgData name="Mozhgan Moazzen Zadeh-Bacon" userId="87017a61-33d9-4952-aa6c-e009fac81f23" providerId="ADAL" clId="{7FD93DDC-2DE2-4B71-8A54-CFE8AF1C52FB}" dt="2024-10-16T21:01:46.062" v="15" actId="478"/>
        <pc:sldMkLst>
          <pc:docMk/>
          <pc:sldMk cId="2845213962" sldId="461"/>
        </pc:sldMkLst>
        <pc:grpChg chg="del">
          <ac:chgData name="Mozhgan Moazzen Zadeh-Bacon" userId="87017a61-33d9-4952-aa6c-e009fac81f23" providerId="ADAL" clId="{7FD93DDC-2DE2-4B71-8A54-CFE8AF1C52FB}" dt="2024-10-16T21:01:46.062" v="15" actId="478"/>
          <ac:grpSpMkLst>
            <pc:docMk/>
            <pc:sldMk cId="2845213962" sldId="461"/>
            <ac:grpSpMk id="35" creationId="{C333C9EC-4351-67BB-4CF5-3AD1943F5E4B}"/>
          </ac:grpSpMkLst>
        </pc:grpChg>
        <pc:picChg chg="del">
          <ac:chgData name="Mozhgan Moazzen Zadeh-Bacon" userId="87017a61-33d9-4952-aa6c-e009fac81f23" providerId="ADAL" clId="{7FD93DDC-2DE2-4B71-8A54-CFE8AF1C52FB}" dt="2024-10-16T21:01:34.997" v="13" actId="478"/>
          <ac:picMkLst>
            <pc:docMk/>
            <pc:sldMk cId="2845213962" sldId="461"/>
            <ac:picMk id="14" creationId="{8A907DB5-394C-4F3F-802C-7C118271EA8F}"/>
          </ac:picMkLst>
        </pc:picChg>
        <pc:picChg chg="del">
          <ac:chgData name="Mozhgan Moazzen Zadeh-Bacon" userId="87017a61-33d9-4952-aa6c-e009fac81f23" providerId="ADAL" clId="{7FD93DDC-2DE2-4B71-8A54-CFE8AF1C52FB}" dt="2024-10-16T21:01:44.429" v="14" actId="478"/>
          <ac:picMkLst>
            <pc:docMk/>
            <pc:sldMk cId="2845213962" sldId="461"/>
            <ac:picMk id="15" creationId="{710BE798-098F-4D14-9476-91B4552EB19B}"/>
          </ac:picMkLst>
        </pc:picChg>
      </pc:sldChg>
      <pc:sldChg chg="delSp mod">
        <pc:chgData name="Mozhgan Moazzen Zadeh-Bacon" userId="87017a61-33d9-4952-aa6c-e009fac81f23" providerId="ADAL" clId="{7FD93DDC-2DE2-4B71-8A54-CFE8AF1C52FB}" dt="2024-10-16T21:01:53.454" v="17" actId="478"/>
        <pc:sldMkLst>
          <pc:docMk/>
          <pc:sldMk cId="1721304963" sldId="462"/>
        </pc:sldMkLst>
        <pc:grpChg chg="del">
          <ac:chgData name="Mozhgan Moazzen Zadeh-Bacon" userId="87017a61-33d9-4952-aa6c-e009fac81f23" providerId="ADAL" clId="{7FD93DDC-2DE2-4B71-8A54-CFE8AF1C52FB}" dt="2024-10-16T21:01:53.454" v="17" actId="478"/>
          <ac:grpSpMkLst>
            <pc:docMk/>
            <pc:sldMk cId="1721304963" sldId="462"/>
            <ac:grpSpMk id="9" creationId="{55F9D3DA-C34C-1118-1FB5-3D217300574D}"/>
          </ac:grpSpMkLst>
        </pc:grpChg>
        <pc:graphicFrameChg chg="del">
          <ac:chgData name="Mozhgan Moazzen Zadeh-Bacon" userId="87017a61-33d9-4952-aa6c-e009fac81f23" providerId="ADAL" clId="{7FD93DDC-2DE2-4B71-8A54-CFE8AF1C52FB}" dt="2024-10-16T21:01:52.369" v="16" actId="478"/>
          <ac:graphicFrameMkLst>
            <pc:docMk/>
            <pc:sldMk cId="1721304963" sldId="462"/>
            <ac:graphicFrameMk id="12" creationId="{3EFF00CF-0E83-468A-9E60-2EB60BAD4906}"/>
          </ac:graphicFrameMkLst>
        </pc:graphicFrameChg>
      </pc:sldChg>
      <pc:sldChg chg="delSp modSp mod">
        <pc:chgData name="Mozhgan Moazzen Zadeh-Bacon" userId="87017a61-33d9-4952-aa6c-e009fac81f23" providerId="ADAL" clId="{7FD93DDC-2DE2-4B71-8A54-CFE8AF1C52FB}" dt="2024-10-16T21:02:22.022" v="30" actId="478"/>
        <pc:sldMkLst>
          <pc:docMk/>
          <pc:sldMk cId="1340084613" sldId="467"/>
        </pc:sldMkLst>
        <pc:spChg chg="del mod">
          <ac:chgData name="Mozhgan Moazzen Zadeh-Bacon" userId="87017a61-33d9-4952-aa6c-e009fac81f23" providerId="ADAL" clId="{7FD93DDC-2DE2-4B71-8A54-CFE8AF1C52FB}" dt="2024-10-16T21:02:13.157" v="23" actId="478"/>
          <ac:spMkLst>
            <pc:docMk/>
            <pc:sldMk cId="1340084613" sldId="467"/>
            <ac:spMk id="15" creationId="{ADB74977-97D4-4283-BA8F-14069F17EA23}"/>
          </ac:spMkLst>
        </pc:spChg>
        <pc:spChg chg="del">
          <ac:chgData name="Mozhgan Moazzen Zadeh-Bacon" userId="87017a61-33d9-4952-aa6c-e009fac81f23" providerId="ADAL" clId="{7FD93DDC-2DE2-4B71-8A54-CFE8AF1C52FB}" dt="2024-10-16T21:02:15.368" v="25" actId="478"/>
          <ac:spMkLst>
            <pc:docMk/>
            <pc:sldMk cId="1340084613" sldId="467"/>
            <ac:spMk id="16" creationId="{B17B9F83-6EFA-477A-926A-0B5175359768}"/>
          </ac:spMkLst>
        </pc:spChg>
        <pc:spChg chg="del">
          <ac:chgData name="Mozhgan Moazzen Zadeh-Bacon" userId="87017a61-33d9-4952-aa6c-e009fac81f23" providerId="ADAL" clId="{7FD93DDC-2DE2-4B71-8A54-CFE8AF1C52FB}" dt="2024-10-16T21:02:17.421" v="27" actId="478"/>
          <ac:spMkLst>
            <pc:docMk/>
            <pc:sldMk cId="1340084613" sldId="467"/>
            <ac:spMk id="17" creationId="{B1E03750-CAF2-4929-86BA-55A3EAEBCE21}"/>
          </ac:spMkLst>
        </pc:spChg>
        <pc:spChg chg="del">
          <ac:chgData name="Mozhgan Moazzen Zadeh-Bacon" userId="87017a61-33d9-4952-aa6c-e009fac81f23" providerId="ADAL" clId="{7FD93DDC-2DE2-4B71-8A54-CFE8AF1C52FB}" dt="2024-10-16T21:02:14.018" v="24" actId="478"/>
          <ac:spMkLst>
            <pc:docMk/>
            <pc:sldMk cId="1340084613" sldId="467"/>
            <ac:spMk id="18" creationId="{90B67425-06BC-4CF7-80FB-B0E9E68AEE3F}"/>
          </ac:spMkLst>
        </pc:spChg>
        <pc:spChg chg="del">
          <ac:chgData name="Mozhgan Moazzen Zadeh-Bacon" userId="87017a61-33d9-4952-aa6c-e009fac81f23" providerId="ADAL" clId="{7FD93DDC-2DE2-4B71-8A54-CFE8AF1C52FB}" dt="2024-10-16T21:02:16.244" v="26" actId="478"/>
          <ac:spMkLst>
            <pc:docMk/>
            <pc:sldMk cId="1340084613" sldId="467"/>
            <ac:spMk id="19" creationId="{58FD6ECE-083D-450B-8E76-5B481E9D396A}"/>
          </ac:spMkLst>
        </pc:spChg>
        <pc:spChg chg="del">
          <ac:chgData name="Mozhgan Moazzen Zadeh-Bacon" userId="87017a61-33d9-4952-aa6c-e009fac81f23" providerId="ADAL" clId="{7FD93DDC-2DE2-4B71-8A54-CFE8AF1C52FB}" dt="2024-10-16T21:02:18.385" v="28" actId="478"/>
          <ac:spMkLst>
            <pc:docMk/>
            <pc:sldMk cId="1340084613" sldId="467"/>
            <ac:spMk id="20" creationId="{F5A50BCA-41DE-41E5-A6D0-C82536A3B418}"/>
          </ac:spMkLst>
        </pc:spChg>
        <pc:spChg chg="del mod">
          <ac:chgData name="Mozhgan Moazzen Zadeh-Bacon" userId="87017a61-33d9-4952-aa6c-e009fac81f23" providerId="ADAL" clId="{7FD93DDC-2DE2-4B71-8A54-CFE8AF1C52FB}" dt="2024-10-16T21:02:22.022" v="30" actId="478"/>
          <ac:spMkLst>
            <pc:docMk/>
            <pc:sldMk cId="1340084613" sldId="467"/>
            <ac:spMk id="21" creationId="{B739501A-5E87-42AD-B0F7-C7912BCEBECB}"/>
          </ac:spMkLst>
        </pc:spChg>
        <pc:spChg chg="del">
          <ac:chgData name="Mozhgan Moazzen Zadeh-Bacon" userId="87017a61-33d9-4952-aa6c-e009fac81f23" providerId="ADAL" clId="{7FD93DDC-2DE2-4B71-8A54-CFE8AF1C52FB}" dt="2024-10-16T21:02:10.978" v="21" actId="478"/>
          <ac:spMkLst>
            <pc:docMk/>
            <pc:sldMk cId="1340084613" sldId="467"/>
            <ac:spMk id="24" creationId="{DB863638-F3EE-46E1-91C7-6C48F09C4242}"/>
          </ac:spMkLst>
        </pc:spChg>
        <pc:graphicFrameChg chg="del">
          <ac:chgData name="Mozhgan Moazzen Zadeh-Bacon" userId="87017a61-33d9-4952-aa6c-e009fac81f23" providerId="ADAL" clId="{7FD93DDC-2DE2-4B71-8A54-CFE8AF1C52FB}" dt="2024-10-16T21:02:19.222" v="29" actId="478"/>
          <ac:graphicFrameMkLst>
            <pc:docMk/>
            <pc:sldMk cId="1340084613" sldId="467"/>
            <ac:graphicFrameMk id="23" creationId="{4674B1D0-2CEA-42B0-B9F2-AB58FC366E43}"/>
          </ac:graphicFrameMkLst>
        </pc:graphicFrameChg>
        <pc:picChg chg="del">
          <ac:chgData name="Mozhgan Moazzen Zadeh-Bacon" userId="87017a61-33d9-4952-aa6c-e009fac81f23" providerId="ADAL" clId="{7FD93DDC-2DE2-4B71-8A54-CFE8AF1C52FB}" dt="2024-10-16T21:02:05.479" v="18" actId="478"/>
          <ac:picMkLst>
            <pc:docMk/>
            <pc:sldMk cId="1340084613" sldId="467"/>
            <ac:picMk id="11" creationId="{B7BE3344-0AB7-F59D-EDF0-D7F2E11D25C4}"/>
          </ac:picMkLst>
        </pc:picChg>
        <pc:picChg chg="del">
          <ac:chgData name="Mozhgan Moazzen Zadeh-Bacon" userId="87017a61-33d9-4952-aa6c-e009fac81f23" providerId="ADAL" clId="{7FD93DDC-2DE2-4B71-8A54-CFE8AF1C52FB}" dt="2024-10-16T21:02:06.710" v="19" actId="478"/>
          <ac:picMkLst>
            <pc:docMk/>
            <pc:sldMk cId="1340084613" sldId="467"/>
            <ac:picMk id="13" creationId="{243B8A76-9387-7213-5001-7C460994656B}"/>
          </ac:picMkLst>
        </pc:picChg>
      </pc:sldChg>
      <pc:sldChg chg="delSp">
        <pc:chgData name="Mozhgan Moazzen Zadeh-Bacon" userId="87017a61-33d9-4952-aa6c-e009fac81f23" providerId="ADAL" clId="{7FD93DDC-2DE2-4B71-8A54-CFE8AF1C52FB}" dt="2024-10-16T21:02:28.428" v="32" actId="478"/>
        <pc:sldMkLst>
          <pc:docMk/>
          <pc:sldMk cId="1631032866" sldId="468"/>
        </pc:sldMkLst>
        <pc:picChg chg="del">
          <ac:chgData name="Mozhgan Moazzen Zadeh-Bacon" userId="87017a61-33d9-4952-aa6c-e009fac81f23" providerId="ADAL" clId="{7FD93DDC-2DE2-4B71-8A54-CFE8AF1C52FB}" dt="2024-10-16T21:02:27.190" v="31" actId="478"/>
          <ac:picMkLst>
            <pc:docMk/>
            <pc:sldMk cId="1631032866" sldId="468"/>
            <ac:picMk id="14" creationId="{FBEE890F-F621-44E2-B31D-16974B1A4910}"/>
          </ac:picMkLst>
        </pc:picChg>
        <pc:picChg chg="del">
          <ac:chgData name="Mozhgan Moazzen Zadeh-Bacon" userId="87017a61-33d9-4952-aa6c-e009fac81f23" providerId="ADAL" clId="{7FD93DDC-2DE2-4B71-8A54-CFE8AF1C52FB}" dt="2024-10-16T21:02:28.428" v="32" actId="478"/>
          <ac:picMkLst>
            <pc:docMk/>
            <pc:sldMk cId="1631032866" sldId="468"/>
            <ac:picMk id="15" creationId="{92FB3D33-7270-44DC-829C-C2DA62806219}"/>
          </ac:picMkLst>
        </pc:picChg>
      </pc:sldChg>
      <pc:sldChg chg="delSp">
        <pc:chgData name="Mozhgan Moazzen Zadeh-Bacon" userId="87017a61-33d9-4952-aa6c-e009fac81f23" providerId="ADAL" clId="{7FD93DDC-2DE2-4B71-8A54-CFE8AF1C52FB}" dt="2024-10-16T21:02:36.665" v="37" actId="478"/>
        <pc:sldMkLst>
          <pc:docMk/>
          <pc:sldMk cId="2027941469" sldId="469"/>
        </pc:sldMkLst>
        <pc:picChg chg="del">
          <ac:chgData name="Mozhgan Moazzen Zadeh-Bacon" userId="87017a61-33d9-4952-aa6c-e009fac81f23" providerId="ADAL" clId="{7FD93DDC-2DE2-4B71-8A54-CFE8AF1C52FB}" dt="2024-10-16T21:02:33.199" v="34" actId="478"/>
          <ac:picMkLst>
            <pc:docMk/>
            <pc:sldMk cId="2027941469" sldId="469"/>
            <ac:picMk id="13" creationId="{0750AE00-B353-449B-AC6C-21E4864CFB8E}"/>
          </ac:picMkLst>
        </pc:picChg>
        <pc:picChg chg="del">
          <ac:chgData name="Mozhgan Moazzen Zadeh-Bacon" userId="87017a61-33d9-4952-aa6c-e009fac81f23" providerId="ADAL" clId="{7FD93DDC-2DE2-4B71-8A54-CFE8AF1C52FB}" dt="2024-10-16T21:02:36.665" v="37" actId="478"/>
          <ac:picMkLst>
            <pc:docMk/>
            <pc:sldMk cId="2027941469" sldId="469"/>
            <ac:picMk id="14" creationId="{118BFF6F-E1D2-46F6-8D0A-DF3B7F41DB5A}"/>
          </ac:picMkLst>
        </pc:picChg>
        <pc:picChg chg="del">
          <ac:chgData name="Mozhgan Moazzen Zadeh-Bacon" userId="87017a61-33d9-4952-aa6c-e009fac81f23" providerId="ADAL" clId="{7FD93DDC-2DE2-4B71-8A54-CFE8AF1C52FB}" dt="2024-10-16T21:02:32.253" v="33" actId="478"/>
          <ac:picMkLst>
            <pc:docMk/>
            <pc:sldMk cId="2027941469" sldId="469"/>
            <ac:picMk id="15" creationId="{47F5AEB8-F3AA-4576-A604-6899B27AE972}"/>
          </ac:picMkLst>
        </pc:picChg>
        <pc:picChg chg="del">
          <ac:chgData name="Mozhgan Moazzen Zadeh-Bacon" userId="87017a61-33d9-4952-aa6c-e009fac81f23" providerId="ADAL" clId="{7FD93DDC-2DE2-4B71-8A54-CFE8AF1C52FB}" dt="2024-10-16T21:02:35.621" v="36" actId="478"/>
          <ac:picMkLst>
            <pc:docMk/>
            <pc:sldMk cId="2027941469" sldId="469"/>
            <ac:picMk id="16" creationId="{7E57A989-3819-4401-A543-3D2AFFE30837}"/>
          </ac:picMkLst>
        </pc:picChg>
        <pc:picChg chg="del">
          <ac:chgData name="Mozhgan Moazzen Zadeh-Bacon" userId="87017a61-33d9-4952-aa6c-e009fac81f23" providerId="ADAL" clId="{7FD93DDC-2DE2-4B71-8A54-CFE8AF1C52FB}" dt="2024-10-16T21:02:34.627" v="35" actId="478"/>
          <ac:picMkLst>
            <pc:docMk/>
            <pc:sldMk cId="2027941469" sldId="469"/>
            <ac:picMk id="17" creationId="{40D1B670-75A9-40CC-A467-FD0202A85800}"/>
          </ac:picMkLst>
        </pc:picChg>
      </pc:sldChg>
      <pc:sldChg chg="delSp">
        <pc:chgData name="Mozhgan Moazzen Zadeh-Bacon" userId="87017a61-33d9-4952-aa6c-e009fac81f23" providerId="ADAL" clId="{7FD93DDC-2DE2-4B71-8A54-CFE8AF1C52FB}" dt="2024-10-16T21:02:46.732" v="41" actId="478"/>
        <pc:sldMkLst>
          <pc:docMk/>
          <pc:sldMk cId="2179487817" sldId="480"/>
        </pc:sldMkLst>
        <pc:picChg chg="del">
          <ac:chgData name="Mozhgan Moazzen Zadeh-Bacon" userId="87017a61-33d9-4952-aa6c-e009fac81f23" providerId="ADAL" clId="{7FD93DDC-2DE2-4B71-8A54-CFE8AF1C52FB}" dt="2024-10-16T21:02:44.824" v="39" actId="478"/>
          <ac:picMkLst>
            <pc:docMk/>
            <pc:sldMk cId="2179487817" sldId="480"/>
            <ac:picMk id="11" creationId="{5AF3A3B3-B1AA-4B82-BB6F-E3E6FF184146}"/>
          </ac:picMkLst>
        </pc:picChg>
        <pc:picChg chg="del">
          <ac:chgData name="Mozhgan Moazzen Zadeh-Bacon" userId="87017a61-33d9-4952-aa6c-e009fac81f23" providerId="ADAL" clId="{7FD93DDC-2DE2-4B71-8A54-CFE8AF1C52FB}" dt="2024-10-16T21:02:43.902" v="38" actId="478"/>
          <ac:picMkLst>
            <pc:docMk/>
            <pc:sldMk cId="2179487817" sldId="480"/>
            <ac:picMk id="12" creationId="{1EA987C0-F3EA-4350-B40A-5E8D06E01F7F}"/>
          </ac:picMkLst>
        </pc:picChg>
        <pc:picChg chg="del">
          <ac:chgData name="Mozhgan Moazzen Zadeh-Bacon" userId="87017a61-33d9-4952-aa6c-e009fac81f23" providerId="ADAL" clId="{7FD93DDC-2DE2-4B71-8A54-CFE8AF1C52FB}" dt="2024-10-16T21:02:46.732" v="41" actId="478"/>
          <ac:picMkLst>
            <pc:docMk/>
            <pc:sldMk cId="2179487817" sldId="480"/>
            <ac:picMk id="13" creationId="{ACF4D5D1-6993-424C-AE56-9967FB72BCEC}"/>
          </ac:picMkLst>
        </pc:picChg>
        <pc:picChg chg="del">
          <ac:chgData name="Mozhgan Moazzen Zadeh-Bacon" userId="87017a61-33d9-4952-aa6c-e009fac81f23" providerId="ADAL" clId="{7FD93DDC-2DE2-4B71-8A54-CFE8AF1C52FB}" dt="2024-10-16T21:02:45.854" v="40" actId="478"/>
          <ac:picMkLst>
            <pc:docMk/>
            <pc:sldMk cId="2179487817" sldId="480"/>
            <ac:picMk id="14" creationId="{F5EC1F5E-4817-4ED1-8001-178F9B4B608F}"/>
          </ac:picMkLst>
        </pc:picChg>
      </pc:sldChg>
      <pc:sldChg chg="delSp">
        <pc:chgData name="Mozhgan Moazzen Zadeh-Bacon" userId="87017a61-33d9-4952-aa6c-e009fac81f23" providerId="ADAL" clId="{7FD93DDC-2DE2-4B71-8A54-CFE8AF1C52FB}" dt="2024-10-16T21:02:54.928" v="42" actId="478"/>
        <pc:sldMkLst>
          <pc:docMk/>
          <pc:sldMk cId="2301002457" sldId="485"/>
        </pc:sldMkLst>
        <pc:grpChg chg="del">
          <ac:chgData name="Mozhgan Moazzen Zadeh-Bacon" userId="87017a61-33d9-4952-aa6c-e009fac81f23" providerId="ADAL" clId="{7FD93DDC-2DE2-4B71-8A54-CFE8AF1C52FB}" dt="2024-10-16T21:02:54.928" v="42" actId="478"/>
          <ac:grpSpMkLst>
            <pc:docMk/>
            <pc:sldMk cId="2301002457" sldId="485"/>
            <ac:grpSpMk id="5" creationId="{634402E1-3581-45F0-B97D-1F2FE7814A27}"/>
          </ac:grpSpMkLst>
        </pc:grpChg>
      </pc:sldChg>
      <pc:sldChg chg="delSp">
        <pc:chgData name="Mozhgan Moazzen Zadeh-Bacon" userId="87017a61-33d9-4952-aa6c-e009fac81f23" providerId="ADAL" clId="{7FD93DDC-2DE2-4B71-8A54-CFE8AF1C52FB}" dt="2024-10-16T21:02:57.027" v="43" actId="478"/>
        <pc:sldMkLst>
          <pc:docMk/>
          <pc:sldMk cId="3454523690" sldId="486"/>
        </pc:sldMkLst>
        <pc:picChg chg="del">
          <ac:chgData name="Mozhgan Moazzen Zadeh-Bacon" userId="87017a61-33d9-4952-aa6c-e009fac81f23" providerId="ADAL" clId="{7FD93DDC-2DE2-4B71-8A54-CFE8AF1C52FB}" dt="2024-10-16T21:02:57.027" v="43" actId="478"/>
          <ac:picMkLst>
            <pc:docMk/>
            <pc:sldMk cId="3454523690" sldId="486"/>
            <ac:picMk id="3" creationId="{868BC98D-4852-4B08-BE5D-0978A6E074E3}"/>
          </ac:picMkLst>
        </pc:picChg>
      </pc:sldChg>
      <pc:sldChg chg="delSp mod">
        <pc:chgData name="Mozhgan Moazzen Zadeh-Bacon" userId="87017a61-33d9-4952-aa6c-e009fac81f23" providerId="ADAL" clId="{7FD93DDC-2DE2-4B71-8A54-CFE8AF1C52FB}" dt="2024-10-16T21:03:02.360" v="44" actId="478"/>
        <pc:sldMkLst>
          <pc:docMk/>
          <pc:sldMk cId="697849087" sldId="489"/>
        </pc:sldMkLst>
        <pc:graphicFrameChg chg="del">
          <ac:chgData name="Mozhgan Moazzen Zadeh-Bacon" userId="87017a61-33d9-4952-aa6c-e009fac81f23" providerId="ADAL" clId="{7FD93DDC-2DE2-4B71-8A54-CFE8AF1C52FB}" dt="2024-10-16T21:03:02.360" v="44" actId="478"/>
          <ac:graphicFrameMkLst>
            <pc:docMk/>
            <pc:sldMk cId="697849087" sldId="489"/>
            <ac:graphicFrameMk id="3" creationId="{F28828C6-4F25-47F0-985A-F0A5E7F41D6B}"/>
          </ac:graphicFrameMkLst>
        </pc:graphicFrameChg>
      </pc:sldChg>
      <pc:sldChg chg="delSp">
        <pc:chgData name="Mozhgan Moazzen Zadeh-Bacon" userId="87017a61-33d9-4952-aa6c-e009fac81f23" providerId="ADAL" clId="{7FD93DDC-2DE2-4B71-8A54-CFE8AF1C52FB}" dt="2024-10-16T21:03:08.970" v="49" actId="478"/>
        <pc:sldMkLst>
          <pc:docMk/>
          <pc:sldMk cId="1357659262" sldId="490"/>
        </pc:sldMkLst>
        <pc:picChg chg="del">
          <ac:chgData name="Mozhgan Moazzen Zadeh-Bacon" userId="87017a61-33d9-4952-aa6c-e009fac81f23" providerId="ADAL" clId="{7FD93DDC-2DE2-4B71-8A54-CFE8AF1C52FB}" dt="2024-10-16T21:03:08.970" v="49" actId="478"/>
          <ac:picMkLst>
            <pc:docMk/>
            <pc:sldMk cId="1357659262" sldId="490"/>
            <ac:picMk id="2" creationId="{0BD72031-85DC-4EF6-A551-DFA0489CD5FA}"/>
          </ac:picMkLst>
        </pc:picChg>
        <pc:picChg chg="del">
          <ac:chgData name="Mozhgan Moazzen Zadeh-Bacon" userId="87017a61-33d9-4952-aa6c-e009fac81f23" providerId="ADAL" clId="{7FD93DDC-2DE2-4B71-8A54-CFE8AF1C52FB}" dt="2024-10-16T21:03:07.558" v="47" actId="478"/>
          <ac:picMkLst>
            <pc:docMk/>
            <pc:sldMk cId="1357659262" sldId="490"/>
            <ac:picMk id="3" creationId="{CE6A3142-41D8-427B-A899-F78997D9C296}"/>
          </ac:picMkLst>
        </pc:picChg>
        <pc:picChg chg="del">
          <ac:chgData name="Mozhgan Moazzen Zadeh-Bacon" userId="87017a61-33d9-4952-aa6c-e009fac81f23" providerId="ADAL" clId="{7FD93DDC-2DE2-4B71-8A54-CFE8AF1C52FB}" dt="2024-10-16T21:03:08.279" v="48" actId="478"/>
          <ac:picMkLst>
            <pc:docMk/>
            <pc:sldMk cId="1357659262" sldId="490"/>
            <ac:picMk id="4" creationId="{EF5EE3CF-1A01-47FB-A428-3E5DB8BFBC52}"/>
          </ac:picMkLst>
        </pc:picChg>
        <pc:picChg chg="del">
          <ac:chgData name="Mozhgan Moazzen Zadeh-Bacon" userId="87017a61-33d9-4952-aa6c-e009fac81f23" providerId="ADAL" clId="{7FD93DDC-2DE2-4B71-8A54-CFE8AF1C52FB}" dt="2024-10-16T21:03:05.365" v="45" actId="478"/>
          <ac:picMkLst>
            <pc:docMk/>
            <pc:sldMk cId="1357659262" sldId="490"/>
            <ac:picMk id="5" creationId="{7EA904AE-58F3-40F9-9CF5-0A9D8A519584}"/>
          </ac:picMkLst>
        </pc:picChg>
        <pc:picChg chg="del">
          <ac:chgData name="Mozhgan Moazzen Zadeh-Bacon" userId="87017a61-33d9-4952-aa6c-e009fac81f23" providerId="ADAL" clId="{7FD93DDC-2DE2-4B71-8A54-CFE8AF1C52FB}" dt="2024-10-16T21:03:06.542" v="46" actId="478"/>
          <ac:picMkLst>
            <pc:docMk/>
            <pc:sldMk cId="1357659262" sldId="490"/>
            <ac:picMk id="6" creationId="{426E20D2-D6FA-4270-801B-F90FB89CF39A}"/>
          </ac:picMkLst>
        </pc:picChg>
      </pc:sldChg>
      <pc:sldChg chg="delSp mod">
        <pc:chgData name="Mozhgan Moazzen Zadeh-Bacon" userId="87017a61-33d9-4952-aa6c-e009fac81f23" providerId="ADAL" clId="{7FD93DDC-2DE2-4B71-8A54-CFE8AF1C52FB}" dt="2024-10-16T21:03:11.535" v="51" actId="478"/>
        <pc:sldMkLst>
          <pc:docMk/>
          <pc:sldMk cId="1640723388" sldId="491"/>
        </pc:sldMkLst>
        <pc:spChg chg="del">
          <ac:chgData name="Mozhgan Moazzen Zadeh-Bacon" userId="87017a61-33d9-4952-aa6c-e009fac81f23" providerId="ADAL" clId="{7FD93DDC-2DE2-4B71-8A54-CFE8AF1C52FB}" dt="2024-10-16T21:03:11.535" v="51" actId="478"/>
          <ac:spMkLst>
            <pc:docMk/>
            <pc:sldMk cId="1640723388" sldId="491"/>
            <ac:spMk id="9" creationId="{48387376-93C0-4AD2-9874-B01578F05E12}"/>
          </ac:spMkLst>
        </pc:spChg>
        <pc:graphicFrameChg chg="del">
          <ac:chgData name="Mozhgan Moazzen Zadeh-Bacon" userId="87017a61-33d9-4952-aa6c-e009fac81f23" providerId="ADAL" clId="{7FD93DDC-2DE2-4B71-8A54-CFE8AF1C52FB}" dt="2024-10-16T21:03:10.760" v="50" actId="478"/>
          <ac:graphicFrameMkLst>
            <pc:docMk/>
            <pc:sldMk cId="1640723388" sldId="491"/>
            <ac:graphicFrameMk id="10" creationId="{57F5C10E-8961-4563-A7D4-90DEBE436625}"/>
          </ac:graphicFrameMkLst>
        </pc:graphicFrameChg>
      </pc:sldChg>
      <pc:sldChg chg="delSp mod">
        <pc:chgData name="Mozhgan Moazzen Zadeh-Bacon" userId="87017a61-33d9-4952-aa6c-e009fac81f23" providerId="ADAL" clId="{7FD93DDC-2DE2-4B71-8A54-CFE8AF1C52FB}" dt="2024-10-16T21:03:13.060" v="52" actId="478"/>
        <pc:sldMkLst>
          <pc:docMk/>
          <pc:sldMk cId="666513224" sldId="492"/>
        </pc:sldMkLst>
        <pc:graphicFrameChg chg="del">
          <ac:chgData name="Mozhgan Moazzen Zadeh-Bacon" userId="87017a61-33d9-4952-aa6c-e009fac81f23" providerId="ADAL" clId="{7FD93DDC-2DE2-4B71-8A54-CFE8AF1C52FB}" dt="2024-10-16T21:03:13.060" v="52" actId="478"/>
          <ac:graphicFrameMkLst>
            <pc:docMk/>
            <pc:sldMk cId="666513224" sldId="492"/>
            <ac:graphicFrameMk id="10" creationId="{9606575A-7018-484B-B871-4FAB9536D107}"/>
          </ac:graphicFrameMkLst>
        </pc:graphicFrameChg>
      </pc:sldChg>
      <pc:sldChg chg="addSp delSp modSp mod">
        <pc:chgData name="Mozhgan Moazzen Zadeh-Bacon" userId="87017a61-33d9-4952-aa6c-e009fac81f23" providerId="ADAL" clId="{7FD93DDC-2DE2-4B71-8A54-CFE8AF1C52FB}" dt="2024-10-16T21:03:20.570" v="56" actId="478"/>
        <pc:sldMkLst>
          <pc:docMk/>
          <pc:sldMk cId="3506915509" sldId="493"/>
        </pc:sldMkLst>
        <pc:spChg chg="del mod">
          <ac:chgData name="Mozhgan Moazzen Zadeh-Bacon" userId="87017a61-33d9-4952-aa6c-e009fac81f23" providerId="ADAL" clId="{7FD93DDC-2DE2-4B71-8A54-CFE8AF1C52FB}" dt="2024-10-16T21:03:16.119" v="54" actId="478"/>
          <ac:spMkLst>
            <pc:docMk/>
            <pc:sldMk cId="3506915509" sldId="493"/>
            <ac:spMk id="3" creationId="{687259CA-D07F-45D7-8037-D951047653BA}"/>
          </ac:spMkLst>
        </pc:spChg>
        <pc:spChg chg="add del mod">
          <ac:chgData name="Mozhgan Moazzen Zadeh-Bacon" userId="87017a61-33d9-4952-aa6c-e009fac81f23" providerId="ADAL" clId="{7FD93DDC-2DE2-4B71-8A54-CFE8AF1C52FB}" dt="2024-10-16T21:03:20.570" v="56" actId="478"/>
          <ac:spMkLst>
            <pc:docMk/>
            <pc:sldMk cId="3506915509" sldId="493"/>
            <ac:spMk id="5" creationId="{3F268878-8AC8-6A35-675B-FBDC50D91CC4}"/>
          </ac:spMkLst>
        </pc:spChg>
        <pc:graphicFrameChg chg="del">
          <ac:chgData name="Mozhgan Moazzen Zadeh-Bacon" userId="87017a61-33d9-4952-aa6c-e009fac81f23" providerId="ADAL" clId="{7FD93DDC-2DE2-4B71-8A54-CFE8AF1C52FB}" dt="2024-10-16T21:03:16.869" v="55" actId="478"/>
          <ac:graphicFrameMkLst>
            <pc:docMk/>
            <pc:sldMk cId="3506915509" sldId="493"/>
            <ac:graphicFrameMk id="2" creationId="{7664742C-94B3-472A-9DE1-029BB5AF2D5A}"/>
          </ac:graphicFrameMkLst>
        </pc:graphicFrameChg>
      </pc:sldChg>
      <pc:sldChg chg="delSp mod">
        <pc:chgData name="Mozhgan Moazzen Zadeh-Bacon" userId="87017a61-33d9-4952-aa6c-e009fac81f23" providerId="ADAL" clId="{7FD93DDC-2DE2-4B71-8A54-CFE8AF1C52FB}" dt="2024-10-16T21:03:23.155" v="58" actId="478"/>
        <pc:sldMkLst>
          <pc:docMk/>
          <pc:sldMk cId="1257804012" sldId="494"/>
        </pc:sldMkLst>
        <pc:graphicFrameChg chg="del">
          <ac:chgData name="Mozhgan Moazzen Zadeh-Bacon" userId="87017a61-33d9-4952-aa6c-e009fac81f23" providerId="ADAL" clId="{7FD93DDC-2DE2-4B71-8A54-CFE8AF1C52FB}" dt="2024-10-16T21:03:22.368" v="57" actId="478"/>
          <ac:graphicFrameMkLst>
            <pc:docMk/>
            <pc:sldMk cId="1257804012" sldId="494"/>
            <ac:graphicFrameMk id="2" creationId="{E8C55E67-76A0-4120-BE80-D1B91987EDB0}"/>
          </ac:graphicFrameMkLst>
        </pc:graphicFrameChg>
        <pc:graphicFrameChg chg="del">
          <ac:chgData name="Mozhgan Moazzen Zadeh-Bacon" userId="87017a61-33d9-4952-aa6c-e009fac81f23" providerId="ADAL" clId="{7FD93DDC-2DE2-4B71-8A54-CFE8AF1C52FB}" dt="2024-10-16T21:03:23.155" v="58" actId="478"/>
          <ac:graphicFrameMkLst>
            <pc:docMk/>
            <pc:sldMk cId="1257804012" sldId="494"/>
            <ac:graphicFrameMk id="3" creationId="{0F3849A7-56D7-4EC6-A762-67D768E41EDB}"/>
          </ac:graphicFrameMkLst>
        </pc:graphicFrameChg>
      </pc:sldChg>
    </pc:docChg>
  </pc:docChgLst>
  <pc:docChgLst>
    <pc:chgData name="Mozhgan Bacon" userId="87017a61-33d9-4952-aa6c-e009fac81f23" providerId="ADAL" clId="{82125449-E72A-4848-8C0D-EA948DE11AE4}"/>
    <pc:docChg chg="custSel modSld">
      <pc:chgData name="Mozhgan Bacon" userId="87017a61-33d9-4952-aa6c-e009fac81f23" providerId="ADAL" clId="{82125449-E72A-4848-8C0D-EA948DE11AE4}" dt="2021-10-07T20:22:44.176" v="8" actId="27636"/>
      <pc:docMkLst>
        <pc:docMk/>
      </pc:docMkLst>
      <pc:sldChg chg="modSp">
        <pc:chgData name="Mozhgan Bacon" userId="87017a61-33d9-4952-aa6c-e009fac81f23" providerId="ADAL" clId="{82125449-E72A-4848-8C0D-EA948DE11AE4}" dt="2021-10-07T20:21:43.216" v="3" actId="947"/>
        <pc:sldMkLst>
          <pc:docMk/>
          <pc:sldMk cId="1741424844" sldId="297"/>
        </pc:sldMkLst>
        <pc:spChg chg="mod">
          <ac:chgData name="Mozhgan Bacon" userId="87017a61-33d9-4952-aa6c-e009fac81f23" providerId="ADAL" clId="{82125449-E72A-4848-8C0D-EA948DE11AE4}" dt="2021-10-07T20:21:43.216" v="3" actId="947"/>
          <ac:spMkLst>
            <pc:docMk/>
            <pc:sldMk cId="1741424844" sldId="297"/>
            <ac:spMk id="2" creationId="{7A5A883F-C03A-4BC6-97D5-127BFA7612CF}"/>
          </ac:spMkLst>
        </pc:spChg>
      </pc:sldChg>
      <pc:sldChg chg="modSp">
        <pc:chgData name="Mozhgan Bacon" userId="87017a61-33d9-4952-aa6c-e009fac81f23" providerId="ADAL" clId="{82125449-E72A-4848-8C0D-EA948DE11AE4}" dt="2021-10-07T20:21:50.267" v="4" actId="20577"/>
        <pc:sldMkLst>
          <pc:docMk/>
          <pc:sldMk cId="2296026380" sldId="393"/>
        </pc:sldMkLst>
        <pc:spChg chg="mod">
          <ac:chgData name="Mozhgan Bacon" userId="87017a61-33d9-4952-aa6c-e009fac81f23" providerId="ADAL" clId="{82125449-E72A-4848-8C0D-EA948DE11AE4}" dt="2021-10-07T20:21:50.267" v="4" actId="20577"/>
          <ac:spMkLst>
            <pc:docMk/>
            <pc:sldMk cId="2296026380" sldId="393"/>
            <ac:spMk id="16" creationId="{13A8DFD6-B0C2-4F97-9A57-DACA87439F89}"/>
          </ac:spMkLst>
        </pc:spChg>
      </pc:sldChg>
      <pc:sldChg chg="modSp">
        <pc:chgData name="Mozhgan Bacon" userId="87017a61-33d9-4952-aa6c-e009fac81f23" providerId="ADAL" clId="{82125449-E72A-4848-8C0D-EA948DE11AE4}" dt="2021-10-07T20:22:44.096" v="5" actId="27636"/>
        <pc:sldMkLst>
          <pc:docMk/>
          <pc:sldMk cId="1124139051" sldId="396"/>
        </pc:sldMkLst>
        <pc:spChg chg="mod">
          <ac:chgData name="Mozhgan Bacon" userId="87017a61-33d9-4952-aa6c-e009fac81f23" providerId="ADAL" clId="{82125449-E72A-4848-8C0D-EA948DE11AE4}" dt="2021-10-07T20:22:44.096" v="5" actId="27636"/>
          <ac:spMkLst>
            <pc:docMk/>
            <pc:sldMk cId="1124139051" sldId="396"/>
            <ac:spMk id="5" creationId="{550D36C2-2614-4704-918B-1D8FE72B039C}"/>
          </ac:spMkLst>
        </pc:spChg>
      </pc:sldChg>
      <pc:sldChg chg="modSp">
        <pc:chgData name="Mozhgan Bacon" userId="87017a61-33d9-4952-aa6c-e009fac81f23" providerId="ADAL" clId="{82125449-E72A-4848-8C0D-EA948DE11AE4}" dt="2021-10-07T20:22:44.156" v="6" actId="27636"/>
        <pc:sldMkLst>
          <pc:docMk/>
          <pc:sldMk cId="4042343605" sldId="402"/>
        </pc:sldMkLst>
        <pc:spChg chg="mod">
          <ac:chgData name="Mozhgan Bacon" userId="87017a61-33d9-4952-aa6c-e009fac81f23" providerId="ADAL" clId="{82125449-E72A-4848-8C0D-EA948DE11AE4}" dt="2021-10-07T20:22:44.156" v="6" actId="27636"/>
          <ac:spMkLst>
            <pc:docMk/>
            <pc:sldMk cId="4042343605" sldId="402"/>
            <ac:spMk id="2" creationId="{B162EEE9-111B-4665-AAD0-D0DE17AA6564}"/>
          </ac:spMkLst>
        </pc:spChg>
      </pc:sldChg>
      <pc:sldChg chg="modSp">
        <pc:chgData name="Mozhgan Bacon" userId="87017a61-33d9-4952-aa6c-e009fac81f23" providerId="ADAL" clId="{82125449-E72A-4848-8C0D-EA948DE11AE4}" dt="2021-10-07T20:22:44.166" v="7" actId="27636"/>
        <pc:sldMkLst>
          <pc:docMk/>
          <pc:sldMk cId="3209686599" sldId="403"/>
        </pc:sldMkLst>
        <pc:spChg chg="mod">
          <ac:chgData name="Mozhgan Bacon" userId="87017a61-33d9-4952-aa6c-e009fac81f23" providerId="ADAL" clId="{82125449-E72A-4848-8C0D-EA948DE11AE4}" dt="2021-10-07T20:22:44.166" v="7" actId="27636"/>
          <ac:spMkLst>
            <pc:docMk/>
            <pc:sldMk cId="3209686599" sldId="403"/>
            <ac:spMk id="2" creationId="{B162EEE9-111B-4665-AAD0-D0DE17AA6564}"/>
          </ac:spMkLst>
        </pc:spChg>
      </pc:sldChg>
      <pc:sldChg chg="modSp">
        <pc:chgData name="Mozhgan Bacon" userId="87017a61-33d9-4952-aa6c-e009fac81f23" providerId="ADAL" clId="{82125449-E72A-4848-8C0D-EA948DE11AE4}" dt="2021-10-07T20:22:44.176" v="8" actId="27636"/>
        <pc:sldMkLst>
          <pc:docMk/>
          <pc:sldMk cId="114328847" sldId="404"/>
        </pc:sldMkLst>
        <pc:spChg chg="mod">
          <ac:chgData name="Mozhgan Bacon" userId="87017a61-33d9-4952-aa6c-e009fac81f23" providerId="ADAL" clId="{82125449-E72A-4848-8C0D-EA948DE11AE4}" dt="2021-10-07T20:22:44.176" v="8" actId="27636"/>
          <ac:spMkLst>
            <pc:docMk/>
            <pc:sldMk cId="114328847" sldId="404"/>
            <ac:spMk id="2" creationId="{B162EEE9-111B-4665-AAD0-D0DE17AA6564}"/>
          </ac:spMkLst>
        </pc:spChg>
      </pc:sldChg>
    </pc:docChg>
  </pc:docChgLst>
  <pc:docChgLst>
    <pc:chgData name="Mozhgan Bacon" userId="87017a61-33d9-4952-aa6c-e009fac81f23" providerId="ADAL" clId="{A2255EE8-3AF3-4219-A3E8-E935BB853163}"/>
    <pc:docChg chg="undo custSel addSld delSld modSld sldOrd modSection">
      <pc:chgData name="Mozhgan Bacon" userId="87017a61-33d9-4952-aa6c-e009fac81f23" providerId="ADAL" clId="{A2255EE8-3AF3-4219-A3E8-E935BB853163}" dt="2021-10-25T03:03:17.864" v="1165" actId="2696"/>
      <pc:docMkLst>
        <pc:docMk/>
      </pc:docMkLst>
      <pc:sldChg chg="addSp modSp">
        <pc:chgData name="Mozhgan Bacon" userId="87017a61-33d9-4952-aa6c-e009fac81f23" providerId="ADAL" clId="{A2255EE8-3AF3-4219-A3E8-E935BB853163}" dt="2021-10-22T21:26:42.228" v="695" actId="113"/>
        <pc:sldMkLst>
          <pc:docMk/>
          <pc:sldMk cId="2668224351" sldId="296"/>
        </pc:sldMkLst>
        <pc:spChg chg="add mod">
          <ac:chgData name="Mozhgan Bacon" userId="87017a61-33d9-4952-aa6c-e009fac81f23" providerId="ADAL" clId="{A2255EE8-3AF3-4219-A3E8-E935BB853163}" dt="2021-10-22T21:26:17.885" v="692" actId="113"/>
          <ac:spMkLst>
            <pc:docMk/>
            <pc:sldMk cId="2668224351" sldId="296"/>
            <ac:spMk id="2" creationId="{590DDA29-9075-4945-A9A9-CF00C1C7D81A}"/>
          </ac:spMkLst>
        </pc:spChg>
        <pc:spChg chg="mod">
          <ac:chgData name="Mozhgan Bacon" userId="87017a61-33d9-4952-aa6c-e009fac81f23" providerId="ADAL" clId="{A2255EE8-3AF3-4219-A3E8-E935BB853163}" dt="2021-10-22T21:26:42.228" v="695" actId="113"/>
          <ac:spMkLst>
            <pc:docMk/>
            <pc:sldMk cId="2668224351" sldId="296"/>
            <ac:spMk id="17" creationId="{5060E02F-0818-4736-9E82-657A0E24268B}"/>
          </ac:spMkLst>
        </pc:spChg>
      </pc:sldChg>
      <pc:sldChg chg="modSp">
        <pc:chgData name="Mozhgan Bacon" userId="87017a61-33d9-4952-aa6c-e009fac81f23" providerId="ADAL" clId="{A2255EE8-3AF3-4219-A3E8-E935BB853163}" dt="2021-10-22T17:30:24.618" v="579" actId="113"/>
        <pc:sldMkLst>
          <pc:docMk/>
          <pc:sldMk cId="1741424844" sldId="297"/>
        </pc:sldMkLst>
        <pc:spChg chg="mod">
          <ac:chgData name="Mozhgan Bacon" userId="87017a61-33d9-4952-aa6c-e009fac81f23" providerId="ADAL" clId="{A2255EE8-3AF3-4219-A3E8-E935BB853163}" dt="2021-10-22T17:30:24.618" v="579" actId="113"/>
          <ac:spMkLst>
            <pc:docMk/>
            <pc:sldMk cId="1741424844" sldId="297"/>
            <ac:spMk id="2" creationId="{7A5A883F-C03A-4BC6-97D5-127BFA7612CF}"/>
          </ac:spMkLst>
        </pc:spChg>
      </pc:sldChg>
      <pc:sldChg chg="addSp modSp modAnim">
        <pc:chgData name="Mozhgan Bacon" userId="87017a61-33d9-4952-aa6c-e009fac81f23" providerId="ADAL" clId="{A2255EE8-3AF3-4219-A3E8-E935BB853163}" dt="2021-10-22T21:31:13.978" v="730" actId="14100"/>
        <pc:sldMkLst>
          <pc:docMk/>
          <pc:sldMk cId="2729681702" sldId="344"/>
        </pc:sldMkLst>
        <pc:spChg chg="mod">
          <ac:chgData name="Mozhgan Bacon" userId="87017a61-33d9-4952-aa6c-e009fac81f23" providerId="ADAL" clId="{A2255EE8-3AF3-4219-A3E8-E935BB853163}" dt="2021-10-22T21:30:16.920" v="717" actId="113"/>
          <ac:spMkLst>
            <pc:docMk/>
            <pc:sldMk cId="2729681702" sldId="344"/>
            <ac:spMk id="2" creationId="{9700B9B9-E883-4A7C-9F18-B40C7701535D}"/>
          </ac:spMkLst>
        </pc:spChg>
        <pc:spChg chg="add mod">
          <ac:chgData name="Mozhgan Bacon" userId="87017a61-33d9-4952-aa6c-e009fac81f23" providerId="ADAL" clId="{A2255EE8-3AF3-4219-A3E8-E935BB853163}" dt="2021-10-22T21:30:54.434" v="723" actId="1076"/>
          <ac:spMkLst>
            <pc:docMk/>
            <pc:sldMk cId="2729681702" sldId="344"/>
            <ac:spMk id="6" creationId="{A26C0EFC-9F43-4296-AD33-51F79B8A7FAE}"/>
          </ac:spMkLst>
        </pc:spChg>
        <pc:spChg chg="add mod">
          <ac:chgData name="Mozhgan Bacon" userId="87017a61-33d9-4952-aa6c-e009fac81f23" providerId="ADAL" clId="{A2255EE8-3AF3-4219-A3E8-E935BB853163}" dt="2021-10-21T23:22:20.804" v="147" actId="1076"/>
          <ac:spMkLst>
            <pc:docMk/>
            <pc:sldMk cId="2729681702" sldId="344"/>
            <ac:spMk id="9" creationId="{D4AF7920-3DD6-4761-9770-CBB7E5AC86EF}"/>
          </ac:spMkLst>
        </pc:spChg>
        <pc:spChg chg="add mod">
          <ac:chgData name="Mozhgan Bacon" userId="87017a61-33d9-4952-aa6c-e009fac81f23" providerId="ADAL" clId="{A2255EE8-3AF3-4219-A3E8-E935BB853163}" dt="2021-10-21T23:22:28.610" v="151" actId="20577"/>
          <ac:spMkLst>
            <pc:docMk/>
            <pc:sldMk cId="2729681702" sldId="344"/>
            <ac:spMk id="10" creationId="{0F7ED8D3-9A91-46B9-BF59-67489597F0EF}"/>
          </ac:spMkLst>
        </pc:spChg>
        <pc:spChg chg="add mod">
          <ac:chgData name="Mozhgan Bacon" userId="87017a61-33d9-4952-aa6c-e009fac81f23" providerId="ADAL" clId="{A2255EE8-3AF3-4219-A3E8-E935BB853163}" dt="2021-10-22T21:31:13.978" v="730" actId="14100"/>
          <ac:spMkLst>
            <pc:docMk/>
            <pc:sldMk cId="2729681702" sldId="344"/>
            <ac:spMk id="12" creationId="{D69A0184-BFC8-4060-99BF-23A23B0A135F}"/>
          </ac:spMkLst>
        </pc:spChg>
        <pc:spChg chg="mod">
          <ac:chgData name="Mozhgan Bacon" userId="87017a61-33d9-4952-aa6c-e009fac81f23" providerId="ADAL" clId="{A2255EE8-3AF3-4219-A3E8-E935BB853163}" dt="2021-10-22T17:32:07.567" v="590" actId="20577"/>
          <ac:spMkLst>
            <pc:docMk/>
            <pc:sldMk cId="2729681702" sldId="344"/>
            <ac:spMk id="16" creationId="{13A8DFD6-B0C2-4F97-9A57-DACA87439F89}"/>
          </ac:spMkLst>
        </pc:spChg>
        <pc:picChg chg="add mod">
          <ac:chgData name="Mozhgan Bacon" userId="87017a61-33d9-4952-aa6c-e009fac81f23" providerId="ADAL" clId="{A2255EE8-3AF3-4219-A3E8-E935BB853163}" dt="2021-10-21T23:20:13.685" v="134" actId="1076"/>
          <ac:picMkLst>
            <pc:docMk/>
            <pc:sldMk cId="2729681702" sldId="344"/>
            <ac:picMk id="8" creationId="{8253BF70-760C-4C5D-BC77-37DD2D99E504}"/>
          </ac:picMkLst>
        </pc:picChg>
      </pc:sldChg>
      <pc:sldChg chg="addSp modSp ord">
        <pc:chgData name="Mozhgan Bacon" userId="87017a61-33d9-4952-aa6c-e009fac81f23" providerId="ADAL" clId="{A2255EE8-3AF3-4219-A3E8-E935BB853163}" dt="2021-10-24T04:54:42.682" v="1088" actId="14100"/>
        <pc:sldMkLst>
          <pc:docMk/>
          <pc:sldMk cId="1212883874" sldId="353"/>
        </pc:sldMkLst>
        <pc:spChg chg="add mod">
          <ac:chgData name="Mozhgan Bacon" userId="87017a61-33d9-4952-aa6c-e009fac81f23" providerId="ADAL" clId="{A2255EE8-3AF3-4219-A3E8-E935BB853163}" dt="2021-10-24T04:54:42.682" v="1088" actId="14100"/>
          <ac:spMkLst>
            <pc:docMk/>
            <pc:sldMk cId="1212883874" sldId="353"/>
            <ac:spMk id="4" creationId="{699DE8E1-FA40-426A-983E-E0CAC4701F89}"/>
          </ac:spMkLst>
        </pc:spChg>
        <pc:picChg chg="mod">
          <ac:chgData name="Mozhgan Bacon" userId="87017a61-33d9-4952-aa6c-e009fac81f23" providerId="ADAL" clId="{A2255EE8-3AF3-4219-A3E8-E935BB853163}" dt="2021-10-24T04:54:17.049" v="1085" actId="1076"/>
          <ac:picMkLst>
            <pc:docMk/>
            <pc:sldMk cId="1212883874" sldId="353"/>
            <ac:picMk id="17" creationId="{957C7A4E-75B4-4802-8812-27DBF9C476B6}"/>
          </ac:picMkLst>
        </pc:picChg>
      </pc:sldChg>
      <pc:sldChg chg="addSp delSp modSp">
        <pc:chgData name="Mozhgan Bacon" userId="87017a61-33d9-4952-aa6c-e009fac81f23" providerId="ADAL" clId="{A2255EE8-3AF3-4219-A3E8-E935BB853163}" dt="2021-10-24T04:42:50.564" v="966" actId="478"/>
        <pc:sldMkLst>
          <pc:docMk/>
          <pc:sldMk cId="2910467137" sldId="374"/>
        </pc:sldMkLst>
        <pc:spChg chg="mod">
          <ac:chgData name="Mozhgan Bacon" userId="87017a61-33d9-4952-aa6c-e009fac81f23" providerId="ADAL" clId="{A2255EE8-3AF3-4219-A3E8-E935BB853163}" dt="2021-10-22T21:54:07.158" v="864" actId="123"/>
          <ac:spMkLst>
            <pc:docMk/>
            <pc:sldMk cId="2910467137" sldId="374"/>
            <ac:spMk id="3" creationId="{63A70EE3-1E96-4876-8F35-B177C9EBF831}"/>
          </ac:spMkLst>
        </pc:spChg>
        <pc:spChg chg="add mod">
          <ac:chgData name="Mozhgan Bacon" userId="87017a61-33d9-4952-aa6c-e009fac81f23" providerId="ADAL" clId="{A2255EE8-3AF3-4219-A3E8-E935BB853163}" dt="2021-10-22T21:54:19.459" v="869" actId="1076"/>
          <ac:spMkLst>
            <pc:docMk/>
            <pc:sldMk cId="2910467137" sldId="374"/>
            <ac:spMk id="7" creationId="{A2C52207-6597-4DAB-B181-E976B677780F}"/>
          </ac:spMkLst>
        </pc:spChg>
        <pc:spChg chg="add mod">
          <ac:chgData name="Mozhgan Bacon" userId="87017a61-33d9-4952-aa6c-e009fac81f23" providerId="ADAL" clId="{A2255EE8-3AF3-4219-A3E8-E935BB853163}" dt="2021-10-22T21:54:24.997" v="872" actId="1076"/>
          <ac:spMkLst>
            <pc:docMk/>
            <pc:sldMk cId="2910467137" sldId="374"/>
            <ac:spMk id="8" creationId="{0A3CA0CB-36DE-4793-A27D-179B71D9EB43}"/>
          </ac:spMkLst>
        </pc:spChg>
        <pc:spChg chg="add del mod">
          <ac:chgData name="Mozhgan Bacon" userId="87017a61-33d9-4952-aa6c-e009fac81f23" providerId="ADAL" clId="{A2255EE8-3AF3-4219-A3E8-E935BB853163}" dt="2021-10-24T04:42:50.564" v="966" actId="478"/>
          <ac:spMkLst>
            <pc:docMk/>
            <pc:sldMk cId="2910467137" sldId="374"/>
            <ac:spMk id="9" creationId="{14C1257E-FFE3-49C4-8605-C123F0FF5B77}"/>
          </ac:spMkLst>
        </pc:spChg>
        <pc:spChg chg="add del mod">
          <ac:chgData name="Mozhgan Bacon" userId="87017a61-33d9-4952-aa6c-e009fac81f23" providerId="ADAL" clId="{A2255EE8-3AF3-4219-A3E8-E935BB853163}" dt="2021-10-24T04:42:50.564" v="966" actId="478"/>
          <ac:spMkLst>
            <pc:docMk/>
            <pc:sldMk cId="2910467137" sldId="374"/>
            <ac:spMk id="16" creationId="{84FF4B7A-125F-4AAE-8116-C28DB9E733DB}"/>
          </ac:spMkLst>
        </pc:spChg>
        <pc:spChg chg="add del mod">
          <ac:chgData name="Mozhgan Bacon" userId="87017a61-33d9-4952-aa6c-e009fac81f23" providerId="ADAL" clId="{A2255EE8-3AF3-4219-A3E8-E935BB853163}" dt="2021-10-24T04:42:50.564" v="966" actId="478"/>
          <ac:spMkLst>
            <pc:docMk/>
            <pc:sldMk cId="2910467137" sldId="374"/>
            <ac:spMk id="17" creationId="{DCDB7580-EB03-4650-8A6D-EE03EF783029}"/>
          </ac:spMkLst>
        </pc:spChg>
        <pc:spChg chg="add del mod">
          <ac:chgData name="Mozhgan Bacon" userId="87017a61-33d9-4952-aa6c-e009fac81f23" providerId="ADAL" clId="{A2255EE8-3AF3-4219-A3E8-E935BB853163}" dt="2021-10-24T04:42:50.564" v="966" actId="478"/>
          <ac:spMkLst>
            <pc:docMk/>
            <pc:sldMk cId="2910467137" sldId="374"/>
            <ac:spMk id="20" creationId="{3F813B41-3BC4-44CA-97C7-5393040072AA}"/>
          </ac:spMkLst>
        </pc:spChg>
        <pc:graphicFrameChg chg="add del mod">
          <ac:chgData name="Mozhgan Bacon" userId="87017a61-33d9-4952-aa6c-e009fac81f23" providerId="ADAL" clId="{A2255EE8-3AF3-4219-A3E8-E935BB853163}" dt="2021-10-24T04:42:50.564" v="966" actId="478"/>
          <ac:graphicFrameMkLst>
            <pc:docMk/>
            <pc:sldMk cId="2910467137" sldId="374"/>
            <ac:graphicFrameMk id="10" creationId="{4ADB7D8B-38C5-4093-9F61-471D06220EAA}"/>
          </ac:graphicFrameMkLst>
        </pc:graphicFrameChg>
        <pc:graphicFrameChg chg="mod">
          <ac:chgData name="Mozhgan Bacon" userId="87017a61-33d9-4952-aa6c-e009fac81f23" providerId="ADAL" clId="{A2255EE8-3AF3-4219-A3E8-E935BB853163}" dt="2021-10-22T21:54:23.031" v="871" actId="1076"/>
          <ac:graphicFrameMkLst>
            <pc:docMk/>
            <pc:sldMk cId="2910467137" sldId="374"/>
            <ac:graphicFrameMk id="11" creationId="{C2433794-2C20-47FC-B580-A213CF75320F}"/>
          </ac:graphicFrameMkLst>
        </pc:graphicFrameChg>
        <pc:graphicFrameChg chg="add del mod">
          <ac:chgData name="Mozhgan Bacon" userId="87017a61-33d9-4952-aa6c-e009fac81f23" providerId="ADAL" clId="{A2255EE8-3AF3-4219-A3E8-E935BB853163}" dt="2021-10-24T04:42:50.564" v="966" actId="478"/>
          <ac:graphicFrameMkLst>
            <pc:docMk/>
            <pc:sldMk cId="2910467137" sldId="374"/>
            <ac:graphicFrameMk id="12" creationId="{1436C768-CB31-4B57-A5DA-AF22365092A3}"/>
          </ac:graphicFrameMkLst>
        </pc:graphicFrameChg>
        <pc:graphicFrameChg chg="add del mod">
          <ac:chgData name="Mozhgan Bacon" userId="87017a61-33d9-4952-aa6c-e009fac81f23" providerId="ADAL" clId="{A2255EE8-3AF3-4219-A3E8-E935BB853163}" dt="2021-10-24T04:42:50.564" v="966" actId="478"/>
          <ac:graphicFrameMkLst>
            <pc:docMk/>
            <pc:sldMk cId="2910467137" sldId="374"/>
            <ac:graphicFrameMk id="13" creationId="{BA47FAE4-116B-4032-8811-D49CAE5406CB}"/>
          </ac:graphicFrameMkLst>
        </pc:graphicFrameChg>
        <pc:graphicFrameChg chg="add del mod">
          <ac:chgData name="Mozhgan Bacon" userId="87017a61-33d9-4952-aa6c-e009fac81f23" providerId="ADAL" clId="{A2255EE8-3AF3-4219-A3E8-E935BB853163}" dt="2021-10-24T04:42:50.564" v="966" actId="478"/>
          <ac:graphicFrameMkLst>
            <pc:docMk/>
            <pc:sldMk cId="2910467137" sldId="374"/>
            <ac:graphicFrameMk id="14" creationId="{B44F93FB-EFD6-4A99-A131-5728475C4EDF}"/>
          </ac:graphicFrameMkLst>
        </pc:graphicFrameChg>
        <pc:graphicFrameChg chg="add del mod">
          <ac:chgData name="Mozhgan Bacon" userId="87017a61-33d9-4952-aa6c-e009fac81f23" providerId="ADAL" clId="{A2255EE8-3AF3-4219-A3E8-E935BB853163}" dt="2021-10-24T04:42:50.564" v="966" actId="478"/>
          <ac:graphicFrameMkLst>
            <pc:docMk/>
            <pc:sldMk cId="2910467137" sldId="374"/>
            <ac:graphicFrameMk id="18" creationId="{F4E6A6CB-9464-4202-AAF3-F0DDA7823D7C}"/>
          </ac:graphicFrameMkLst>
        </pc:graphicFrameChg>
        <pc:graphicFrameChg chg="add del mod">
          <ac:chgData name="Mozhgan Bacon" userId="87017a61-33d9-4952-aa6c-e009fac81f23" providerId="ADAL" clId="{A2255EE8-3AF3-4219-A3E8-E935BB853163}" dt="2021-10-24T04:42:50.564" v="966" actId="478"/>
          <ac:graphicFrameMkLst>
            <pc:docMk/>
            <pc:sldMk cId="2910467137" sldId="374"/>
            <ac:graphicFrameMk id="19" creationId="{706B0597-1CA9-4F5F-80FE-C11C2981A097}"/>
          </ac:graphicFrameMkLst>
        </pc:graphicFrameChg>
      </pc:sldChg>
      <pc:sldChg chg="addSp modSp">
        <pc:chgData name="Mozhgan Bacon" userId="87017a61-33d9-4952-aa6c-e009fac81f23" providerId="ADAL" clId="{A2255EE8-3AF3-4219-A3E8-E935BB853163}" dt="2021-10-24T04:41:36.966" v="958" actId="14100"/>
        <pc:sldMkLst>
          <pc:docMk/>
          <pc:sldMk cId="2385748351" sldId="375"/>
        </pc:sldMkLst>
        <pc:spChg chg="add mod">
          <ac:chgData name="Mozhgan Bacon" userId="87017a61-33d9-4952-aa6c-e009fac81f23" providerId="ADAL" clId="{A2255EE8-3AF3-4219-A3E8-E935BB853163}" dt="2021-10-24T04:41:36.966" v="958" actId="14100"/>
          <ac:spMkLst>
            <pc:docMk/>
            <pc:sldMk cId="2385748351" sldId="375"/>
            <ac:spMk id="5" creationId="{E0ECBF12-05AD-4EBF-8D1D-28D0FBA06D34}"/>
          </ac:spMkLst>
        </pc:spChg>
        <pc:picChg chg="mod">
          <ac:chgData name="Mozhgan Bacon" userId="87017a61-33d9-4952-aa6c-e009fac81f23" providerId="ADAL" clId="{A2255EE8-3AF3-4219-A3E8-E935BB853163}" dt="2021-10-24T04:41:19.696" v="954" actId="14100"/>
          <ac:picMkLst>
            <pc:docMk/>
            <pc:sldMk cId="2385748351" sldId="375"/>
            <ac:picMk id="6" creationId="{B4F55900-7EDC-4808-BDE4-FCD3C22ECA26}"/>
          </ac:picMkLst>
        </pc:picChg>
      </pc:sldChg>
      <pc:sldChg chg="modSp">
        <pc:chgData name="Mozhgan Bacon" userId="87017a61-33d9-4952-aa6c-e009fac81f23" providerId="ADAL" clId="{A2255EE8-3AF3-4219-A3E8-E935BB853163}" dt="2021-10-22T21:27:07.326" v="696" actId="123"/>
        <pc:sldMkLst>
          <pc:docMk/>
          <pc:sldMk cId="2296026380" sldId="393"/>
        </pc:sldMkLst>
        <pc:spChg chg="mod">
          <ac:chgData name="Mozhgan Bacon" userId="87017a61-33d9-4952-aa6c-e009fac81f23" providerId="ADAL" clId="{A2255EE8-3AF3-4219-A3E8-E935BB853163}" dt="2021-10-22T21:27:07.326" v="696" actId="123"/>
          <ac:spMkLst>
            <pc:docMk/>
            <pc:sldMk cId="2296026380" sldId="393"/>
            <ac:spMk id="2" creationId="{7A5A883F-C03A-4BC6-97D5-127BFA7612CF}"/>
          </ac:spMkLst>
        </pc:spChg>
      </pc:sldChg>
      <pc:sldChg chg="addSp delSp modSp modAnim">
        <pc:chgData name="Mozhgan Bacon" userId="87017a61-33d9-4952-aa6c-e009fac81f23" providerId="ADAL" clId="{A2255EE8-3AF3-4219-A3E8-E935BB853163}" dt="2021-10-22T21:28:36.678" v="714" actId="14100"/>
        <pc:sldMkLst>
          <pc:docMk/>
          <pc:sldMk cId="3399500743" sldId="394"/>
        </pc:sldMkLst>
        <pc:spChg chg="mod">
          <ac:chgData name="Mozhgan Bacon" userId="87017a61-33d9-4952-aa6c-e009fac81f23" providerId="ADAL" clId="{A2255EE8-3AF3-4219-A3E8-E935BB853163}" dt="2021-10-22T21:28:25.253" v="713" actId="123"/>
          <ac:spMkLst>
            <pc:docMk/>
            <pc:sldMk cId="3399500743" sldId="394"/>
            <ac:spMk id="2" creationId="{7A5A883F-C03A-4BC6-97D5-127BFA7612CF}"/>
          </ac:spMkLst>
        </pc:spChg>
        <pc:spChg chg="add del">
          <ac:chgData name="Mozhgan Bacon" userId="87017a61-33d9-4952-aa6c-e009fac81f23" providerId="ADAL" clId="{A2255EE8-3AF3-4219-A3E8-E935BB853163}" dt="2021-10-21T23:13:13.183" v="85"/>
          <ac:spMkLst>
            <pc:docMk/>
            <pc:sldMk cId="3399500743" sldId="394"/>
            <ac:spMk id="4" creationId="{6E1B9C2B-A42A-4DD9-AD97-E6EF92E9D5DB}"/>
          </ac:spMkLst>
        </pc:spChg>
        <pc:spChg chg="add mod">
          <ac:chgData name="Mozhgan Bacon" userId="87017a61-33d9-4952-aa6c-e009fac81f23" providerId="ADAL" clId="{A2255EE8-3AF3-4219-A3E8-E935BB853163}" dt="2021-10-22T17:31:35.277" v="584" actId="2711"/>
          <ac:spMkLst>
            <pc:docMk/>
            <pc:sldMk cId="3399500743" sldId="394"/>
            <ac:spMk id="5" creationId="{9A781246-F884-44CA-B3BF-C762C04B240C}"/>
          </ac:spMkLst>
        </pc:spChg>
        <pc:spChg chg="mod">
          <ac:chgData name="Mozhgan Bacon" userId="87017a61-33d9-4952-aa6c-e009fac81f23" providerId="ADAL" clId="{A2255EE8-3AF3-4219-A3E8-E935BB853163}" dt="2021-10-21T23:13:05.400" v="81" actId="1076"/>
          <ac:spMkLst>
            <pc:docMk/>
            <pc:sldMk cId="3399500743" sldId="394"/>
            <ac:spMk id="8" creationId="{00000000-0000-0000-0000-000000000000}"/>
          </ac:spMkLst>
        </pc:spChg>
        <pc:spChg chg="mod">
          <ac:chgData name="Mozhgan Bacon" userId="87017a61-33d9-4952-aa6c-e009fac81f23" providerId="ADAL" clId="{A2255EE8-3AF3-4219-A3E8-E935BB853163}" dt="2021-10-19T14:48:43.130" v="3" actId="20577"/>
          <ac:spMkLst>
            <pc:docMk/>
            <pc:sldMk cId="3399500743" sldId="394"/>
            <ac:spMk id="16" creationId="{13A8DFD6-B0C2-4F97-9A57-DACA87439F89}"/>
          </ac:spMkLst>
        </pc:spChg>
        <pc:graphicFrameChg chg="mod">
          <ac:chgData name="Mozhgan Bacon" userId="87017a61-33d9-4952-aa6c-e009fac81f23" providerId="ADAL" clId="{A2255EE8-3AF3-4219-A3E8-E935BB853163}" dt="2021-10-21T23:13:08.514" v="82" actId="1076"/>
          <ac:graphicFrameMkLst>
            <pc:docMk/>
            <pc:sldMk cId="3399500743" sldId="394"/>
            <ac:graphicFrameMk id="3" creationId="{F5BD632F-C0C5-4233-873E-06EB47584B68}"/>
          </ac:graphicFrameMkLst>
        </pc:graphicFrameChg>
        <pc:graphicFrameChg chg="mod">
          <ac:chgData name="Mozhgan Bacon" userId="87017a61-33d9-4952-aa6c-e009fac81f23" providerId="ADAL" clId="{A2255EE8-3AF3-4219-A3E8-E935BB853163}" dt="2021-10-21T23:13:02.278" v="80" actId="1076"/>
          <ac:graphicFrameMkLst>
            <pc:docMk/>
            <pc:sldMk cId="3399500743" sldId="394"/>
            <ac:graphicFrameMk id="7" creationId="{F5BD632F-C0C5-4233-873E-06EB47584B68}"/>
          </ac:graphicFrameMkLst>
        </pc:graphicFrameChg>
        <pc:picChg chg="mod">
          <ac:chgData name="Mozhgan Bacon" userId="87017a61-33d9-4952-aa6c-e009fac81f23" providerId="ADAL" clId="{A2255EE8-3AF3-4219-A3E8-E935BB853163}" dt="2021-10-22T21:28:36.678" v="714" actId="14100"/>
          <ac:picMkLst>
            <pc:docMk/>
            <pc:sldMk cId="3399500743" sldId="394"/>
            <ac:picMk id="6" creationId="{ADED3CC8-CF66-40C7-A57A-CF6D2EEBE30A}"/>
          </ac:picMkLst>
        </pc:picChg>
        <pc:picChg chg="add mod">
          <ac:chgData name="Mozhgan Bacon" userId="87017a61-33d9-4952-aa6c-e009fac81f23" providerId="ADAL" clId="{A2255EE8-3AF3-4219-A3E8-E935BB853163}" dt="2021-10-22T17:31:53.912" v="588" actId="1076"/>
          <ac:picMkLst>
            <pc:docMk/>
            <pc:sldMk cId="3399500743" sldId="394"/>
            <ac:picMk id="10" creationId="{76B97601-3911-42DB-87A7-BAAC22836D12}"/>
          </ac:picMkLst>
        </pc:picChg>
        <pc:picChg chg="add mod">
          <ac:chgData name="Mozhgan Bacon" userId="87017a61-33d9-4952-aa6c-e009fac81f23" providerId="ADAL" clId="{A2255EE8-3AF3-4219-A3E8-E935BB853163}" dt="2021-10-22T17:31:55.736" v="589" actId="1076"/>
          <ac:picMkLst>
            <pc:docMk/>
            <pc:sldMk cId="3399500743" sldId="394"/>
            <ac:picMk id="11" creationId="{2BDBBE5A-38D6-452E-A2B2-57D9BBD1BE4A}"/>
          </ac:picMkLst>
        </pc:picChg>
        <pc:picChg chg="add mod">
          <ac:chgData name="Mozhgan Bacon" userId="87017a61-33d9-4952-aa6c-e009fac81f23" providerId="ADAL" clId="{A2255EE8-3AF3-4219-A3E8-E935BB853163}" dt="2021-10-21T23:14:36.378" v="101" actId="1076"/>
          <ac:picMkLst>
            <pc:docMk/>
            <pc:sldMk cId="3399500743" sldId="394"/>
            <ac:picMk id="12" creationId="{F93F654C-F539-4256-A504-2434C7A310DE}"/>
          </ac:picMkLst>
        </pc:picChg>
      </pc:sldChg>
      <pc:sldChg chg="addSp delSp modSp">
        <pc:chgData name="Mozhgan Bacon" userId="87017a61-33d9-4952-aa6c-e009fac81f23" providerId="ADAL" clId="{A2255EE8-3AF3-4219-A3E8-E935BB853163}" dt="2021-10-21T23:10:47.365" v="74" actId="20577"/>
        <pc:sldMkLst>
          <pc:docMk/>
          <pc:sldMk cId="1001595070" sldId="395"/>
        </pc:sldMkLst>
        <pc:spChg chg="mod">
          <ac:chgData name="Mozhgan Bacon" userId="87017a61-33d9-4952-aa6c-e009fac81f23" providerId="ADAL" clId="{A2255EE8-3AF3-4219-A3E8-E935BB853163}" dt="2021-10-21T23:10:47.365" v="74" actId="20577"/>
          <ac:spMkLst>
            <pc:docMk/>
            <pc:sldMk cId="1001595070" sldId="395"/>
            <ac:spMk id="2" creationId="{5F401A50-DBED-4448-B4CB-0FA13F7CAC83}"/>
          </ac:spMkLst>
        </pc:spChg>
        <pc:spChg chg="mod">
          <ac:chgData name="Mozhgan Bacon" userId="87017a61-33d9-4952-aa6c-e009fac81f23" providerId="ADAL" clId="{A2255EE8-3AF3-4219-A3E8-E935BB853163}" dt="2021-10-21T23:05:38.999" v="17" actId="123"/>
          <ac:spMkLst>
            <pc:docMk/>
            <pc:sldMk cId="1001595070" sldId="395"/>
            <ac:spMk id="3" creationId="{B8922723-8F29-4528-9FB9-B2E2540B669D}"/>
          </ac:spMkLst>
        </pc:spChg>
        <pc:spChg chg="mod">
          <ac:chgData name="Mozhgan Bacon" userId="87017a61-33d9-4952-aa6c-e009fac81f23" providerId="ADAL" clId="{A2255EE8-3AF3-4219-A3E8-E935BB853163}" dt="2021-10-21T23:06:13.874" v="22" actId="207"/>
          <ac:spMkLst>
            <pc:docMk/>
            <pc:sldMk cId="1001595070" sldId="395"/>
            <ac:spMk id="4" creationId="{EF3D89C1-E404-4305-98A9-B276916847AE}"/>
          </ac:spMkLst>
        </pc:spChg>
        <pc:spChg chg="add mod">
          <ac:chgData name="Mozhgan Bacon" userId="87017a61-33d9-4952-aa6c-e009fac81f23" providerId="ADAL" clId="{A2255EE8-3AF3-4219-A3E8-E935BB853163}" dt="2021-10-21T23:06:03.825" v="21" actId="1582"/>
          <ac:spMkLst>
            <pc:docMk/>
            <pc:sldMk cId="1001595070" sldId="395"/>
            <ac:spMk id="5" creationId="{729A3254-7B76-411B-B2AF-1FC95BD1D893}"/>
          </ac:spMkLst>
        </pc:spChg>
        <pc:spChg chg="add del mod">
          <ac:chgData name="Mozhgan Bacon" userId="87017a61-33d9-4952-aa6c-e009fac81f23" providerId="ADAL" clId="{A2255EE8-3AF3-4219-A3E8-E935BB853163}" dt="2021-10-21T23:09:52.120" v="60"/>
          <ac:spMkLst>
            <pc:docMk/>
            <pc:sldMk cId="1001595070" sldId="395"/>
            <ac:spMk id="6" creationId="{AEEB535A-369C-4774-A67D-3038882BD25E}"/>
          </ac:spMkLst>
        </pc:spChg>
        <pc:spChg chg="add mod">
          <ac:chgData name="Mozhgan Bacon" userId="87017a61-33d9-4952-aa6c-e009fac81f23" providerId="ADAL" clId="{A2255EE8-3AF3-4219-A3E8-E935BB853163}" dt="2021-10-21T23:06:31.291" v="28" actId="1076"/>
          <ac:spMkLst>
            <pc:docMk/>
            <pc:sldMk cId="1001595070" sldId="395"/>
            <ac:spMk id="9" creationId="{32AC039C-78FB-44F1-9DBA-9F9E0FCDB2A4}"/>
          </ac:spMkLst>
        </pc:spChg>
        <pc:spChg chg="add del">
          <ac:chgData name="Mozhgan Bacon" userId="87017a61-33d9-4952-aa6c-e009fac81f23" providerId="ADAL" clId="{A2255EE8-3AF3-4219-A3E8-E935BB853163}" dt="2021-10-21T23:07:41.814" v="37"/>
          <ac:spMkLst>
            <pc:docMk/>
            <pc:sldMk cId="1001595070" sldId="395"/>
            <ac:spMk id="11" creationId="{AA903249-B4DA-4862-B0E1-227691BFFAF2}"/>
          </ac:spMkLst>
        </pc:spChg>
      </pc:sldChg>
      <pc:sldChg chg="addSp modSp">
        <pc:chgData name="Mozhgan Bacon" userId="87017a61-33d9-4952-aa6c-e009fac81f23" providerId="ADAL" clId="{A2255EE8-3AF3-4219-A3E8-E935BB853163}" dt="2021-10-22T21:27:59.196" v="709" actId="114"/>
        <pc:sldMkLst>
          <pc:docMk/>
          <pc:sldMk cId="1124139051" sldId="396"/>
        </pc:sldMkLst>
        <pc:spChg chg="mod">
          <ac:chgData name="Mozhgan Bacon" userId="87017a61-33d9-4952-aa6c-e009fac81f23" providerId="ADAL" clId="{A2255EE8-3AF3-4219-A3E8-E935BB853163}" dt="2021-10-22T21:27:28.097" v="697" actId="123"/>
          <ac:spMkLst>
            <pc:docMk/>
            <pc:sldMk cId="1124139051" sldId="396"/>
            <ac:spMk id="2" creationId="{219B42D9-C020-4304-B0CE-12A070B3BC10}"/>
          </ac:spMkLst>
        </pc:spChg>
        <pc:spChg chg="mod">
          <ac:chgData name="Mozhgan Bacon" userId="87017a61-33d9-4952-aa6c-e009fac81f23" providerId="ADAL" clId="{A2255EE8-3AF3-4219-A3E8-E935BB853163}" dt="2021-10-22T21:27:31.142" v="698" actId="123"/>
          <ac:spMkLst>
            <pc:docMk/>
            <pc:sldMk cId="1124139051" sldId="396"/>
            <ac:spMk id="3" creationId="{67A95F00-6066-43A7-B64C-F4C0E8E72862}"/>
          </ac:spMkLst>
        </pc:spChg>
        <pc:spChg chg="mod">
          <ac:chgData name="Mozhgan Bacon" userId="87017a61-33d9-4952-aa6c-e009fac81f23" providerId="ADAL" clId="{A2255EE8-3AF3-4219-A3E8-E935BB853163}" dt="2021-10-22T21:27:59.196" v="709" actId="114"/>
          <ac:spMkLst>
            <pc:docMk/>
            <pc:sldMk cId="1124139051" sldId="396"/>
            <ac:spMk id="4" creationId="{35E27EBC-4282-4368-A570-D2EFF28D9800}"/>
          </ac:spMkLst>
        </pc:spChg>
        <pc:spChg chg="mod">
          <ac:chgData name="Mozhgan Bacon" userId="87017a61-33d9-4952-aa6c-e009fac81f23" providerId="ADAL" clId="{A2255EE8-3AF3-4219-A3E8-E935BB853163}" dt="2021-10-22T21:27:51.611" v="708" actId="20577"/>
          <ac:spMkLst>
            <pc:docMk/>
            <pc:sldMk cId="1124139051" sldId="396"/>
            <ac:spMk id="5" creationId="{550D36C2-2614-4704-918B-1D8FE72B039C}"/>
          </ac:spMkLst>
        </pc:spChg>
        <pc:spChg chg="add mod">
          <ac:chgData name="Mozhgan Bacon" userId="87017a61-33d9-4952-aa6c-e009fac81f23" providerId="ADAL" clId="{A2255EE8-3AF3-4219-A3E8-E935BB853163}" dt="2021-10-21T23:06:45.790" v="32" actId="1076"/>
          <ac:spMkLst>
            <pc:docMk/>
            <pc:sldMk cId="1124139051" sldId="396"/>
            <ac:spMk id="8" creationId="{DBF99C70-9955-485D-A8B4-EAF76642E98C}"/>
          </ac:spMkLst>
        </pc:spChg>
        <pc:spChg chg="add mod">
          <ac:chgData name="Mozhgan Bacon" userId="87017a61-33d9-4952-aa6c-e009fac81f23" providerId="ADAL" clId="{A2255EE8-3AF3-4219-A3E8-E935BB853163}" dt="2021-10-21T23:06:51.212" v="35" actId="14100"/>
          <ac:spMkLst>
            <pc:docMk/>
            <pc:sldMk cId="1124139051" sldId="396"/>
            <ac:spMk id="9" creationId="{AC18CE66-71D3-4D4F-B9B7-7373D86B3DB3}"/>
          </ac:spMkLst>
        </pc:spChg>
      </pc:sldChg>
      <pc:sldChg chg="addSp delSp modSp modAnim">
        <pc:chgData name="Mozhgan Bacon" userId="87017a61-33d9-4952-aa6c-e009fac81f23" providerId="ADAL" clId="{A2255EE8-3AF3-4219-A3E8-E935BB853163}" dt="2021-10-22T21:46:38.820" v="780" actId="1076"/>
        <pc:sldMkLst>
          <pc:docMk/>
          <pc:sldMk cId="417807780" sldId="397"/>
        </pc:sldMkLst>
        <pc:spChg chg="mod">
          <ac:chgData name="Mozhgan Bacon" userId="87017a61-33d9-4952-aa6c-e009fac81f23" providerId="ADAL" clId="{A2255EE8-3AF3-4219-A3E8-E935BB853163}" dt="2021-10-22T21:38:59.038" v="761" actId="20577"/>
          <ac:spMkLst>
            <pc:docMk/>
            <pc:sldMk cId="417807780" sldId="397"/>
            <ac:spMk id="2" creationId="{5F401A50-DBED-4448-B4CB-0FA13F7CAC83}"/>
          </ac:spMkLst>
        </pc:spChg>
        <pc:spChg chg="mod">
          <ac:chgData name="Mozhgan Bacon" userId="87017a61-33d9-4952-aa6c-e009fac81f23" providerId="ADAL" clId="{A2255EE8-3AF3-4219-A3E8-E935BB853163}" dt="2021-10-22T21:45:50.417" v="763" actId="207"/>
          <ac:spMkLst>
            <pc:docMk/>
            <pc:sldMk cId="417807780" sldId="397"/>
            <ac:spMk id="3" creationId="{B8922723-8F29-4528-9FB9-B2E2540B669D}"/>
          </ac:spMkLst>
        </pc:spChg>
        <pc:spChg chg="mod">
          <ac:chgData name="Mozhgan Bacon" userId="87017a61-33d9-4952-aa6c-e009fac81f23" providerId="ADAL" clId="{A2255EE8-3AF3-4219-A3E8-E935BB853163}" dt="2021-10-22T21:46:25.807" v="776" actId="1076"/>
          <ac:spMkLst>
            <pc:docMk/>
            <pc:sldMk cId="417807780" sldId="397"/>
            <ac:spMk id="4" creationId="{EF3D89C1-E404-4305-98A9-B276916847AE}"/>
          </ac:spMkLst>
        </pc:spChg>
        <pc:spChg chg="add mod">
          <ac:chgData name="Mozhgan Bacon" userId="87017a61-33d9-4952-aa6c-e009fac81f23" providerId="ADAL" clId="{A2255EE8-3AF3-4219-A3E8-E935BB853163}" dt="2021-10-22T21:46:29.261" v="777" actId="1076"/>
          <ac:spMkLst>
            <pc:docMk/>
            <pc:sldMk cId="417807780" sldId="397"/>
            <ac:spMk id="9" creationId="{C4A42358-A9B8-4CEA-935B-D21045B13367}"/>
          </ac:spMkLst>
        </pc:spChg>
        <pc:spChg chg="add mod">
          <ac:chgData name="Mozhgan Bacon" userId="87017a61-33d9-4952-aa6c-e009fac81f23" providerId="ADAL" clId="{A2255EE8-3AF3-4219-A3E8-E935BB853163}" dt="2021-10-22T21:46:38.820" v="780" actId="1076"/>
          <ac:spMkLst>
            <pc:docMk/>
            <pc:sldMk cId="417807780" sldId="397"/>
            <ac:spMk id="10" creationId="{D9EA17B7-9583-4C67-810B-C16FD00EF77E}"/>
          </ac:spMkLst>
        </pc:spChg>
        <pc:graphicFrameChg chg="mod">
          <ac:chgData name="Mozhgan Bacon" userId="87017a61-33d9-4952-aa6c-e009fac81f23" providerId="ADAL" clId="{A2255EE8-3AF3-4219-A3E8-E935BB853163}" dt="2021-10-22T21:45:45.548" v="762" actId="1076"/>
          <ac:graphicFrameMkLst>
            <pc:docMk/>
            <pc:sldMk cId="417807780" sldId="397"/>
            <ac:graphicFrameMk id="5" creationId="{AC3035FA-5419-4DED-BD00-31ED864BA2D3}"/>
          </ac:graphicFrameMkLst>
        </pc:graphicFrameChg>
        <pc:graphicFrameChg chg="mod">
          <ac:chgData name="Mozhgan Bacon" userId="87017a61-33d9-4952-aa6c-e009fac81f23" providerId="ADAL" clId="{A2255EE8-3AF3-4219-A3E8-E935BB853163}" dt="2021-10-22T21:46:36.143" v="779" actId="1076"/>
          <ac:graphicFrameMkLst>
            <pc:docMk/>
            <pc:sldMk cId="417807780" sldId="397"/>
            <ac:graphicFrameMk id="7" creationId="{02851D15-F50D-493A-8148-B6E59F0ED44A}"/>
          </ac:graphicFrameMkLst>
        </pc:graphicFrameChg>
        <pc:picChg chg="add del">
          <ac:chgData name="Mozhgan Bacon" userId="87017a61-33d9-4952-aa6c-e009fac81f23" providerId="ADAL" clId="{A2255EE8-3AF3-4219-A3E8-E935BB853163}" dt="2021-10-22T21:45:53.544" v="765"/>
          <ac:picMkLst>
            <pc:docMk/>
            <pc:sldMk cId="417807780" sldId="397"/>
            <ac:picMk id="8" creationId="{82F46215-3AE9-4B7F-93F4-8302C570350C}"/>
          </ac:picMkLst>
        </pc:picChg>
      </pc:sldChg>
      <pc:sldChg chg="addSp modSp">
        <pc:chgData name="Mozhgan Bacon" userId="87017a61-33d9-4952-aa6c-e009fac81f23" providerId="ADAL" clId="{A2255EE8-3AF3-4219-A3E8-E935BB853163}" dt="2021-10-22T21:47:38.571" v="791" actId="20577"/>
        <pc:sldMkLst>
          <pc:docMk/>
          <pc:sldMk cId="222295036" sldId="398"/>
        </pc:sldMkLst>
        <pc:spChg chg="mod">
          <ac:chgData name="Mozhgan Bacon" userId="87017a61-33d9-4952-aa6c-e009fac81f23" providerId="ADAL" clId="{A2255EE8-3AF3-4219-A3E8-E935BB853163}" dt="2021-10-22T21:47:38.571" v="791" actId="20577"/>
          <ac:spMkLst>
            <pc:docMk/>
            <pc:sldMk cId="222295036" sldId="398"/>
            <ac:spMk id="2" creationId="{5F401A50-DBED-4448-B4CB-0FA13F7CAC83}"/>
          </ac:spMkLst>
        </pc:spChg>
        <pc:spChg chg="mod">
          <ac:chgData name="Mozhgan Bacon" userId="87017a61-33d9-4952-aa6c-e009fac81f23" providerId="ADAL" clId="{A2255EE8-3AF3-4219-A3E8-E935BB853163}" dt="2021-10-22T21:47:29.539" v="790" actId="113"/>
          <ac:spMkLst>
            <pc:docMk/>
            <pc:sldMk cId="222295036" sldId="398"/>
            <ac:spMk id="3" creationId="{B8922723-8F29-4528-9FB9-B2E2540B669D}"/>
          </ac:spMkLst>
        </pc:spChg>
        <pc:spChg chg="mod">
          <ac:chgData name="Mozhgan Bacon" userId="87017a61-33d9-4952-aa6c-e009fac81f23" providerId="ADAL" clId="{A2255EE8-3AF3-4219-A3E8-E935BB853163}" dt="2021-10-22T21:47:13.542" v="787" actId="113"/>
          <ac:spMkLst>
            <pc:docMk/>
            <pc:sldMk cId="222295036" sldId="398"/>
            <ac:spMk id="4" creationId="{EF3D89C1-E404-4305-98A9-B276916847AE}"/>
          </ac:spMkLst>
        </pc:spChg>
        <pc:spChg chg="add mod">
          <ac:chgData name="Mozhgan Bacon" userId="87017a61-33d9-4952-aa6c-e009fac81f23" providerId="ADAL" clId="{A2255EE8-3AF3-4219-A3E8-E935BB853163}" dt="2021-10-22T21:46:58.396" v="783" actId="1076"/>
          <ac:spMkLst>
            <pc:docMk/>
            <pc:sldMk cId="222295036" sldId="398"/>
            <ac:spMk id="8" creationId="{2F0C5F56-3053-4306-80ED-9BA2089E2A49}"/>
          </ac:spMkLst>
        </pc:spChg>
        <pc:spChg chg="add mod">
          <ac:chgData name="Mozhgan Bacon" userId="87017a61-33d9-4952-aa6c-e009fac81f23" providerId="ADAL" clId="{A2255EE8-3AF3-4219-A3E8-E935BB853163}" dt="2021-10-22T21:47:05.611" v="786" actId="14100"/>
          <ac:spMkLst>
            <pc:docMk/>
            <pc:sldMk cId="222295036" sldId="398"/>
            <ac:spMk id="9" creationId="{4A20B237-4ACC-4277-B59B-201E03950BF4}"/>
          </ac:spMkLst>
        </pc:spChg>
      </pc:sldChg>
      <pc:sldChg chg="addSp modSp modAnim">
        <pc:chgData name="Mozhgan Bacon" userId="87017a61-33d9-4952-aa6c-e009fac81f23" providerId="ADAL" clId="{A2255EE8-3AF3-4219-A3E8-E935BB853163}" dt="2021-10-24T04:48:20.785" v="1051" actId="1076"/>
        <pc:sldMkLst>
          <pc:docMk/>
          <pc:sldMk cId="3085031455" sldId="399"/>
        </pc:sldMkLst>
        <pc:spChg chg="add mod">
          <ac:chgData name="Mozhgan Bacon" userId="87017a61-33d9-4952-aa6c-e009fac81f23" providerId="ADAL" clId="{A2255EE8-3AF3-4219-A3E8-E935BB853163}" dt="2021-10-24T04:48:20.785" v="1051" actId="1076"/>
          <ac:spMkLst>
            <pc:docMk/>
            <pc:sldMk cId="3085031455" sldId="399"/>
            <ac:spMk id="2" creationId="{9FCE51D5-3801-4A53-9407-F4E36F8BC7F8}"/>
          </ac:spMkLst>
        </pc:spChg>
        <pc:spChg chg="mod">
          <ac:chgData name="Mozhgan Bacon" userId="87017a61-33d9-4952-aa6c-e009fac81f23" providerId="ADAL" clId="{A2255EE8-3AF3-4219-A3E8-E935BB853163}" dt="2021-10-24T04:44:01.039" v="973" actId="1076"/>
          <ac:spMkLst>
            <pc:docMk/>
            <pc:sldMk cId="3085031455" sldId="399"/>
            <ac:spMk id="13" creationId="{3F7781FB-D573-4AE2-8CFA-A83FE168E0CB}"/>
          </ac:spMkLst>
        </pc:spChg>
        <pc:spChg chg="mod">
          <ac:chgData name="Mozhgan Bacon" userId="87017a61-33d9-4952-aa6c-e009fac81f23" providerId="ADAL" clId="{A2255EE8-3AF3-4219-A3E8-E935BB853163}" dt="2021-10-24T04:44:03.424" v="974" actId="1076"/>
          <ac:spMkLst>
            <pc:docMk/>
            <pc:sldMk cId="3085031455" sldId="399"/>
            <ac:spMk id="14" creationId="{B908490B-92AC-4A00-A884-291B697843E3}"/>
          </ac:spMkLst>
        </pc:spChg>
        <pc:spChg chg="mod">
          <ac:chgData name="Mozhgan Bacon" userId="87017a61-33d9-4952-aa6c-e009fac81f23" providerId="ADAL" clId="{A2255EE8-3AF3-4219-A3E8-E935BB853163}" dt="2021-10-24T04:45:32.946" v="1002" actId="1076"/>
          <ac:spMkLst>
            <pc:docMk/>
            <pc:sldMk cId="3085031455" sldId="399"/>
            <ac:spMk id="17" creationId="{9B0D3B78-2371-4618-9356-2F5C86ED054C}"/>
          </ac:spMkLst>
        </pc:spChg>
        <pc:spChg chg="mod">
          <ac:chgData name="Mozhgan Bacon" userId="87017a61-33d9-4952-aa6c-e009fac81f23" providerId="ADAL" clId="{A2255EE8-3AF3-4219-A3E8-E935BB853163}" dt="2021-10-24T04:45:35.936" v="1003" actId="1076"/>
          <ac:spMkLst>
            <pc:docMk/>
            <pc:sldMk cId="3085031455" sldId="399"/>
            <ac:spMk id="18" creationId="{4FF517B4-BDD1-421C-92A9-C0E61084A825}"/>
          </ac:spMkLst>
        </pc:spChg>
        <pc:spChg chg="mod">
          <ac:chgData name="Mozhgan Bacon" userId="87017a61-33d9-4952-aa6c-e009fac81f23" providerId="ADAL" clId="{A2255EE8-3AF3-4219-A3E8-E935BB853163}" dt="2021-10-24T04:46:38.065" v="1023" actId="1076"/>
          <ac:spMkLst>
            <pc:docMk/>
            <pc:sldMk cId="3085031455" sldId="399"/>
            <ac:spMk id="19" creationId="{020D3CEA-44DB-4B06-9393-BE150B9F0DEB}"/>
          </ac:spMkLst>
        </pc:spChg>
        <pc:spChg chg="mod">
          <ac:chgData name="Mozhgan Bacon" userId="87017a61-33d9-4952-aa6c-e009fac81f23" providerId="ADAL" clId="{A2255EE8-3AF3-4219-A3E8-E935BB853163}" dt="2021-10-24T04:45:30.511" v="1001" actId="1076"/>
          <ac:spMkLst>
            <pc:docMk/>
            <pc:sldMk cId="3085031455" sldId="399"/>
            <ac:spMk id="20" creationId="{D6E5B6E7-A6E2-48FA-97AB-12C9A3CB843F}"/>
          </ac:spMkLst>
        </pc:spChg>
        <pc:spChg chg="mod">
          <ac:chgData name="Mozhgan Bacon" userId="87017a61-33d9-4952-aa6c-e009fac81f23" providerId="ADAL" clId="{A2255EE8-3AF3-4219-A3E8-E935BB853163}" dt="2021-10-24T04:45:39.524" v="1004" actId="1076"/>
          <ac:spMkLst>
            <pc:docMk/>
            <pc:sldMk cId="3085031455" sldId="399"/>
            <ac:spMk id="21" creationId="{2B1287A0-B56B-494E-8173-47E6C5C8D67B}"/>
          </ac:spMkLst>
        </pc:spChg>
        <pc:spChg chg="mod">
          <ac:chgData name="Mozhgan Bacon" userId="87017a61-33d9-4952-aa6c-e009fac81f23" providerId="ADAL" clId="{A2255EE8-3AF3-4219-A3E8-E935BB853163}" dt="2021-10-24T04:44:27.261" v="981" actId="1076"/>
          <ac:spMkLst>
            <pc:docMk/>
            <pc:sldMk cId="3085031455" sldId="399"/>
            <ac:spMk id="22" creationId="{84FFB154-23A5-4A67-B98E-460D5F7F9914}"/>
          </ac:spMkLst>
        </pc:spChg>
        <pc:spChg chg="mod">
          <ac:chgData name="Mozhgan Bacon" userId="87017a61-33d9-4952-aa6c-e009fac81f23" providerId="ADAL" clId="{A2255EE8-3AF3-4219-A3E8-E935BB853163}" dt="2021-10-24T04:45:43.211" v="1005" actId="1076"/>
          <ac:spMkLst>
            <pc:docMk/>
            <pc:sldMk cId="3085031455" sldId="399"/>
            <ac:spMk id="23" creationId="{E93E551A-A1DB-456F-862D-C26D25FB7B2A}"/>
          </ac:spMkLst>
        </pc:spChg>
        <pc:spChg chg="add mod">
          <ac:chgData name="Mozhgan Bacon" userId="87017a61-33d9-4952-aa6c-e009fac81f23" providerId="ADAL" clId="{A2255EE8-3AF3-4219-A3E8-E935BB853163}" dt="2021-10-24T04:44:20.321" v="979" actId="1076"/>
          <ac:spMkLst>
            <pc:docMk/>
            <pc:sldMk cId="3085031455" sldId="399"/>
            <ac:spMk id="28" creationId="{3FF755D5-A562-44EF-8AD2-8DEA5CBE0513}"/>
          </ac:spMkLst>
        </pc:spChg>
        <pc:spChg chg="add mod">
          <ac:chgData name="Mozhgan Bacon" userId="87017a61-33d9-4952-aa6c-e009fac81f23" providerId="ADAL" clId="{A2255EE8-3AF3-4219-A3E8-E935BB853163}" dt="2021-10-24T04:46:00.304" v="1010" actId="1076"/>
          <ac:spMkLst>
            <pc:docMk/>
            <pc:sldMk cId="3085031455" sldId="399"/>
            <ac:spMk id="29" creationId="{97AE1D10-4692-4538-847E-1E02AAC57A36}"/>
          </ac:spMkLst>
        </pc:spChg>
        <pc:spChg chg="add mod">
          <ac:chgData name="Mozhgan Bacon" userId="87017a61-33d9-4952-aa6c-e009fac81f23" providerId="ADAL" clId="{A2255EE8-3AF3-4219-A3E8-E935BB853163}" dt="2021-10-24T04:46:09.215" v="1012" actId="14100"/>
          <ac:spMkLst>
            <pc:docMk/>
            <pc:sldMk cId="3085031455" sldId="399"/>
            <ac:spMk id="33" creationId="{653AA069-2384-4E2C-94C5-FEB6B08BEB0E}"/>
          </ac:spMkLst>
        </pc:spChg>
        <pc:spChg chg="add mod">
          <ac:chgData name="Mozhgan Bacon" userId="87017a61-33d9-4952-aa6c-e009fac81f23" providerId="ADAL" clId="{A2255EE8-3AF3-4219-A3E8-E935BB853163}" dt="2021-10-24T04:46:17.747" v="1015" actId="14100"/>
          <ac:spMkLst>
            <pc:docMk/>
            <pc:sldMk cId="3085031455" sldId="399"/>
            <ac:spMk id="34" creationId="{6A183F01-449F-4BF8-8D54-826B844F0AA4}"/>
          </ac:spMkLst>
        </pc:spChg>
        <pc:spChg chg="add mod">
          <ac:chgData name="Mozhgan Bacon" userId="87017a61-33d9-4952-aa6c-e009fac81f23" providerId="ADAL" clId="{A2255EE8-3AF3-4219-A3E8-E935BB853163}" dt="2021-10-24T04:46:25.183" v="1018" actId="14100"/>
          <ac:spMkLst>
            <pc:docMk/>
            <pc:sldMk cId="3085031455" sldId="399"/>
            <ac:spMk id="35" creationId="{34D41AEF-E904-41DC-AC0B-730C99749B62}"/>
          </ac:spMkLst>
        </pc:spChg>
        <pc:spChg chg="add mod">
          <ac:chgData name="Mozhgan Bacon" userId="87017a61-33d9-4952-aa6c-e009fac81f23" providerId="ADAL" clId="{A2255EE8-3AF3-4219-A3E8-E935BB853163}" dt="2021-10-24T04:46:31.881" v="1021" actId="14100"/>
          <ac:spMkLst>
            <pc:docMk/>
            <pc:sldMk cId="3085031455" sldId="399"/>
            <ac:spMk id="36" creationId="{DF0491E6-F524-474A-A00F-E6AF6037590B}"/>
          </ac:spMkLst>
        </pc:spChg>
        <pc:spChg chg="add mod">
          <ac:chgData name="Mozhgan Bacon" userId="87017a61-33d9-4952-aa6c-e009fac81f23" providerId="ADAL" clId="{A2255EE8-3AF3-4219-A3E8-E935BB853163}" dt="2021-10-24T04:48:11.525" v="1048" actId="14100"/>
          <ac:spMkLst>
            <pc:docMk/>
            <pc:sldMk cId="3085031455" sldId="399"/>
            <ac:spMk id="37" creationId="{BBBB3BA2-803F-4B4F-8579-0FA768E915E6}"/>
          </ac:spMkLst>
        </pc:spChg>
        <pc:spChg chg="add mod">
          <ac:chgData name="Mozhgan Bacon" userId="87017a61-33d9-4952-aa6c-e009fac81f23" providerId="ADAL" clId="{A2255EE8-3AF3-4219-A3E8-E935BB853163}" dt="2021-10-24T04:48:17.721" v="1050" actId="1076"/>
          <ac:spMkLst>
            <pc:docMk/>
            <pc:sldMk cId="3085031455" sldId="399"/>
            <ac:spMk id="39" creationId="{BF6F7350-CBF6-4DD9-8A5D-0E4BF2AD04AF}"/>
          </ac:spMkLst>
        </pc:spChg>
        <pc:graphicFrameChg chg="mod">
          <ac:chgData name="Mozhgan Bacon" userId="87017a61-33d9-4952-aa6c-e009fac81f23" providerId="ADAL" clId="{A2255EE8-3AF3-4219-A3E8-E935BB853163}" dt="2021-10-24T04:45:52.294" v="1007" actId="1076"/>
          <ac:graphicFrameMkLst>
            <pc:docMk/>
            <pc:sldMk cId="3085031455" sldId="399"/>
            <ac:graphicFrameMk id="24" creationId="{3C93423C-9394-4F84-A649-0E3E4F0C6077}"/>
          </ac:graphicFrameMkLst>
        </pc:graphicFrameChg>
        <pc:graphicFrameChg chg="mod">
          <ac:chgData name="Mozhgan Bacon" userId="87017a61-33d9-4952-aa6c-e009fac81f23" providerId="ADAL" clId="{A2255EE8-3AF3-4219-A3E8-E935BB853163}" dt="2021-10-24T04:45:58.011" v="1009" actId="1076"/>
          <ac:graphicFrameMkLst>
            <pc:docMk/>
            <pc:sldMk cId="3085031455" sldId="399"/>
            <ac:graphicFrameMk id="25" creationId="{F22A6C97-F28E-46B5-A37E-096FC6E6A104}"/>
          </ac:graphicFrameMkLst>
        </pc:graphicFrameChg>
        <pc:graphicFrameChg chg="mod">
          <ac:chgData name="Mozhgan Bacon" userId="87017a61-33d9-4952-aa6c-e009fac81f23" providerId="ADAL" clId="{A2255EE8-3AF3-4219-A3E8-E935BB853163}" dt="2021-10-24T04:46:06.212" v="1011" actId="1076"/>
          <ac:graphicFrameMkLst>
            <pc:docMk/>
            <pc:sldMk cId="3085031455" sldId="399"/>
            <ac:graphicFrameMk id="26" creationId="{A6BD018D-93AE-4A5F-ACF2-21ACD91FDB70}"/>
          </ac:graphicFrameMkLst>
        </pc:graphicFrameChg>
        <pc:graphicFrameChg chg="mod">
          <ac:chgData name="Mozhgan Bacon" userId="87017a61-33d9-4952-aa6c-e009fac81f23" providerId="ADAL" clId="{A2255EE8-3AF3-4219-A3E8-E935BB853163}" dt="2021-10-24T04:46:11.343" v="1013" actId="1076"/>
          <ac:graphicFrameMkLst>
            <pc:docMk/>
            <pc:sldMk cId="3085031455" sldId="399"/>
            <ac:graphicFrameMk id="27" creationId="{685C043B-6554-415B-9025-050A03BDC49D}"/>
          </ac:graphicFrameMkLst>
        </pc:graphicFrameChg>
        <pc:graphicFrameChg chg="mod">
          <ac:chgData name="Mozhgan Bacon" userId="87017a61-33d9-4952-aa6c-e009fac81f23" providerId="ADAL" clId="{A2255EE8-3AF3-4219-A3E8-E935BB853163}" dt="2021-10-24T04:46:20.040" v="1016" actId="1076"/>
          <ac:graphicFrameMkLst>
            <pc:docMk/>
            <pc:sldMk cId="3085031455" sldId="399"/>
            <ac:graphicFrameMk id="30" creationId="{0CD50D9F-DA1A-4BC0-9816-40B3B8E45C21}"/>
          </ac:graphicFrameMkLst>
        </pc:graphicFrameChg>
        <pc:graphicFrameChg chg="mod">
          <ac:chgData name="Mozhgan Bacon" userId="87017a61-33d9-4952-aa6c-e009fac81f23" providerId="ADAL" clId="{A2255EE8-3AF3-4219-A3E8-E935BB853163}" dt="2021-10-24T04:46:27.268" v="1019" actId="1076"/>
          <ac:graphicFrameMkLst>
            <pc:docMk/>
            <pc:sldMk cId="3085031455" sldId="399"/>
            <ac:graphicFrameMk id="31" creationId="{8BDE5890-5001-4D5E-983B-0EF2E58DD156}"/>
          </ac:graphicFrameMkLst>
        </pc:graphicFrameChg>
        <pc:graphicFrameChg chg="mod">
          <ac:chgData name="Mozhgan Bacon" userId="87017a61-33d9-4952-aa6c-e009fac81f23" providerId="ADAL" clId="{A2255EE8-3AF3-4219-A3E8-E935BB853163}" dt="2021-10-24T04:48:08.871" v="1047" actId="1076"/>
          <ac:graphicFrameMkLst>
            <pc:docMk/>
            <pc:sldMk cId="3085031455" sldId="399"/>
            <ac:graphicFrameMk id="32" creationId="{95AD0BDF-4A4D-41DD-8E48-0C17575EC636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48:14.807" v="1049" actId="1076"/>
          <ac:graphicFrameMkLst>
            <pc:docMk/>
            <pc:sldMk cId="3085031455" sldId="399"/>
            <ac:graphicFrameMk id="38" creationId="{E13CE006-03DD-4865-A1AB-C4A0AEFB689C}"/>
          </ac:graphicFrameMkLst>
        </pc:graphicFrameChg>
      </pc:sldChg>
      <pc:sldChg chg="addSp modSp">
        <pc:chgData name="Mozhgan Bacon" userId="87017a61-33d9-4952-aa6c-e009fac81f23" providerId="ADAL" clId="{A2255EE8-3AF3-4219-A3E8-E935BB853163}" dt="2021-10-22T21:49:56.806" v="827" actId="113"/>
        <pc:sldMkLst>
          <pc:docMk/>
          <pc:sldMk cId="1339141683" sldId="400"/>
        </pc:sldMkLst>
        <pc:spChg chg="mod">
          <ac:chgData name="Mozhgan Bacon" userId="87017a61-33d9-4952-aa6c-e009fac81f23" providerId="ADAL" clId="{A2255EE8-3AF3-4219-A3E8-E935BB853163}" dt="2021-10-22T21:49:31.031" v="822" actId="20577"/>
          <ac:spMkLst>
            <pc:docMk/>
            <pc:sldMk cId="1339141683" sldId="400"/>
            <ac:spMk id="2" creationId="{5F401A50-DBED-4448-B4CB-0FA13F7CAC83}"/>
          </ac:spMkLst>
        </pc:spChg>
        <pc:spChg chg="mod">
          <ac:chgData name="Mozhgan Bacon" userId="87017a61-33d9-4952-aa6c-e009fac81f23" providerId="ADAL" clId="{A2255EE8-3AF3-4219-A3E8-E935BB853163}" dt="2021-10-22T21:49:27.694" v="821" actId="207"/>
          <ac:spMkLst>
            <pc:docMk/>
            <pc:sldMk cId="1339141683" sldId="400"/>
            <ac:spMk id="3" creationId="{B8922723-8F29-4528-9FB9-B2E2540B669D}"/>
          </ac:spMkLst>
        </pc:spChg>
        <pc:spChg chg="mod">
          <ac:chgData name="Mozhgan Bacon" userId="87017a61-33d9-4952-aa6c-e009fac81f23" providerId="ADAL" clId="{A2255EE8-3AF3-4219-A3E8-E935BB853163}" dt="2021-10-22T21:49:56.806" v="827" actId="113"/>
          <ac:spMkLst>
            <pc:docMk/>
            <pc:sldMk cId="1339141683" sldId="400"/>
            <ac:spMk id="4" creationId="{EF3D89C1-E404-4305-98A9-B276916847AE}"/>
          </ac:spMkLst>
        </pc:spChg>
        <pc:spChg chg="add mod">
          <ac:chgData name="Mozhgan Bacon" userId="87017a61-33d9-4952-aa6c-e009fac81f23" providerId="ADAL" clId="{A2255EE8-3AF3-4219-A3E8-E935BB853163}" dt="2021-10-22T21:49:23.718" v="820" actId="14100"/>
          <ac:spMkLst>
            <pc:docMk/>
            <pc:sldMk cId="1339141683" sldId="400"/>
            <ac:spMk id="7" creationId="{F085BBF2-6835-48C8-8239-B41F51C6F6EF}"/>
          </ac:spMkLst>
        </pc:spChg>
      </pc:sldChg>
      <pc:sldChg chg="addSp modSp">
        <pc:chgData name="Mozhgan Bacon" userId="87017a61-33d9-4952-aa6c-e009fac81f23" providerId="ADAL" clId="{A2255EE8-3AF3-4219-A3E8-E935BB853163}" dt="2021-10-22T22:02:54.819" v="900" actId="113"/>
        <pc:sldMkLst>
          <pc:docMk/>
          <pc:sldMk cId="1225805195" sldId="401"/>
        </pc:sldMkLst>
        <pc:spChg chg="mod">
          <ac:chgData name="Mozhgan Bacon" userId="87017a61-33d9-4952-aa6c-e009fac81f23" providerId="ADAL" clId="{A2255EE8-3AF3-4219-A3E8-E935BB853163}" dt="2021-10-22T21:50:24.636" v="832" actId="20577"/>
          <ac:spMkLst>
            <pc:docMk/>
            <pc:sldMk cId="1225805195" sldId="401"/>
            <ac:spMk id="2" creationId="{5F401A50-DBED-4448-B4CB-0FA13F7CAC83}"/>
          </ac:spMkLst>
        </pc:spChg>
        <pc:spChg chg="mod">
          <ac:chgData name="Mozhgan Bacon" userId="87017a61-33d9-4952-aa6c-e009fac81f23" providerId="ADAL" clId="{A2255EE8-3AF3-4219-A3E8-E935BB853163}" dt="2021-10-22T22:02:54.819" v="900" actId="113"/>
          <ac:spMkLst>
            <pc:docMk/>
            <pc:sldMk cId="1225805195" sldId="401"/>
            <ac:spMk id="3" creationId="{B8922723-8F29-4528-9FB9-B2E2540B669D}"/>
          </ac:spMkLst>
        </pc:spChg>
        <pc:spChg chg="mod">
          <ac:chgData name="Mozhgan Bacon" userId="87017a61-33d9-4952-aa6c-e009fac81f23" providerId="ADAL" clId="{A2255EE8-3AF3-4219-A3E8-E935BB853163}" dt="2021-10-22T21:50:35.784" v="836" actId="1076"/>
          <ac:spMkLst>
            <pc:docMk/>
            <pc:sldMk cId="1225805195" sldId="401"/>
            <ac:spMk id="4" creationId="{EF3D89C1-E404-4305-98A9-B276916847AE}"/>
          </ac:spMkLst>
        </pc:spChg>
        <pc:spChg chg="add mod">
          <ac:chgData name="Mozhgan Bacon" userId="87017a61-33d9-4952-aa6c-e009fac81f23" providerId="ADAL" clId="{A2255EE8-3AF3-4219-A3E8-E935BB853163}" dt="2021-10-22T21:50:32.809" v="835" actId="1076"/>
          <ac:spMkLst>
            <pc:docMk/>
            <pc:sldMk cId="1225805195" sldId="401"/>
            <ac:spMk id="7" creationId="{A46FCC13-8A3A-4949-8467-97972D61B7F8}"/>
          </ac:spMkLst>
        </pc:spChg>
        <pc:graphicFrameChg chg="mod">
          <ac:chgData name="Mozhgan Bacon" userId="87017a61-33d9-4952-aa6c-e009fac81f23" providerId="ADAL" clId="{A2255EE8-3AF3-4219-A3E8-E935BB853163}" dt="2021-10-22T21:50:30.165" v="834" actId="1076"/>
          <ac:graphicFrameMkLst>
            <pc:docMk/>
            <pc:sldMk cId="1225805195" sldId="401"/>
            <ac:graphicFrameMk id="6" creationId="{F4D9AF06-6377-415A-9C63-9F4BA8CED398}"/>
          </ac:graphicFrameMkLst>
        </pc:graphicFrameChg>
        <pc:picChg chg="mod">
          <ac:chgData name="Mozhgan Bacon" userId="87017a61-33d9-4952-aa6c-e009fac81f23" providerId="ADAL" clId="{A2255EE8-3AF3-4219-A3E8-E935BB853163}" dt="2021-10-22T21:50:46.095" v="841" actId="1076"/>
          <ac:picMkLst>
            <pc:docMk/>
            <pc:sldMk cId="1225805195" sldId="401"/>
            <ac:picMk id="9" creationId="{105B963E-14E4-4E55-B5AD-CA1EE2053740}"/>
          </ac:picMkLst>
        </pc:picChg>
      </pc:sldChg>
      <pc:sldChg chg="addSp modSp modAnim">
        <pc:chgData name="Mozhgan Bacon" userId="87017a61-33d9-4952-aa6c-e009fac81f23" providerId="ADAL" clId="{A2255EE8-3AF3-4219-A3E8-E935BB853163}" dt="2021-10-24T04:51:32.185" v="1075" actId="1076"/>
        <pc:sldMkLst>
          <pc:docMk/>
          <pc:sldMk cId="4042343605" sldId="402"/>
        </pc:sldMkLst>
        <pc:spChg chg="mod">
          <ac:chgData name="Mozhgan Bacon" userId="87017a61-33d9-4952-aa6c-e009fac81f23" providerId="ADAL" clId="{A2255EE8-3AF3-4219-A3E8-E935BB853163}" dt="2021-10-24T04:51:29.616" v="1074" actId="1076"/>
          <ac:spMkLst>
            <pc:docMk/>
            <pc:sldMk cId="4042343605" sldId="402"/>
            <ac:spMk id="3" creationId="{62889B9B-75CB-4D2D-8E11-23ED8575F290}"/>
          </ac:spMkLst>
        </pc:spChg>
        <pc:graphicFrameChg chg="add mod">
          <ac:chgData name="Mozhgan Bacon" userId="87017a61-33d9-4952-aa6c-e009fac81f23" providerId="ADAL" clId="{A2255EE8-3AF3-4219-A3E8-E935BB853163}" dt="2021-10-24T04:51:32.185" v="1075" actId="1076"/>
          <ac:graphicFrameMkLst>
            <pc:docMk/>
            <pc:sldMk cId="4042343605" sldId="402"/>
            <ac:graphicFrameMk id="6" creationId="{06734F28-3B29-4384-9922-9C742D14D9BE}"/>
          </ac:graphicFrameMkLst>
        </pc:graphicFrameChg>
        <pc:picChg chg="mod">
          <ac:chgData name="Mozhgan Bacon" userId="87017a61-33d9-4952-aa6c-e009fac81f23" providerId="ADAL" clId="{A2255EE8-3AF3-4219-A3E8-E935BB853163}" dt="2021-10-21T23:50:23.273" v="301" actId="1076"/>
          <ac:picMkLst>
            <pc:docMk/>
            <pc:sldMk cId="4042343605" sldId="402"/>
            <ac:picMk id="7" creationId="{E4055CED-91F0-4F63-8F8A-D5D5B4091B6A}"/>
          </ac:picMkLst>
        </pc:picChg>
        <pc:picChg chg="mod">
          <ac:chgData name="Mozhgan Bacon" userId="87017a61-33d9-4952-aa6c-e009fac81f23" providerId="ADAL" clId="{A2255EE8-3AF3-4219-A3E8-E935BB853163}" dt="2021-10-21T23:50:19.302" v="299" actId="1076"/>
          <ac:picMkLst>
            <pc:docMk/>
            <pc:sldMk cId="4042343605" sldId="402"/>
            <ac:picMk id="8" creationId="{9ED4887D-4993-4EED-A276-D438772F567B}"/>
          </ac:picMkLst>
        </pc:picChg>
        <pc:picChg chg="add mod">
          <ac:chgData name="Mozhgan Bacon" userId="87017a61-33d9-4952-aa6c-e009fac81f23" providerId="ADAL" clId="{A2255EE8-3AF3-4219-A3E8-E935BB853163}" dt="2021-10-21T23:50:21.480" v="300" actId="1076"/>
          <ac:picMkLst>
            <pc:docMk/>
            <pc:sldMk cId="4042343605" sldId="402"/>
            <ac:picMk id="9" creationId="{ADCEA993-C574-4E70-A69A-8C8AFED49819}"/>
          </ac:picMkLst>
        </pc:picChg>
        <pc:picChg chg="add mod">
          <ac:chgData name="Mozhgan Bacon" userId="87017a61-33d9-4952-aa6c-e009fac81f23" providerId="ADAL" clId="{A2255EE8-3AF3-4219-A3E8-E935BB853163}" dt="2021-10-21T23:50:27.480" v="303" actId="1076"/>
          <ac:picMkLst>
            <pc:docMk/>
            <pc:sldMk cId="4042343605" sldId="402"/>
            <ac:picMk id="10" creationId="{EE944A1B-E93B-44A5-8B35-6547F137453A}"/>
          </ac:picMkLst>
        </pc:picChg>
      </pc:sldChg>
      <pc:sldChg chg="addSp modSp ord">
        <pc:chgData name="Mozhgan Bacon" userId="87017a61-33d9-4952-aa6c-e009fac81f23" providerId="ADAL" clId="{A2255EE8-3AF3-4219-A3E8-E935BB853163}" dt="2021-10-25T03:02:06.174" v="1152" actId="14100"/>
        <pc:sldMkLst>
          <pc:docMk/>
          <pc:sldMk cId="3209686599" sldId="403"/>
        </pc:sldMkLst>
        <pc:spChg chg="mod">
          <ac:chgData name="Mozhgan Bacon" userId="87017a61-33d9-4952-aa6c-e009fac81f23" providerId="ADAL" clId="{A2255EE8-3AF3-4219-A3E8-E935BB853163}" dt="2021-10-25T03:01:41.749" v="1149" actId="255"/>
          <ac:spMkLst>
            <pc:docMk/>
            <pc:sldMk cId="3209686599" sldId="403"/>
            <ac:spMk id="3" creationId="{62889B9B-75CB-4D2D-8E11-23ED8575F290}"/>
          </ac:spMkLst>
        </pc:spChg>
        <pc:picChg chg="mod">
          <ac:chgData name="Mozhgan Bacon" userId="87017a61-33d9-4952-aa6c-e009fac81f23" providerId="ADAL" clId="{A2255EE8-3AF3-4219-A3E8-E935BB853163}" dt="2021-10-25T03:01:12.121" v="1142" actId="1076"/>
          <ac:picMkLst>
            <pc:docMk/>
            <pc:sldMk cId="3209686599" sldId="403"/>
            <ac:picMk id="6" creationId="{3D438652-4453-4830-A1A0-AE4DF0A35570}"/>
          </ac:picMkLst>
        </pc:picChg>
        <pc:picChg chg="add mod">
          <ac:chgData name="Mozhgan Bacon" userId="87017a61-33d9-4952-aa6c-e009fac81f23" providerId="ADAL" clId="{A2255EE8-3AF3-4219-A3E8-E935BB853163}" dt="2021-10-25T03:01:18.518" v="1144" actId="1076"/>
          <ac:picMkLst>
            <pc:docMk/>
            <pc:sldMk cId="3209686599" sldId="403"/>
            <ac:picMk id="7" creationId="{2194AFA1-EE31-46AD-8EF7-64B67E674717}"/>
          </ac:picMkLst>
        </pc:picChg>
        <pc:picChg chg="add mod">
          <ac:chgData name="Mozhgan Bacon" userId="87017a61-33d9-4952-aa6c-e009fac81f23" providerId="ADAL" clId="{A2255EE8-3AF3-4219-A3E8-E935BB853163}" dt="2021-10-25T03:01:32.141" v="1148" actId="1076"/>
          <ac:picMkLst>
            <pc:docMk/>
            <pc:sldMk cId="3209686599" sldId="403"/>
            <ac:picMk id="8" creationId="{B8E1E7C3-1047-47D7-B8D4-6204BF9F2C55}"/>
          </ac:picMkLst>
        </pc:picChg>
        <pc:picChg chg="mod">
          <ac:chgData name="Mozhgan Bacon" userId="87017a61-33d9-4952-aa6c-e009fac81f23" providerId="ADAL" clId="{A2255EE8-3AF3-4219-A3E8-E935BB853163}" dt="2021-10-25T03:01:07.117" v="1140" actId="1076"/>
          <ac:picMkLst>
            <pc:docMk/>
            <pc:sldMk cId="3209686599" sldId="403"/>
            <ac:picMk id="9" creationId="{B4054887-4AC9-48B8-996C-C6F3526BF2C7}"/>
          </ac:picMkLst>
        </pc:picChg>
        <pc:picChg chg="add mod">
          <ac:chgData name="Mozhgan Bacon" userId="87017a61-33d9-4952-aa6c-e009fac81f23" providerId="ADAL" clId="{A2255EE8-3AF3-4219-A3E8-E935BB853163}" dt="2021-10-25T03:02:06.174" v="1152" actId="14100"/>
          <ac:picMkLst>
            <pc:docMk/>
            <pc:sldMk cId="3209686599" sldId="403"/>
            <ac:picMk id="10" creationId="{9396C7A4-0313-44F9-9853-313969E9141C}"/>
          </ac:picMkLst>
        </pc:picChg>
        <pc:picChg chg="add mod">
          <ac:chgData name="Mozhgan Bacon" userId="87017a61-33d9-4952-aa6c-e009fac81f23" providerId="ADAL" clId="{A2255EE8-3AF3-4219-A3E8-E935BB853163}" dt="2021-10-25T03:02:06.174" v="1152" actId="14100"/>
          <ac:picMkLst>
            <pc:docMk/>
            <pc:sldMk cId="3209686599" sldId="403"/>
            <ac:picMk id="11" creationId="{CF042828-40F0-4480-B8E2-2B951A836383}"/>
          </ac:picMkLst>
        </pc:picChg>
        <pc:picChg chg="add mod">
          <ac:chgData name="Mozhgan Bacon" userId="87017a61-33d9-4952-aa6c-e009fac81f23" providerId="ADAL" clId="{A2255EE8-3AF3-4219-A3E8-E935BB853163}" dt="2021-10-25T03:02:06.174" v="1152" actId="14100"/>
          <ac:picMkLst>
            <pc:docMk/>
            <pc:sldMk cId="3209686599" sldId="403"/>
            <ac:picMk id="12" creationId="{1F9AB86D-5277-4296-AADD-FC4E25EC4FC2}"/>
          </ac:picMkLst>
        </pc:picChg>
      </pc:sldChg>
      <pc:sldChg chg="addSp modSp">
        <pc:chgData name="Mozhgan Bacon" userId="87017a61-33d9-4952-aa6c-e009fac81f23" providerId="ADAL" clId="{A2255EE8-3AF3-4219-A3E8-E935BB853163}" dt="2021-10-25T03:03:14.162" v="1164" actId="1076"/>
        <pc:sldMkLst>
          <pc:docMk/>
          <pc:sldMk cId="114328847" sldId="404"/>
        </pc:sldMkLst>
        <pc:spChg chg="mod">
          <ac:chgData name="Mozhgan Bacon" userId="87017a61-33d9-4952-aa6c-e009fac81f23" providerId="ADAL" clId="{A2255EE8-3AF3-4219-A3E8-E935BB853163}" dt="2021-10-22T22:09:52.064" v="936" actId="20578"/>
          <ac:spMkLst>
            <pc:docMk/>
            <pc:sldMk cId="114328847" sldId="404"/>
            <ac:spMk id="2" creationId="{B162EEE9-111B-4665-AAD0-D0DE17AA6564}"/>
          </ac:spMkLst>
        </pc:spChg>
        <pc:spChg chg="mod">
          <ac:chgData name="Mozhgan Bacon" userId="87017a61-33d9-4952-aa6c-e009fac81f23" providerId="ADAL" clId="{A2255EE8-3AF3-4219-A3E8-E935BB853163}" dt="2021-10-22T22:10:17.987" v="940" actId="14100"/>
          <ac:spMkLst>
            <pc:docMk/>
            <pc:sldMk cId="114328847" sldId="404"/>
            <ac:spMk id="3" creationId="{62889B9B-75CB-4D2D-8E11-23ED8575F290}"/>
          </ac:spMkLst>
        </pc:spChg>
        <pc:picChg chg="mod">
          <ac:chgData name="Mozhgan Bacon" userId="87017a61-33d9-4952-aa6c-e009fac81f23" providerId="ADAL" clId="{A2255EE8-3AF3-4219-A3E8-E935BB853163}" dt="2021-10-25T03:02:51.720" v="1157" actId="1076"/>
          <ac:picMkLst>
            <pc:docMk/>
            <pc:sldMk cId="114328847" sldId="404"/>
            <ac:picMk id="6" creationId="{5A8A47FB-790E-457B-B835-AE00945B8B9E}"/>
          </ac:picMkLst>
        </pc:picChg>
        <pc:picChg chg="add mod">
          <ac:chgData name="Mozhgan Bacon" userId="87017a61-33d9-4952-aa6c-e009fac81f23" providerId="ADAL" clId="{A2255EE8-3AF3-4219-A3E8-E935BB853163}" dt="2021-10-25T03:02:42.856" v="1155" actId="1076"/>
          <ac:picMkLst>
            <pc:docMk/>
            <pc:sldMk cId="114328847" sldId="404"/>
            <ac:picMk id="7" creationId="{DA4885B4-F187-4CCF-A944-84576F237657}"/>
          </ac:picMkLst>
        </pc:picChg>
        <pc:picChg chg="add mod">
          <ac:chgData name="Mozhgan Bacon" userId="87017a61-33d9-4952-aa6c-e009fac81f23" providerId="ADAL" clId="{A2255EE8-3AF3-4219-A3E8-E935BB853163}" dt="2021-10-25T03:02:58.740" v="1160" actId="1076"/>
          <ac:picMkLst>
            <pc:docMk/>
            <pc:sldMk cId="114328847" sldId="404"/>
            <ac:picMk id="8" creationId="{9F08E1E8-BCE6-4576-A926-8F4EDB1040C6}"/>
          </ac:picMkLst>
        </pc:picChg>
        <pc:picChg chg="mod">
          <ac:chgData name="Mozhgan Bacon" userId="87017a61-33d9-4952-aa6c-e009fac81f23" providerId="ADAL" clId="{A2255EE8-3AF3-4219-A3E8-E935BB853163}" dt="2021-10-25T03:03:06.341" v="1161" actId="1076"/>
          <ac:picMkLst>
            <pc:docMk/>
            <pc:sldMk cId="114328847" sldId="404"/>
            <ac:picMk id="9" creationId="{89005705-7779-4D3C-A6F8-C2D7D4DAA635}"/>
          </ac:picMkLst>
        </pc:picChg>
        <pc:picChg chg="add mod">
          <ac:chgData name="Mozhgan Bacon" userId="87017a61-33d9-4952-aa6c-e009fac81f23" providerId="ADAL" clId="{A2255EE8-3AF3-4219-A3E8-E935BB853163}" dt="2021-10-25T03:03:14.162" v="1164" actId="1076"/>
          <ac:picMkLst>
            <pc:docMk/>
            <pc:sldMk cId="114328847" sldId="404"/>
            <ac:picMk id="10" creationId="{C43EE2B6-1A39-474B-98E6-D72BF5BB560C}"/>
          </ac:picMkLst>
        </pc:picChg>
      </pc:sldChg>
      <pc:sldChg chg="modSp">
        <pc:chgData name="Mozhgan Bacon" userId="87017a61-33d9-4952-aa6c-e009fac81f23" providerId="ADAL" clId="{A2255EE8-3AF3-4219-A3E8-E935BB853163}" dt="2021-10-22T16:50:06.613" v="357" actId="207"/>
        <pc:sldMkLst>
          <pc:docMk/>
          <pc:sldMk cId="1942697667" sldId="405"/>
        </pc:sldMkLst>
        <pc:spChg chg="mod">
          <ac:chgData name="Mozhgan Bacon" userId="87017a61-33d9-4952-aa6c-e009fac81f23" providerId="ADAL" clId="{A2255EE8-3AF3-4219-A3E8-E935BB853163}" dt="2021-10-22T16:50:06.613" v="357" actId="207"/>
          <ac:spMkLst>
            <pc:docMk/>
            <pc:sldMk cId="1942697667" sldId="405"/>
            <ac:spMk id="3" creationId="{63A70EE3-1E96-4876-8F35-B177C9EBF831}"/>
          </ac:spMkLst>
        </pc:spChg>
        <pc:spChg chg="mod">
          <ac:chgData name="Mozhgan Bacon" userId="87017a61-33d9-4952-aa6c-e009fac81f23" providerId="ADAL" clId="{A2255EE8-3AF3-4219-A3E8-E935BB853163}" dt="2021-10-22T16:50:02.748" v="356" actId="207"/>
          <ac:spMkLst>
            <pc:docMk/>
            <pc:sldMk cId="1942697667" sldId="405"/>
            <ac:spMk id="4" creationId="{14166F83-7732-4C58-A5E4-E75CB810CB0F}"/>
          </ac:spMkLst>
        </pc:spChg>
      </pc:sldChg>
      <pc:sldChg chg="addSp modSp modAnim">
        <pc:chgData name="Mozhgan Bacon" userId="87017a61-33d9-4952-aa6c-e009fac81f23" providerId="ADAL" clId="{A2255EE8-3AF3-4219-A3E8-E935BB853163}" dt="2021-10-24T05:02:51.153" v="1131" actId="20577"/>
        <pc:sldMkLst>
          <pc:docMk/>
          <pc:sldMk cId="3488198155" sldId="406"/>
        </pc:sldMkLst>
        <pc:spChg chg="mod">
          <ac:chgData name="Mozhgan Bacon" userId="87017a61-33d9-4952-aa6c-e009fac81f23" providerId="ADAL" clId="{A2255EE8-3AF3-4219-A3E8-E935BB853163}" dt="2021-10-24T05:02:51.153" v="1131" actId="20577"/>
          <ac:spMkLst>
            <pc:docMk/>
            <pc:sldMk cId="3488198155" sldId="406"/>
            <ac:spMk id="2" creationId="{996101D4-C52C-46A1-9D5E-3823AD1F5E23}"/>
          </ac:spMkLst>
        </pc:spChg>
        <pc:spChg chg="mod">
          <ac:chgData name="Mozhgan Bacon" userId="87017a61-33d9-4952-aa6c-e009fac81f23" providerId="ADAL" clId="{A2255EE8-3AF3-4219-A3E8-E935BB853163}" dt="2021-10-22T17:16:53.815" v="507" actId="123"/>
          <ac:spMkLst>
            <pc:docMk/>
            <pc:sldMk cId="3488198155" sldId="406"/>
            <ac:spMk id="3" creationId="{63A70EE3-1E96-4876-8F35-B177C9EBF831}"/>
          </ac:spMkLst>
        </pc:spChg>
        <pc:spChg chg="mod">
          <ac:chgData name="Mozhgan Bacon" userId="87017a61-33d9-4952-aa6c-e009fac81f23" providerId="ADAL" clId="{A2255EE8-3AF3-4219-A3E8-E935BB853163}" dt="2021-10-22T17:17:14.384" v="512" actId="1076"/>
          <ac:spMkLst>
            <pc:docMk/>
            <pc:sldMk cId="3488198155" sldId="406"/>
            <ac:spMk id="4" creationId="{14166F83-7732-4C58-A5E4-E75CB810CB0F}"/>
          </ac:spMkLst>
        </pc:spChg>
        <pc:spChg chg="add mod">
          <ac:chgData name="Mozhgan Bacon" userId="87017a61-33d9-4952-aa6c-e009fac81f23" providerId="ADAL" clId="{A2255EE8-3AF3-4219-A3E8-E935BB853163}" dt="2021-10-22T17:17:07.071" v="511" actId="113"/>
          <ac:spMkLst>
            <pc:docMk/>
            <pc:sldMk cId="3488198155" sldId="406"/>
            <ac:spMk id="6" creationId="{AB2403C6-31D7-4F90-87EA-778B7A8A28B9}"/>
          </ac:spMkLst>
        </pc:spChg>
        <pc:graphicFrameChg chg="mod">
          <ac:chgData name="Mozhgan Bacon" userId="87017a61-33d9-4952-aa6c-e009fac81f23" providerId="ADAL" clId="{A2255EE8-3AF3-4219-A3E8-E935BB853163}" dt="2021-10-22T17:16:57.225" v="509" actId="1076"/>
          <ac:graphicFrameMkLst>
            <pc:docMk/>
            <pc:sldMk cId="3488198155" sldId="406"/>
            <ac:graphicFrameMk id="5" creationId="{909AB6E5-4C19-4B4B-B3C0-52EF85203633}"/>
          </ac:graphicFrameMkLst>
        </pc:graphicFrameChg>
        <pc:graphicFrameChg chg="mod">
          <ac:chgData name="Mozhgan Bacon" userId="87017a61-33d9-4952-aa6c-e009fac81f23" providerId="ADAL" clId="{A2255EE8-3AF3-4219-A3E8-E935BB853163}" dt="2021-10-22T17:17:44.027" v="516" actId="1076"/>
          <ac:graphicFrameMkLst>
            <pc:docMk/>
            <pc:sldMk cId="3488198155" sldId="406"/>
            <ac:graphicFrameMk id="7" creationId="{0E18FC40-A44F-46BD-AB53-C56DE3B3A2FD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7:17:48.838" v="517" actId="1076"/>
          <ac:graphicFrameMkLst>
            <pc:docMk/>
            <pc:sldMk cId="3488198155" sldId="406"/>
            <ac:graphicFrameMk id="9" creationId="{908FFE95-CB35-40DD-BDB6-B30E2D2E4927}"/>
          </ac:graphicFrameMkLst>
        </pc:graphicFrameChg>
        <pc:picChg chg="mod">
          <ac:chgData name="Mozhgan Bacon" userId="87017a61-33d9-4952-aa6c-e009fac81f23" providerId="ADAL" clId="{A2255EE8-3AF3-4219-A3E8-E935BB853163}" dt="2021-10-22T17:17:20.650" v="514" actId="1076"/>
          <ac:picMkLst>
            <pc:docMk/>
            <pc:sldMk cId="3488198155" sldId="406"/>
            <ac:picMk id="12" creationId="{93479B78-8617-45A3-B56B-F16FC7710C9A}"/>
          </ac:picMkLst>
        </pc:picChg>
      </pc:sldChg>
      <pc:sldChg chg="addSp modSp modAnim">
        <pc:chgData name="Mozhgan Bacon" userId="87017a61-33d9-4952-aa6c-e009fac81f23" providerId="ADAL" clId="{A2255EE8-3AF3-4219-A3E8-E935BB853163}" dt="2021-10-24T04:58:13.816" v="1111" actId="1076"/>
        <pc:sldMkLst>
          <pc:docMk/>
          <pc:sldMk cId="2522637012" sldId="407"/>
        </pc:sldMkLst>
        <pc:spChg chg="mod">
          <ac:chgData name="Mozhgan Bacon" userId="87017a61-33d9-4952-aa6c-e009fac81f23" providerId="ADAL" clId="{A2255EE8-3AF3-4219-A3E8-E935BB853163}" dt="2021-10-24T04:57:37.731" v="1101" actId="14100"/>
          <ac:spMkLst>
            <pc:docMk/>
            <pc:sldMk cId="2522637012" sldId="407"/>
            <ac:spMk id="3" creationId="{E081384A-A4FC-4B5A-8C31-3E52D2870432}"/>
          </ac:spMkLst>
        </pc:spChg>
        <pc:graphicFrameChg chg="add mod">
          <ac:chgData name="Mozhgan Bacon" userId="87017a61-33d9-4952-aa6c-e009fac81f23" providerId="ADAL" clId="{A2255EE8-3AF3-4219-A3E8-E935BB853163}" dt="2021-10-24T04:58:01.687" v="1106" actId="1076"/>
          <ac:graphicFrameMkLst>
            <pc:docMk/>
            <pc:sldMk cId="2522637012" sldId="407"/>
            <ac:graphicFrameMk id="5" creationId="{25B26EB2-DF85-4DE1-8604-7098028C9607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8:10.752" v="1110" actId="1076"/>
          <ac:graphicFrameMkLst>
            <pc:docMk/>
            <pc:sldMk cId="2522637012" sldId="407"/>
            <ac:graphicFrameMk id="6" creationId="{4FA9A87B-C63D-4392-BB0D-B7B5B6FC54F7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8:03.461" v="1107" actId="1076"/>
          <ac:graphicFrameMkLst>
            <pc:docMk/>
            <pc:sldMk cId="2522637012" sldId="407"/>
            <ac:graphicFrameMk id="8" creationId="{43B873C5-8734-49F9-B23B-5E60617C99BF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8:13.816" v="1111" actId="1076"/>
          <ac:graphicFrameMkLst>
            <pc:docMk/>
            <pc:sldMk cId="2522637012" sldId="407"/>
            <ac:graphicFrameMk id="9" creationId="{0797EED8-0541-44E1-8DF8-08F61EDAE26B}"/>
          </ac:graphicFrameMkLst>
        </pc:graphicFrameChg>
        <pc:picChg chg="mod">
          <ac:chgData name="Mozhgan Bacon" userId="87017a61-33d9-4952-aa6c-e009fac81f23" providerId="ADAL" clId="{A2255EE8-3AF3-4219-A3E8-E935BB853163}" dt="2021-10-24T04:58:08.518" v="1109" actId="1076"/>
          <ac:picMkLst>
            <pc:docMk/>
            <pc:sldMk cId="2522637012" sldId="407"/>
            <ac:picMk id="7" creationId="{5CA4F0D1-D7DE-4B89-9800-333AFC91CCFD}"/>
          </ac:picMkLst>
        </pc:picChg>
      </pc:sldChg>
      <pc:sldChg chg="modSp">
        <pc:chgData name="Mozhgan Bacon" userId="87017a61-33d9-4952-aa6c-e009fac81f23" providerId="ADAL" clId="{A2255EE8-3AF3-4219-A3E8-E935BB853163}" dt="2021-10-22T16:55:42.836" v="414" actId="113"/>
        <pc:sldMkLst>
          <pc:docMk/>
          <pc:sldMk cId="786126172" sldId="408"/>
        </pc:sldMkLst>
        <pc:spChg chg="mod">
          <ac:chgData name="Mozhgan Bacon" userId="87017a61-33d9-4952-aa6c-e009fac81f23" providerId="ADAL" clId="{A2255EE8-3AF3-4219-A3E8-E935BB853163}" dt="2021-10-22T16:55:42.836" v="414" actId="113"/>
          <ac:spMkLst>
            <pc:docMk/>
            <pc:sldMk cId="786126172" sldId="408"/>
            <ac:spMk id="3" creationId="{6B633A8F-E6EB-4E38-9516-197A574A4479}"/>
          </ac:spMkLst>
        </pc:spChg>
      </pc:sldChg>
      <pc:sldChg chg="modSp">
        <pc:chgData name="Mozhgan Bacon" userId="87017a61-33d9-4952-aa6c-e009fac81f23" providerId="ADAL" clId="{A2255EE8-3AF3-4219-A3E8-E935BB853163}" dt="2021-10-22T16:56:20.854" v="421" actId="113"/>
        <pc:sldMkLst>
          <pc:docMk/>
          <pc:sldMk cId="3369949730" sldId="409"/>
        </pc:sldMkLst>
        <pc:spChg chg="mod">
          <ac:chgData name="Mozhgan Bacon" userId="87017a61-33d9-4952-aa6c-e009fac81f23" providerId="ADAL" clId="{A2255EE8-3AF3-4219-A3E8-E935BB853163}" dt="2021-10-22T16:56:20.854" v="421" actId="113"/>
          <ac:spMkLst>
            <pc:docMk/>
            <pc:sldMk cId="3369949730" sldId="409"/>
            <ac:spMk id="9" creationId="{781430B4-7341-4CFF-9935-69847960577E}"/>
          </ac:spMkLst>
        </pc:spChg>
      </pc:sldChg>
      <pc:sldChg chg="addSp modSp">
        <pc:chgData name="Mozhgan Bacon" userId="87017a61-33d9-4952-aa6c-e009fac81f23" providerId="ADAL" clId="{A2255EE8-3AF3-4219-A3E8-E935BB853163}" dt="2021-10-24T05:00:01.939" v="1124" actId="20577"/>
        <pc:sldMkLst>
          <pc:docMk/>
          <pc:sldMk cId="4178754550" sldId="410"/>
        </pc:sldMkLst>
        <pc:spChg chg="mod">
          <ac:chgData name="Mozhgan Bacon" userId="87017a61-33d9-4952-aa6c-e009fac81f23" providerId="ADAL" clId="{A2255EE8-3AF3-4219-A3E8-E935BB853163}" dt="2021-10-24T05:00:01.939" v="1124" actId="20577"/>
          <ac:spMkLst>
            <pc:docMk/>
            <pc:sldMk cId="4178754550" sldId="410"/>
            <ac:spMk id="2" creationId="{860D3817-A85A-4C80-8736-FE35321D9FFE}"/>
          </ac:spMkLst>
        </pc:spChg>
        <pc:spChg chg="add mod">
          <ac:chgData name="Mozhgan Bacon" userId="87017a61-33d9-4952-aa6c-e009fac81f23" providerId="ADAL" clId="{A2255EE8-3AF3-4219-A3E8-E935BB853163}" dt="2021-10-24T04:59:49.956" v="1121" actId="14100"/>
          <ac:spMkLst>
            <pc:docMk/>
            <pc:sldMk cId="4178754550" sldId="410"/>
            <ac:spMk id="4" creationId="{053F0A2E-0B26-4F53-B5B4-5175F4454BCA}"/>
          </ac:spMkLst>
        </pc:spChg>
        <pc:picChg chg="mod">
          <ac:chgData name="Mozhgan Bacon" userId="87017a61-33d9-4952-aa6c-e009fac81f23" providerId="ADAL" clId="{A2255EE8-3AF3-4219-A3E8-E935BB853163}" dt="2021-10-24T04:59:56.340" v="1123" actId="14100"/>
          <ac:picMkLst>
            <pc:docMk/>
            <pc:sldMk cId="4178754550" sldId="410"/>
            <ac:picMk id="8" creationId="{F08A8FC2-AC40-4679-935C-660DA49EF6AC}"/>
          </ac:picMkLst>
        </pc:picChg>
      </pc:sldChg>
      <pc:sldChg chg="modSp">
        <pc:chgData name="Mozhgan Bacon" userId="87017a61-33d9-4952-aa6c-e009fac81f23" providerId="ADAL" clId="{A2255EE8-3AF3-4219-A3E8-E935BB853163}" dt="2021-10-22T17:13:59.033" v="483" actId="113"/>
        <pc:sldMkLst>
          <pc:docMk/>
          <pc:sldMk cId="1694775528" sldId="411"/>
        </pc:sldMkLst>
        <pc:spChg chg="mod">
          <ac:chgData name="Mozhgan Bacon" userId="87017a61-33d9-4952-aa6c-e009fac81f23" providerId="ADAL" clId="{A2255EE8-3AF3-4219-A3E8-E935BB853163}" dt="2021-10-19T14:49:42.380" v="5" actId="313"/>
          <ac:spMkLst>
            <pc:docMk/>
            <pc:sldMk cId="1694775528" sldId="411"/>
            <ac:spMk id="2" creationId="{6214410D-353F-4918-B753-1542D2A20D98}"/>
          </ac:spMkLst>
        </pc:spChg>
        <pc:spChg chg="mod">
          <ac:chgData name="Mozhgan Bacon" userId="87017a61-33d9-4952-aa6c-e009fac81f23" providerId="ADAL" clId="{A2255EE8-3AF3-4219-A3E8-E935BB853163}" dt="2021-10-22T17:13:59.033" v="483" actId="113"/>
          <ac:spMkLst>
            <pc:docMk/>
            <pc:sldMk cId="1694775528" sldId="411"/>
            <ac:spMk id="3" creationId="{8A903A97-C758-40A7-8D9C-0A8D1D50F917}"/>
          </ac:spMkLst>
        </pc:spChg>
      </pc:sldChg>
      <pc:sldChg chg="addSp modSp modAnim">
        <pc:chgData name="Mozhgan Bacon" userId="87017a61-33d9-4952-aa6c-e009fac81f23" providerId="ADAL" clId="{A2255EE8-3AF3-4219-A3E8-E935BB853163}" dt="2021-10-22T22:12:25.624" v="948" actId="123"/>
        <pc:sldMkLst>
          <pc:docMk/>
          <pc:sldMk cId="3081949686" sldId="412"/>
        </pc:sldMkLst>
        <pc:spChg chg="mod">
          <ac:chgData name="Mozhgan Bacon" userId="87017a61-33d9-4952-aa6c-e009fac81f23" providerId="ADAL" clId="{A2255EE8-3AF3-4219-A3E8-E935BB853163}" dt="2021-10-22T22:12:25.624" v="948" actId="123"/>
          <ac:spMkLst>
            <pc:docMk/>
            <pc:sldMk cId="3081949686" sldId="412"/>
            <ac:spMk id="3" creationId="{8A903A97-C758-40A7-8D9C-0A8D1D50F917}"/>
          </ac:spMkLst>
        </pc:spChg>
        <pc:graphicFrameChg chg="add mod">
          <ac:chgData name="Mozhgan Bacon" userId="87017a61-33d9-4952-aa6c-e009fac81f23" providerId="ADAL" clId="{A2255EE8-3AF3-4219-A3E8-E935BB853163}" dt="2021-10-22T17:15:54.417" v="497" actId="1076"/>
          <ac:graphicFrameMkLst>
            <pc:docMk/>
            <pc:sldMk cId="3081949686" sldId="412"/>
            <ac:graphicFrameMk id="5" creationId="{987BFE5D-7B51-4538-832B-F09375E3E0E4}"/>
          </ac:graphicFrameMkLst>
        </pc:graphicFrameChg>
        <pc:picChg chg="mod">
          <ac:chgData name="Mozhgan Bacon" userId="87017a61-33d9-4952-aa6c-e009fac81f23" providerId="ADAL" clId="{A2255EE8-3AF3-4219-A3E8-E935BB853163}" dt="2021-10-22T17:15:57.378" v="498" actId="1076"/>
          <ac:picMkLst>
            <pc:docMk/>
            <pc:sldMk cId="3081949686" sldId="412"/>
            <ac:picMk id="4" creationId="{8807B217-D396-4A44-A7C5-F04AA62FAC8D}"/>
          </ac:picMkLst>
        </pc:picChg>
      </pc:sldChg>
      <pc:sldChg chg="addSp delSp modSp modAnim">
        <pc:chgData name="Mozhgan Bacon" userId="87017a61-33d9-4952-aa6c-e009fac81f23" providerId="ADAL" clId="{A2255EE8-3AF3-4219-A3E8-E935BB853163}" dt="2021-10-22T17:18:55.910" v="531"/>
        <pc:sldMkLst>
          <pc:docMk/>
          <pc:sldMk cId="3829332735" sldId="413"/>
        </pc:sldMkLst>
        <pc:spChg chg="mod">
          <ac:chgData name="Mozhgan Bacon" userId="87017a61-33d9-4952-aa6c-e009fac81f23" providerId="ADAL" clId="{A2255EE8-3AF3-4219-A3E8-E935BB853163}" dt="2021-10-22T17:18:24.170" v="519" actId="1076"/>
          <ac:spMkLst>
            <pc:docMk/>
            <pc:sldMk cId="3829332735" sldId="413"/>
            <ac:spMk id="3" creationId="{8A903A97-C758-40A7-8D9C-0A8D1D50F917}"/>
          </ac:spMkLst>
        </pc:spChg>
        <pc:graphicFrameChg chg="del mod">
          <ac:chgData name="Mozhgan Bacon" userId="87017a61-33d9-4952-aa6c-e009fac81f23" providerId="ADAL" clId="{A2255EE8-3AF3-4219-A3E8-E935BB853163}" dt="2021-10-22T17:18:51.090" v="529" actId="478"/>
          <ac:graphicFrameMkLst>
            <pc:docMk/>
            <pc:sldMk cId="3829332735" sldId="413"/>
            <ac:graphicFrameMk id="4" creationId="{70481487-46A7-4373-B20B-80B30ADB31AA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7:18:40.589" v="526" actId="1076"/>
          <ac:graphicFrameMkLst>
            <pc:docMk/>
            <pc:sldMk cId="3829332735" sldId="413"/>
            <ac:graphicFrameMk id="7" creationId="{012F2281-89E4-4FDB-9621-87430730BCCB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7:18:42.612" v="527" actId="1076"/>
          <ac:graphicFrameMkLst>
            <pc:docMk/>
            <pc:sldMk cId="3829332735" sldId="413"/>
            <ac:graphicFrameMk id="8" creationId="{8BBBDDA0-E164-4F54-9202-D8A345B0E778}"/>
          </ac:graphicFrameMkLst>
        </pc:graphicFrameChg>
        <pc:picChg chg="mod">
          <ac:chgData name="Mozhgan Bacon" userId="87017a61-33d9-4952-aa6c-e009fac81f23" providerId="ADAL" clId="{A2255EE8-3AF3-4219-A3E8-E935BB853163}" dt="2021-10-22T17:18:36.264" v="524" actId="1076"/>
          <ac:picMkLst>
            <pc:docMk/>
            <pc:sldMk cId="3829332735" sldId="413"/>
            <ac:picMk id="6" creationId="{1EF4D18A-AE1F-4763-A096-7B82E66CC595}"/>
          </ac:picMkLst>
        </pc:picChg>
      </pc:sldChg>
      <pc:sldChg chg="addSp delSp modSp add ord modAnim">
        <pc:chgData name="Mozhgan Bacon" userId="87017a61-33d9-4952-aa6c-e009fac81f23" providerId="ADAL" clId="{A2255EE8-3AF3-4219-A3E8-E935BB853163}" dt="2021-10-22T21:28:15.432" v="712" actId="14100"/>
        <pc:sldMkLst>
          <pc:docMk/>
          <pc:sldMk cId="1190311176" sldId="414"/>
        </pc:sldMkLst>
        <pc:spChg chg="mod">
          <ac:chgData name="Mozhgan Bacon" userId="87017a61-33d9-4952-aa6c-e009fac81f23" providerId="ADAL" clId="{A2255EE8-3AF3-4219-A3E8-E935BB853163}" dt="2021-10-21T23:10:40.538" v="73"/>
          <ac:spMkLst>
            <pc:docMk/>
            <pc:sldMk cId="1190311176" sldId="414"/>
            <ac:spMk id="2" creationId="{882D9AC0-BEDE-418B-A4E7-B6F9A0BAD167}"/>
          </ac:spMkLst>
        </pc:spChg>
        <pc:spChg chg="del">
          <ac:chgData name="Mozhgan Bacon" userId="87017a61-33d9-4952-aa6c-e009fac81f23" providerId="ADAL" clId="{A2255EE8-3AF3-4219-A3E8-E935BB853163}" dt="2021-10-21T23:09:02.285" v="49" actId="478"/>
          <ac:spMkLst>
            <pc:docMk/>
            <pc:sldMk cId="1190311176" sldId="414"/>
            <ac:spMk id="3" creationId="{1959A3F6-4232-44AD-BCC9-7B0996B7E286}"/>
          </ac:spMkLst>
        </pc:spChg>
        <pc:spChg chg="del">
          <ac:chgData name="Mozhgan Bacon" userId="87017a61-33d9-4952-aa6c-e009fac81f23" providerId="ADAL" clId="{A2255EE8-3AF3-4219-A3E8-E935BB853163}" dt="2021-10-21T23:09:03.891" v="50" actId="478"/>
          <ac:spMkLst>
            <pc:docMk/>
            <pc:sldMk cId="1190311176" sldId="414"/>
            <ac:spMk id="4" creationId="{A82135DD-206F-40A0-A0A6-09899B881A26}"/>
          </ac:spMkLst>
        </pc:spChg>
        <pc:spChg chg="del">
          <ac:chgData name="Mozhgan Bacon" userId="87017a61-33d9-4952-aa6c-e009fac81f23" providerId="ADAL" clId="{A2255EE8-3AF3-4219-A3E8-E935BB853163}" dt="2021-10-21T23:09:05.227" v="51" actId="478"/>
          <ac:spMkLst>
            <pc:docMk/>
            <pc:sldMk cId="1190311176" sldId="414"/>
            <ac:spMk id="5" creationId="{A4EC6B2E-BB9B-49A8-8576-186C1933FB97}"/>
          </ac:spMkLst>
        </pc:spChg>
        <pc:spChg chg="del">
          <ac:chgData name="Mozhgan Bacon" userId="87017a61-33d9-4952-aa6c-e009fac81f23" providerId="ADAL" clId="{A2255EE8-3AF3-4219-A3E8-E935BB853163}" dt="2021-10-21T23:09:06.872" v="52" actId="478"/>
          <ac:spMkLst>
            <pc:docMk/>
            <pc:sldMk cId="1190311176" sldId="414"/>
            <ac:spMk id="6" creationId="{84E0389F-2B47-4FC4-B4EC-1396B6B001DD}"/>
          </ac:spMkLst>
        </pc:spChg>
        <pc:spChg chg="del mod">
          <ac:chgData name="Mozhgan Bacon" userId="87017a61-33d9-4952-aa6c-e009fac81f23" providerId="ADAL" clId="{A2255EE8-3AF3-4219-A3E8-E935BB853163}" dt="2021-10-21T23:09:22.372" v="55" actId="478"/>
          <ac:spMkLst>
            <pc:docMk/>
            <pc:sldMk cId="1190311176" sldId="414"/>
            <ac:spMk id="7" creationId="{C62F623F-9766-4EE7-AD7C-10A12367C81A}"/>
          </ac:spMkLst>
        </pc:spChg>
        <pc:spChg chg="add mod">
          <ac:chgData name="Mozhgan Bacon" userId="87017a61-33d9-4952-aa6c-e009fac81f23" providerId="ADAL" clId="{A2255EE8-3AF3-4219-A3E8-E935BB853163}" dt="2021-10-22T21:28:11.705" v="710" actId="14100"/>
          <ac:spMkLst>
            <pc:docMk/>
            <pc:sldMk cId="1190311176" sldId="414"/>
            <ac:spMk id="8" creationId="{1B3EF1D8-8DDA-4481-A1D5-0075EBB49625}"/>
          </ac:spMkLst>
        </pc:spChg>
        <pc:spChg chg="add del mod">
          <ac:chgData name="Mozhgan Bacon" userId="87017a61-33d9-4952-aa6c-e009fac81f23" providerId="ADAL" clId="{A2255EE8-3AF3-4219-A3E8-E935BB853163}" dt="2021-10-21T23:10:00.875" v="63" actId="478"/>
          <ac:spMkLst>
            <pc:docMk/>
            <pc:sldMk cId="1190311176" sldId="414"/>
            <ac:spMk id="9" creationId="{4C2AA269-A792-46FD-9D0D-DCE77ACDAFA7}"/>
          </ac:spMkLst>
        </pc:spChg>
        <pc:graphicFrameChg chg="add">
          <ac:chgData name="Mozhgan Bacon" userId="87017a61-33d9-4952-aa6c-e009fac81f23" providerId="ADAL" clId="{A2255EE8-3AF3-4219-A3E8-E935BB853163}" dt="2021-10-21T23:10:09.484" v="64"/>
          <ac:graphicFrameMkLst>
            <pc:docMk/>
            <pc:sldMk cId="1190311176" sldId="414"/>
            <ac:graphicFrameMk id="10" creationId="{A63CDF1D-43C2-4614-BADE-738A8DA274A3}"/>
          </ac:graphicFrameMkLst>
        </pc:graphicFrameChg>
        <pc:picChg chg="add mod">
          <ac:chgData name="Mozhgan Bacon" userId="87017a61-33d9-4952-aa6c-e009fac81f23" providerId="ADAL" clId="{A2255EE8-3AF3-4219-A3E8-E935BB853163}" dt="2021-10-22T21:28:15.432" v="712" actId="14100"/>
          <ac:picMkLst>
            <pc:docMk/>
            <pc:sldMk cId="1190311176" sldId="414"/>
            <ac:picMk id="11" creationId="{BDCD3012-E273-4377-97AC-F1F0504401C2}"/>
          </ac:picMkLst>
        </pc:picChg>
      </pc:sldChg>
      <pc:sldChg chg="addSp delSp modSp add">
        <pc:chgData name="Mozhgan Bacon" userId="87017a61-33d9-4952-aa6c-e009fac81f23" providerId="ADAL" clId="{A2255EE8-3AF3-4219-A3E8-E935BB853163}" dt="2021-10-21T23:15:44.935" v="110"/>
        <pc:sldMkLst>
          <pc:docMk/>
          <pc:sldMk cId="3842721180" sldId="415"/>
        </pc:sldMkLst>
        <pc:spChg chg="mod">
          <ac:chgData name="Mozhgan Bacon" userId="87017a61-33d9-4952-aa6c-e009fac81f23" providerId="ADAL" clId="{A2255EE8-3AF3-4219-A3E8-E935BB853163}" dt="2021-10-21T23:15:44.935" v="110"/>
          <ac:spMkLst>
            <pc:docMk/>
            <pc:sldMk cId="3842721180" sldId="415"/>
            <ac:spMk id="2" creationId="{BDB616EC-C721-4FC2-AB51-906506FCFCA9}"/>
          </ac:spMkLst>
        </pc:spChg>
        <pc:spChg chg="del">
          <ac:chgData name="Mozhgan Bacon" userId="87017a61-33d9-4952-aa6c-e009fac81f23" providerId="ADAL" clId="{A2255EE8-3AF3-4219-A3E8-E935BB853163}" dt="2021-10-21T23:15:15.133" v="103" actId="478"/>
          <ac:spMkLst>
            <pc:docMk/>
            <pc:sldMk cId="3842721180" sldId="415"/>
            <ac:spMk id="3" creationId="{7D793113-E584-4988-983F-9672252B0C25}"/>
          </ac:spMkLst>
        </pc:spChg>
        <pc:spChg chg="del">
          <ac:chgData name="Mozhgan Bacon" userId="87017a61-33d9-4952-aa6c-e009fac81f23" providerId="ADAL" clId="{A2255EE8-3AF3-4219-A3E8-E935BB853163}" dt="2021-10-21T23:15:17.615" v="104" actId="478"/>
          <ac:spMkLst>
            <pc:docMk/>
            <pc:sldMk cId="3842721180" sldId="415"/>
            <ac:spMk id="4" creationId="{364D8ED3-4151-4888-8CFF-7F3412A34DDB}"/>
          </ac:spMkLst>
        </pc:spChg>
        <pc:spChg chg="del">
          <ac:chgData name="Mozhgan Bacon" userId="87017a61-33d9-4952-aa6c-e009fac81f23" providerId="ADAL" clId="{A2255EE8-3AF3-4219-A3E8-E935BB853163}" dt="2021-10-21T23:15:21.359" v="105" actId="478"/>
          <ac:spMkLst>
            <pc:docMk/>
            <pc:sldMk cId="3842721180" sldId="415"/>
            <ac:spMk id="5" creationId="{E30284A2-6B21-4394-B5E3-2E1C444BE432}"/>
          </ac:spMkLst>
        </pc:spChg>
        <pc:spChg chg="del">
          <ac:chgData name="Mozhgan Bacon" userId="87017a61-33d9-4952-aa6c-e009fac81f23" providerId="ADAL" clId="{A2255EE8-3AF3-4219-A3E8-E935BB853163}" dt="2021-10-21T23:15:24.594" v="106" actId="478"/>
          <ac:spMkLst>
            <pc:docMk/>
            <pc:sldMk cId="3842721180" sldId="415"/>
            <ac:spMk id="6" creationId="{3BF09C45-D382-48A2-A69C-FE2EA7C1EC34}"/>
          </ac:spMkLst>
        </pc:spChg>
        <pc:spChg chg="del">
          <ac:chgData name="Mozhgan Bacon" userId="87017a61-33d9-4952-aa6c-e009fac81f23" providerId="ADAL" clId="{A2255EE8-3AF3-4219-A3E8-E935BB853163}" dt="2021-10-21T23:15:27.258" v="107" actId="478"/>
          <ac:spMkLst>
            <pc:docMk/>
            <pc:sldMk cId="3842721180" sldId="415"/>
            <ac:spMk id="7" creationId="{1B13069D-3399-4373-8E6C-198D3F50773F}"/>
          </ac:spMkLst>
        </pc:spChg>
        <pc:graphicFrameChg chg="add mod">
          <ac:chgData name="Mozhgan Bacon" userId="87017a61-33d9-4952-aa6c-e009fac81f23" providerId="ADAL" clId="{A2255EE8-3AF3-4219-A3E8-E935BB853163}" dt="2021-10-21T23:15:31.084" v="109" actId="1076"/>
          <ac:graphicFrameMkLst>
            <pc:docMk/>
            <pc:sldMk cId="3842721180" sldId="415"/>
            <ac:graphicFrameMk id="8" creationId="{AB352928-6BFF-43BB-9B27-B457F3E83FC5}"/>
          </ac:graphicFrameMkLst>
        </pc:graphicFrameChg>
      </pc:sldChg>
      <pc:sldChg chg="addSp delSp modSp add delAnim modAnim">
        <pc:chgData name="Mozhgan Bacon" userId="87017a61-33d9-4952-aa6c-e009fac81f23" providerId="ADAL" clId="{A2255EE8-3AF3-4219-A3E8-E935BB853163}" dt="2021-10-22T21:32:42.906" v="737" actId="164"/>
        <pc:sldMkLst>
          <pc:docMk/>
          <pc:sldMk cId="4008967347" sldId="416"/>
        </pc:sldMkLst>
        <pc:spChg chg="del">
          <ac:chgData name="Mozhgan Bacon" userId="87017a61-33d9-4952-aa6c-e009fac81f23" providerId="ADAL" clId="{A2255EE8-3AF3-4219-A3E8-E935BB853163}" dt="2021-10-21T23:17:02.393" v="112" actId="478"/>
          <ac:spMkLst>
            <pc:docMk/>
            <pc:sldMk cId="4008967347" sldId="416"/>
            <ac:spMk id="2" creationId="{AD7DFE48-C989-4D84-A1F0-186D2B1C5BD2}"/>
          </ac:spMkLst>
        </pc:spChg>
        <pc:spChg chg="del">
          <ac:chgData name="Mozhgan Bacon" userId="87017a61-33d9-4952-aa6c-e009fac81f23" providerId="ADAL" clId="{A2255EE8-3AF3-4219-A3E8-E935BB853163}" dt="2021-10-21T23:17:02.393" v="112" actId="478"/>
          <ac:spMkLst>
            <pc:docMk/>
            <pc:sldMk cId="4008967347" sldId="416"/>
            <ac:spMk id="3" creationId="{6D9F3016-0921-4D1A-93BC-68EC60787E74}"/>
          </ac:spMkLst>
        </pc:spChg>
        <pc:spChg chg="del">
          <ac:chgData name="Mozhgan Bacon" userId="87017a61-33d9-4952-aa6c-e009fac81f23" providerId="ADAL" clId="{A2255EE8-3AF3-4219-A3E8-E935BB853163}" dt="2021-10-21T23:17:02.393" v="112" actId="478"/>
          <ac:spMkLst>
            <pc:docMk/>
            <pc:sldMk cId="4008967347" sldId="416"/>
            <ac:spMk id="4" creationId="{5A2A97C6-E024-40D5-8F89-440562C3B839}"/>
          </ac:spMkLst>
        </pc:spChg>
        <pc:spChg chg="del">
          <ac:chgData name="Mozhgan Bacon" userId="87017a61-33d9-4952-aa6c-e009fac81f23" providerId="ADAL" clId="{A2255EE8-3AF3-4219-A3E8-E935BB853163}" dt="2021-10-21T23:17:02.393" v="112" actId="478"/>
          <ac:spMkLst>
            <pc:docMk/>
            <pc:sldMk cId="4008967347" sldId="416"/>
            <ac:spMk id="5" creationId="{C35BAEBF-A2B0-4A32-9F8B-787968BD6E28}"/>
          </ac:spMkLst>
        </pc:spChg>
        <pc:spChg chg="del">
          <ac:chgData name="Mozhgan Bacon" userId="87017a61-33d9-4952-aa6c-e009fac81f23" providerId="ADAL" clId="{A2255EE8-3AF3-4219-A3E8-E935BB853163}" dt="2021-10-21T23:17:02.393" v="112" actId="478"/>
          <ac:spMkLst>
            <pc:docMk/>
            <pc:sldMk cId="4008967347" sldId="416"/>
            <ac:spMk id="6" creationId="{638DBAC3-52E3-4323-AF4A-8AD364E6F247}"/>
          </ac:spMkLst>
        </pc:spChg>
        <pc:spChg chg="del">
          <ac:chgData name="Mozhgan Bacon" userId="87017a61-33d9-4952-aa6c-e009fac81f23" providerId="ADAL" clId="{A2255EE8-3AF3-4219-A3E8-E935BB853163}" dt="2021-10-21T23:17:02.393" v="112" actId="478"/>
          <ac:spMkLst>
            <pc:docMk/>
            <pc:sldMk cId="4008967347" sldId="416"/>
            <ac:spMk id="7" creationId="{9AAB0FB2-8AD6-4930-9E61-15C9481DD970}"/>
          </ac:spMkLst>
        </pc:spChg>
        <pc:grpChg chg="add mod">
          <ac:chgData name="Mozhgan Bacon" userId="87017a61-33d9-4952-aa6c-e009fac81f23" providerId="ADAL" clId="{A2255EE8-3AF3-4219-A3E8-E935BB853163}" dt="2021-10-22T21:32:42.906" v="737" actId="164"/>
          <ac:grpSpMkLst>
            <pc:docMk/>
            <pc:sldMk cId="4008967347" sldId="416"/>
            <ac:grpSpMk id="2" creationId="{69D095AD-4BCF-45AF-B793-048A472C70B7}"/>
          </ac:grpSpMkLst>
        </pc:grpChg>
        <pc:picChg chg="add mod">
          <ac:chgData name="Mozhgan Bacon" userId="87017a61-33d9-4952-aa6c-e009fac81f23" providerId="ADAL" clId="{A2255EE8-3AF3-4219-A3E8-E935BB853163}" dt="2021-10-22T21:32:42.906" v="737" actId="164"/>
          <ac:picMkLst>
            <pc:docMk/>
            <pc:sldMk cId="4008967347" sldId="416"/>
            <ac:picMk id="3" creationId="{D2AB4013-9C02-4C76-8B20-9FD7D116AEE7}"/>
          </ac:picMkLst>
        </pc:picChg>
        <pc:picChg chg="add mod">
          <ac:chgData name="Mozhgan Bacon" userId="87017a61-33d9-4952-aa6c-e009fac81f23" providerId="ADAL" clId="{A2255EE8-3AF3-4219-A3E8-E935BB853163}" dt="2021-10-22T21:32:37.131" v="736" actId="1076"/>
          <ac:picMkLst>
            <pc:docMk/>
            <pc:sldMk cId="4008967347" sldId="416"/>
            <ac:picMk id="4" creationId="{B2A5FD49-2635-4DBF-9E08-2B741BB696F3}"/>
          </ac:picMkLst>
        </pc:picChg>
        <pc:picChg chg="add mod">
          <ac:chgData name="Mozhgan Bacon" userId="87017a61-33d9-4952-aa6c-e009fac81f23" providerId="ADAL" clId="{A2255EE8-3AF3-4219-A3E8-E935BB853163}" dt="2021-10-22T21:32:42.906" v="737" actId="164"/>
          <ac:picMkLst>
            <pc:docMk/>
            <pc:sldMk cId="4008967347" sldId="416"/>
            <ac:picMk id="8" creationId="{6C817192-2CE0-4D42-B9F8-309A53693FC4}"/>
          </ac:picMkLst>
        </pc:picChg>
        <pc:picChg chg="add del mod">
          <ac:chgData name="Mozhgan Bacon" userId="87017a61-33d9-4952-aa6c-e009fac81f23" providerId="ADAL" clId="{A2255EE8-3AF3-4219-A3E8-E935BB853163}" dt="2021-10-21T23:17:25.684" v="117" actId="478"/>
          <ac:picMkLst>
            <pc:docMk/>
            <pc:sldMk cId="4008967347" sldId="416"/>
            <ac:picMk id="9" creationId="{99989D1E-162E-4B5B-AD13-4EC43C858369}"/>
          </ac:picMkLst>
        </pc:picChg>
        <pc:picChg chg="del">
          <ac:chgData name="Mozhgan Bacon" userId="87017a61-33d9-4952-aa6c-e009fac81f23" providerId="ADAL" clId="{A2255EE8-3AF3-4219-A3E8-E935BB853163}" dt="2021-10-21T23:18:33.921" v="120"/>
          <ac:picMkLst>
            <pc:docMk/>
            <pc:sldMk cId="4008967347" sldId="416"/>
            <ac:picMk id="10" creationId="{7252BBA5-26E3-4141-85F5-C5ACA3A381D3}"/>
          </ac:picMkLst>
        </pc:picChg>
      </pc:sldChg>
      <pc:sldChg chg="delSp modSp add del modAnim">
        <pc:chgData name="Mozhgan Bacon" userId="87017a61-33d9-4952-aa6c-e009fac81f23" providerId="ADAL" clId="{A2255EE8-3AF3-4219-A3E8-E935BB853163}" dt="2021-10-22T21:34:10.634" v="745" actId="20577"/>
        <pc:sldMkLst>
          <pc:docMk/>
          <pc:sldMk cId="0" sldId="427"/>
        </pc:sldMkLst>
        <pc:spChg chg="mod">
          <ac:chgData name="Mozhgan Bacon" userId="87017a61-33d9-4952-aa6c-e009fac81f23" providerId="ADAL" clId="{A2255EE8-3AF3-4219-A3E8-E935BB853163}" dt="2021-10-22T21:34:10.634" v="745" actId="20577"/>
          <ac:spMkLst>
            <pc:docMk/>
            <pc:sldMk cId="0" sldId="427"/>
            <ac:spMk id="2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3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4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13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15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16388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16389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16390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16391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1:34.899" v="141" actId="478"/>
          <ac:spMkLst>
            <pc:docMk/>
            <pc:sldMk cId="0" sldId="427"/>
            <ac:spMk id="16392" creationId="{00000000-0000-0000-0000-000000000000}"/>
          </ac:spMkLst>
        </pc:spChg>
        <pc:picChg chg="del">
          <ac:chgData name="Mozhgan Bacon" userId="87017a61-33d9-4952-aa6c-e009fac81f23" providerId="ADAL" clId="{A2255EE8-3AF3-4219-A3E8-E935BB853163}" dt="2021-10-21T23:23:16.832" v="152"/>
          <ac:picMkLst>
            <pc:docMk/>
            <pc:sldMk cId="0" sldId="427"/>
            <ac:picMk id="5" creationId="{09F1C3B8-F7FC-42FE-9BE7-EFC206A0E61A}"/>
          </ac:picMkLst>
        </pc:picChg>
        <pc:picChg chg="mod">
          <ac:chgData name="Mozhgan Bacon" userId="87017a61-33d9-4952-aa6c-e009fac81f23" providerId="ADAL" clId="{A2255EE8-3AF3-4219-A3E8-E935BB853163}" dt="2021-10-22T21:32:58.546" v="738" actId="1076"/>
          <ac:picMkLst>
            <pc:docMk/>
            <pc:sldMk cId="0" sldId="427"/>
            <ac:picMk id="422914" creationId="{00000000-0000-0000-0000-000000000000}"/>
          </ac:picMkLst>
        </pc:picChg>
      </pc:sldChg>
      <pc:sldChg chg="addSp delSp modSp add del modAnim">
        <pc:chgData name="Mozhgan Bacon" userId="87017a61-33d9-4952-aa6c-e009fac81f23" providerId="ADAL" clId="{A2255EE8-3AF3-4219-A3E8-E935BB853163}" dt="2021-10-22T21:35:06.487" v="756" actId="1076"/>
        <pc:sldMkLst>
          <pc:docMk/>
          <pc:sldMk cId="0" sldId="428"/>
        </pc:sldMkLst>
        <pc:spChg chg="del">
          <ac:chgData name="Mozhgan Bacon" userId="87017a61-33d9-4952-aa6c-e009fac81f23" providerId="ADAL" clId="{A2255EE8-3AF3-4219-A3E8-E935BB853163}" dt="2021-10-21T23:23:34.918" v="155" actId="478"/>
          <ac:spMkLst>
            <pc:docMk/>
            <pc:sldMk cId="0" sldId="428"/>
            <ac:spMk id="2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3:34.918" v="155" actId="478"/>
          <ac:spMkLst>
            <pc:docMk/>
            <pc:sldMk cId="0" sldId="428"/>
            <ac:spMk id="4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3:34.918" v="155" actId="478"/>
          <ac:spMkLst>
            <pc:docMk/>
            <pc:sldMk cId="0" sldId="428"/>
            <ac:spMk id="13" creationId="{00000000-0000-0000-0000-000000000000}"/>
          </ac:spMkLst>
        </pc:spChg>
        <pc:spChg chg="add mod">
          <ac:chgData name="Mozhgan Bacon" userId="87017a61-33d9-4952-aa6c-e009fac81f23" providerId="ADAL" clId="{A2255EE8-3AF3-4219-A3E8-E935BB853163}" dt="2021-10-22T21:34:49.296" v="751" actId="1076"/>
          <ac:spMkLst>
            <pc:docMk/>
            <pc:sldMk cId="0" sldId="428"/>
            <ac:spMk id="19" creationId="{2026FB1F-1B82-4272-9419-78DFB7C8FC6E}"/>
          </ac:spMkLst>
        </pc:spChg>
        <pc:spChg chg="add mod">
          <ac:chgData name="Mozhgan Bacon" userId="87017a61-33d9-4952-aa6c-e009fac81f23" providerId="ADAL" clId="{A2255EE8-3AF3-4219-A3E8-E935BB853163}" dt="2021-10-22T21:35:06.487" v="756" actId="1076"/>
          <ac:spMkLst>
            <pc:docMk/>
            <pc:sldMk cId="0" sldId="428"/>
            <ac:spMk id="20" creationId="{2E42E6A4-5E02-42E9-AAC8-E7BE7730F931}"/>
          </ac:spMkLst>
        </pc:spChg>
        <pc:spChg chg="del">
          <ac:chgData name="Mozhgan Bacon" userId="87017a61-33d9-4952-aa6c-e009fac81f23" providerId="ADAL" clId="{A2255EE8-3AF3-4219-A3E8-E935BB853163}" dt="2021-10-21T23:23:28.741" v="154" actId="478"/>
          <ac:spMkLst>
            <pc:docMk/>
            <pc:sldMk cId="0" sldId="428"/>
            <ac:spMk id="22" creationId="{00000000-0000-0000-0000-000000000000}"/>
          </ac:spMkLst>
        </pc:spChg>
      </pc:sldChg>
      <pc:sldChg chg="delSp add">
        <pc:chgData name="Mozhgan Bacon" userId="87017a61-33d9-4952-aa6c-e009fac81f23" providerId="ADAL" clId="{A2255EE8-3AF3-4219-A3E8-E935BB853163}" dt="2021-10-21T23:24:09.355" v="158" actId="478"/>
        <pc:sldMkLst>
          <pc:docMk/>
          <pc:sldMk cId="204771395" sldId="457"/>
        </pc:sldMkLst>
        <pc:spChg chg="del">
          <ac:chgData name="Mozhgan Bacon" userId="87017a61-33d9-4952-aa6c-e009fac81f23" providerId="ADAL" clId="{A2255EE8-3AF3-4219-A3E8-E935BB853163}" dt="2021-10-21T23:24:09.355" v="158" actId="478"/>
          <ac:spMkLst>
            <pc:docMk/>
            <pc:sldMk cId="204771395" sldId="457"/>
            <ac:spMk id="3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4:05.631" v="157" actId="478"/>
          <ac:spMkLst>
            <pc:docMk/>
            <pc:sldMk cId="204771395" sldId="457"/>
            <ac:spMk id="12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4:09.355" v="158" actId="478"/>
          <ac:spMkLst>
            <pc:docMk/>
            <pc:sldMk cId="204771395" sldId="457"/>
            <ac:spMk id="56322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24:09.355" v="158" actId="478"/>
          <ac:spMkLst>
            <pc:docMk/>
            <pc:sldMk cId="204771395" sldId="457"/>
            <ac:spMk id="56323" creationId="{00000000-0000-0000-0000-000000000000}"/>
          </ac:spMkLst>
        </pc:spChg>
      </pc:sldChg>
      <pc:sldChg chg="addSp delSp modSp add modAnim">
        <pc:chgData name="Mozhgan Bacon" userId="87017a61-33d9-4952-aa6c-e009fac81f23" providerId="ADAL" clId="{A2255EE8-3AF3-4219-A3E8-E935BB853163}" dt="2021-10-22T21:36:18.930" v="760" actId="164"/>
        <pc:sldMkLst>
          <pc:docMk/>
          <pc:sldMk cId="774481574" sldId="458"/>
        </pc:sldMkLst>
        <pc:spChg chg="del">
          <ac:chgData name="Mozhgan Bacon" userId="87017a61-33d9-4952-aa6c-e009fac81f23" providerId="ADAL" clId="{A2255EE8-3AF3-4219-A3E8-E935BB853163}" dt="2021-10-21T23:26:11.552" v="160" actId="478"/>
          <ac:spMkLst>
            <pc:docMk/>
            <pc:sldMk cId="774481574" sldId="458"/>
            <ac:spMk id="2" creationId="{B693156B-7653-43CB-911D-CA7076A61EA0}"/>
          </ac:spMkLst>
        </pc:spChg>
        <pc:spChg chg="del">
          <ac:chgData name="Mozhgan Bacon" userId="87017a61-33d9-4952-aa6c-e009fac81f23" providerId="ADAL" clId="{A2255EE8-3AF3-4219-A3E8-E935BB853163}" dt="2021-10-21T23:26:11.552" v="160" actId="478"/>
          <ac:spMkLst>
            <pc:docMk/>
            <pc:sldMk cId="774481574" sldId="458"/>
            <ac:spMk id="3" creationId="{B7B31DC8-7310-437C-A64D-F299D826B189}"/>
          </ac:spMkLst>
        </pc:spChg>
        <pc:spChg chg="del">
          <ac:chgData name="Mozhgan Bacon" userId="87017a61-33d9-4952-aa6c-e009fac81f23" providerId="ADAL" clId="{A2255EE8-3AF3-4219-A3E8-E935BB853163}" dt="2021-10-21T23:26:11.552" v="160" actId="478"/>
          <ac:spMkLst>
            <pc:docMk/>
            <pc:sldMk cId="774481574" sldId="458"/>
            <ac:spMk id="4" creationId="{A8435EEB-A05E-4DD7-9D62-979F7704E1D1}"/>
          </ac:spMkLst>
        </pc:spChg>
        <pc:spChg chg="del">
          <ac:chgData name="Mozhgan Bacon" userId="87017a61-33d9-4952-aa6c-e009fac81f23" providerId="ADAL" clId="{A2255EE8-3AF3-4219-A3E8-E935BB853163}" dt="2021-10-21T23:26:11.552" v="160" actId="478"/>
          <ac:spMkLst>
            <pc:docMk/>
            <pc:sldMk cId="774481574" sldId="458"/>
            <ac:spMk id="5" creationId="{D72A5DD7-D0A1-47BA-9113-DF68D2380CC3}"/>
          </ac:spMkLst>
        </pc:spChg>
        <pc:spChg chg="del">
          <ac:chgData name="Mozhgan Bacon" userId="87017a61-33d9-4952-aa6c-e009fac81f23" providerId="ADAL" clId="{A2255EE8-3AF3-4219-A3E8-E935BB853163}" dt="2021-10-21T23:26:11.552" v="160" actId="478"/>
          <ac:spMkLst>
            <pc:docMk/>
            <pc:sldMk cId="774481574" sldId="458"/>
            <ac:spMk id="6" creationId="{CDF3298D-FE3D-4259-84CD-8472CDDE09A5}"/>
          </ac:spMkLst>
        </pc:spChg>
        <pc:spChg chg="add mod">
          <ac:chgData name="Mozhgan Bacon" userId="87017a61-33d9-4952-aa6c-e009fac81f23" providerId="ADAL" clId="{A2255EE8-3AF3-4219-A3E8-E935BB853163}" dt="2021-10-22T21:36:14.767" v="759" actId="1076"/>
          <ac:spMkLst>
            <pc:docMk/>
            <pc:sldMk cId="774481574" sldId="458"/>
            <ac:spMk id="10" creationId="{5520362B-9828-4ADC-AB86-4C20D4B72C12}"/>
          </ac:spMkLst>
        </pc:spChg>
        <pc:spChg chg="add mod">
          <ac:chgData name="Mozhgan Bacon" userId="87017a61-33d9-4952-aa6c-e009fac81f23" providerId="ADAL" clId="{A2255EE8-3AF3-4219-A3E8-E935BB853163}" dt="2021-10-21T23:27:16.051" v="170" actId="2711"/>
          <ac:spMkLst>
            <pc:docMk/>
            <pc:sldMk cId="774481574" sldId="458"/>
            <ac:spMk id="11" creationId="{B70B4637-4B73-453E-B31A-FBE48AA28E3E}"/>
          </ac:spMkLst>
        </pc:spChg>
        <pc:grpChg chg="add mod">
          <ac:chgData name="Mozhgan Bacon" userId="87017a61-33d9-4952-aa6c-e009fac81f23" providerId="ADAL" clId="{A2255EE8-3AF3-4219-A3E8-E935BB853163}" dt="2021-10-22T21:36:18.930" v="760" actId="164"/>
          <ac:grpSpMkLst>
            <pc:docMk/>
            <pc:sldMk cId="774481574" sldId="458"/>
            <ac:grpSpMk id="2" creationId="{3E93D392-294C-4D22-9135-8C5A30E35363}"/>
          </ac:grpSpMkLst>
        </pc:grpChg>
        <pc:picChg chg="add mod">
          <ac:chgData name="Mozhgan Bacon" userId="87017a61-33d9-4952-aa6c-e009fac81f23" providerId="ADAL" clId="{A2255EE8-3AF3-4219-A3E8-E935BB853163}" dt="2021-10-22T21:36:18.930" v="760" actId="164"/>
          <ac:picMkLst>
            <pc:docMk/>
            <pc:sldMk cId="774481574" sldId="458"/>
            <ac:picMk id="6" creationId="{CBCFCD58-DD67-4C3D-AB16-5DF12A83BE99}"/>
          </ac:picMkLst>
        </pc:picChg>
        <pc:picChg chg="add del">
          <ac:chgData name="Mozhgan Bacon" userId="87017a61-33d9-4952-aa6c-e009fac81f23" providerId="ADAL" clId="{A2255EE8-3AF3-4219-A3E8-E935BB853163}" dt="2021-10-21T23:26:14.513" v="162"/>
          <ac:picMkLst>
            <pc:docMk/>
            <pc:sldMk cId="774481574" sldId="458"/>
            <ac:picMk id="7" creationId="{9AF59309-621C-4E36-A686-92C2645CA02D}"/>
          </ac:picMkLst>
        </pc:picChg>
        <pc:picChg chg="add mod">
          <ac:chgData name="Mozhgan Bacon" userId="87017a61-33d9-4952-aa6c-e009fac81f23" providerId="ADAL" clId="{A2255EE8-3AF3-4219-A3E8-E935BB853163}" dt="2021-10-22T21:36:18.930" v="760" actId="164"/>
          <ac:picMkLst>
            <pc:docMk/>
            <pc:sldMk cId="774481574" sldId="458"/>
            <ac:picMk id="8" creationId="{3EE8684A-9314-478F-BB8C-3E76B137EEC7}"/>
          </ac:picMkLst>
        </pc:picChg>
        <pc:picChg chg="add mod">
          <ac:chgData name="Mozhgan Bacon" userId="87017a61-33d9-4952-aa6c-e009fac81f23" providerId="ADAL" clId="{A2255EE8-3AF3-4219-A3E8-E935BB853163}" dt="2021-10-21T23:27:22.072" v="173" actId="1076"/>
          <ac:picMkLst>
            <pc:docMk/>
            <pc:sldMk cId="774481574" sldId="458"/>
            <ac:picMk id="9" creationId="{52E688AF-3DEF-4D4B-8AC2-BEF314D70E67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2T18:44:37.737" v="674"/>
        <pc:sldMkLst>
          <pc:docMk/>
          <pc:sldMk cId="309601394" sldId="459"/>
        </pc:sldMkLst>
        <pc:spChg chg="del">
          <ac:chgData name="Mozhgan Bacon" userId="87017a61-33d9-4952-aa6c-e009fac81f23" providerId="ADAL" clId="{A2255EE8-3AF3-4219-A3E8-E935BB853163}" dt="2021-10-21T23:27:30.575" v="175" actId="478"/>
          <ac:spMkLst>
            <pc:docMk/>
            <pc:sldMk cId="309601394" sldId="459"/>
            <ac:spMk id="2" creationId="{E0A5AAE3-F681-4003-B095-313A142F5A5C}"/>
          </ac:spMkLst>
        </pc:spChg>
        <pc:spChg chg="del">
          <ac:chgData name="Mozhgan Bacon" userId="87017a61-33d9-4952-aa6c-e009fac81f23" providerId="ADAL" clId="{A2255EE8-3AF3-4219-A3E8-E935BB853163}" dt="2021-10-21T23:27:30.575" v="175" actId="478"/>
          <ac:spMkLst>
            <pc:docMk/>
            <pc:sldMk cId="309601394" sldId="459"/>
            <ac:spMk id="3" creationId="{716B186C-82B8-4830-A838-CFDF2449CFD0}"/>
          </ac:spMkLst>
        </pc:spChg>
        <pc:spChg chg="del">
          <ac:chgData name="Mozhgan Bacon" userId="87017a61-33d9-4952-aa6c-e009fac81f23" providerId="ADAL" clId="{A2255EE8-3AF3-4219-A3E8-E935BB853163}" dt="2021-10-21T23:27:30.575" v="175" actId="478"/>
          <ac:spMkLst>
            <pc:docMk/>
            <pc:sldMk cId="309601394" sldId="459"/>
            <ac:spMk id="4" creationId="{683FAA99-06F9-4414-AED5-C0329CAF86CD}"/>
          </ac:spMkLst>
        </pc:spChg>
        <pc:spChg chg="del">
          <ac:chgData name="Mozhgan Bacon" userId="87017a61-33d9-4952-aa6c-e009fac81f23" providerId="ADAL" clId="{A2255EE8-3AF3-4219-A3E8-E935BB853163}" dt="2021-10-21T23:27:30.575" v="175" actId="478"/>
          <ac:spMkLst>
            <pc:docMk/>
            <pc:sldMk cId="309601394" sldId="459"/>
            <ac:spMk id="5" creationId="{5F423C89-0CC8-40EA-AB51-B4594A50B439}"/>
          </ac:spMkLst>
        </pc:spChg>
        <pc:spChg chg="del">
          <ac:chgData name="Mozhgan Bacon" userId="87017a61-33d9-4952-aa6c-e009fac81f23" providerId="ADAL" clId="{A2255EE8-3AF3-4219-A3E8-E935BB853163}" dt="2021-10-21T23:27:30.575" v="175" actId="478"/>
          <ac:spMkLst>
            <pc:docMk/>
            <pc:sldMk cId="309601394" sldId="459"/>
            <ac:spMk id="6" creationId="{76852D30-A9CF-49DF-AEE3-F7327CC04BF3}"/>
          </ac:spMkLst>
        </pc:spChg>
        <pc:spChg chg="add del">
          <ac:chgData name="Mozhgan Bacon" userId="87017a61-33d9-4952-aa6c-e009fac81f23" providerId="ADAL" clId="{A2255EE8-3AF3-4219-A3E8-E935BB853163}" dt="2021-10-21T23:27:36.420" v="177"/>
          <ac:spMkLst>
            <pc:docMk/>
            <pc:sldMk cId="309601394" sldId="459"/>
            <ac:spMk id="8" creationId="{5D20529E-8E78-450A-8F2D-AABA865D288D}"/>
          </ac:spMkLst>
        </pc:spChg>
        <pc:spChg chg="add del">
          <ac:chgData name="Mozhgan Bacon" userId="87017a61-33d9-4952-aa6c-e009fac81f23" providerId="ADAL" clId="{A2255EE8-3AF3-4219-A3E8-E935BB853163}" dt="2021-10-21T23:27:36.420" v="177"/>
          <ac:spMkLst>
            <pc:docMk/>
            <pc:sldMk cId="309601394" sldId="459"/>
            <ac:spMk id="9" creationId="{8F2969F4-B6FF-4EBB-9D20-F13306B2AAEE}"/>
          </ac:spMkLst>
        </pc:spChg>
        <pc:picChg chg="add del">
          <ac:chgData name="Mozhgan Bacon" userId="87017a61-33d9-4952-aa6c-e009fac81f23" providerId="ADAL" clId="{A2255EE8-3AF3-4219-A3E8-E935BB853163}" dt="2021-10-21T23:27:36.420" v="177"/>
          <ac:picMkLst>
            <pc:docMk/>
            <pc:sldMk cId="309601394" sldId="459"/>
            <ac:picMk id="7" creationId="{3337BF8C-42E1-491A-B2A8-CB74C56FFDE2}"/>
          </ac:picMkLst>
        </pc:picChg>
        <pc:picChg chg="add mod">
          <ac:chgData name="Mozhgan Bacon" userId="87017a61-33d9-4952-aa6c-e009fac81f23" providerId="ADAL" clId="{A2255EE8-3AF3-4219-A3E8-E935BB853163}" dt="2021-10-21T23:27:59.244" v="182" actId="1076"/>
          <ac:picMkLst>
            <pc:docMk/>
            <pc:sldMk cId="309601394" sldId="459"/>
            <ac:picMk id="10" creationId="{56B80CD2-FC54-45A9-B9BD-4C710625E162}"/>
          </ac:picMkLst>
        </pc:picChg>
        <pc:picChg chg="add mod">
          <ac:chgData name="Mozhgan Bacon" userId="87017a61-33d9-4952-aa6c-e009fac81f23" providerId="ADAL" clId="{A2255EE8-3AF3-4219-A3E8-E935BB853163}" dt="2021-10-21T23:27:59.244" v="182" actId="1076"/>
          <ac:picMkLst>
            <pc:docMk/>
            <pc:sldMk cId="309601394" sldId="459"/>
            <ac:picMk id="11" creationId="{ADC12637-27AD-4FF9-B05E-195896689C5B}"/>
          </ac:picMkLst>
        </pc:picChg>
        <pc:picChg chg="add mod">
          <ac:chgData name="Mozhgan Bacon" userId="87017a61-33d9-4952-aa6c-e009fac81f23" providerId="ADAL" clId="{A2255EE8-3AF3-4219-A3E8-E935BB853163}" dt="2021-10-21T23:27:59.244" v="182" actId="1076"/>
          <ac:picMkLst>
            <pc:docMk/>
            <pc:sldMk cId="309601394" sldId="459"/>
            <ac:picMk id="12" creationId="{57876424-4CC4-451F-8D11-5DF21D918876}"/>
          </ac:picMkLst>
        </pc:picChg>
        <pc:picChg chg="add mod">
          <ac:chgData name="Mozhgan Bacon" userId="87017a61-33d9-4952-aa6c-e009fac81f23" providerId="ADAL" clId="{A2255EE8-3AF3-4219-A3E8-E935BB853163}" dt="2021-10-21T23:27:59.244" v="182" actId="1076"/>
          <ac:picMkLst>
            <pc:docMk/>
            <pc:sldMk cId="309601394" sldId="459"/>
            <ac:picMk id="13" creationId="{26099B59-6DE7-41D8-A3E5-890204E8D790}"/>
          </ac:picMkLst>
        </pc:picChg>
      </pc:sldChg>
      <pc:sldChg chg="addSp modSp add ord modAnim">
        <pc:chgData name="Mozhgan Bacon" userId="87017a61-33d9-4952-aa6c-e009fac81f23" providerId="ADAL" clId="{A2255EE8-3AF3-4219-A3E8-E935BB853163}" dt="2021-10-24T04:40:41.625" v="950" actId="313"/>
        <pc:sldMkLst>
          <pc:docMk/>
          <pc:sldMk cId="1451498442" sldId="460"/>
        </pc:sldMkLst>
        <pc:spChg chg="add mod">
          <ac:chgData name="Mozhgan Bacon" userId="87017a61-33d9-4952-aa6c-e009fac81f23" providerId="ADAL" clId="{A2255EE8-3AF3-4219-A3E8-E935BB853163}" dt="2021-10-22T21:52:33.019" v="843" actId="123"/>
          <ac:spMkLst>
            <pc:docMk/>
            <pc:sldMk cId="1451498442" sldId="460"/>
            <ac:spMk id="2" creationId="{235F6073-D12F-48AA-9A8B-E351D541DE8F}"/>
          </ac:spMkLst>
        </pc:spChg>
        <pc:spChg chg="add mod">
          <ac:chgData name="Mozhgan Bacon" userId="87017a61-33d9-4952-aa6c-e009fac81f23" providerId="ADAL" clId="{A2255EE8-3AF3-4219-A3E8-E935BB853163}" dt="2021-10-21T23:30:35.038" v="188" actId="2711"/>
          <ac:spMkLst>
            <pc:docMk/>
            <pc:sldMk cId="1451498442" sldId="460"/>
            <ac:spMk id="7" creationId="{448A17AB-C411-4B44-82B5-41593E1A00E9}"/>
          </ac:spMkLst>
        </pc:spChg>
        <pc:spChg chg="mod">
          <ac:chgData name="Mozhgan Bacon" userId="87017a61-33d9-4952-aa6c-e009fac81f23" providerId="ADAL" clId="{A2255EE8-3AF3-4219-A3E8-E935BB853163}" dt="2021-10-21T23:30:35.038" v="188" actId="2711"/>
          <ac:spMkLst>
            <pc:docMk/>
            <pc:sldMk cId="1451498442" sldId="460"/>
            <ac:spMk id="9" creationId="{10DE93C7-1FF9-48CF-9559-BAF757D28F44}"/>
          </ac:spMkLst>
        </pc:spChg>
        <pc:spChg chg="mod">
          <ac:chgData name="Mozhgan Bacon" userId="87017a61-33d9-4952-aa6c-e009fac81f23" providerId="ADAL" clId="{A2255EE8-3AF3-4219-A3E8-E935BB853163}" dt="2021-10-21T23:30:35.038" v="188" actId="2711"/>
          <ac:spMkLst>
            <pc:docMk/>
            <pc:sldMk cId="1451498442" sldId="460"/>
            <ac:spMk id="13" creationId="{5D53F59F-77B5-4DBB-9BA7-295499A4B3F8}"/>
          </ac:spMkLst>
        </pc:spChg>
        <pc:spChg chg="add mod">
          <ac:chgData name="Mozhgan Bacon" userId="87017a61-33d9-4952-aa6c-e009fac81f23" providerId="ADAL" clId="{A2255EE8-3AF3-4219-A3E8-E935BB853163}" dt="2021-10-24T04:40:41.625" v="950" actId="313"/>
          <ac:spMkLst>
            <pc:docMk/>
            <pc:sldMk cId="1451498442" sldId="460"/>
            <ac:spMk id="14" creationId="{789B2B53-9DCC-4BEA-AA7F-F74E243E8571}"/>
          </ac:spMkLst>
        </pc:spChg>
        <pc:grpChg chg="add mod">
          <ac:chgData name="Mozhgan Bacon" userId="87017a61-33d9-4952-aa6c-e009fac81f23" providerId="ADAL" clId="{A2255EE8-3AF3-4219-A3E8-E935BB853163}" dt="2021-10-22T21:52:41.236" v="844" actId="1076"/>
          <ac:grpSpMkLst>
            <pc:docMk/>
            <pc:sldMk cId="1451498442" sldId="460"/>
            <ac:grpSpMk id="8" creationId="{977BB9BA-E0B2-482B-B169-4974BB633A3A}"/>
          </ac:grpSpMkLst>
        </pc:grpChg>
        <pc:graphicFrameChg chg="add mod">
          <ac:chgData name="Mozhgan Bacon" userId="87017a61-33d9-4952-aa6c-e009fac81f23" providerId="ADAL" clId="{A2255EE8-3AF3-4219-A3E8-E935BB853163}" dt="2021-10-21T23:30:30.129" v="187" actId="1076"/>
          <ac:graphicFrameMkLst>
            <pc:docMk/>
            <pc:sldMk cId="1451498442" sldId="460"/>
            <ac:graphicFrameMk id="4" creationId="{2B48EA63-DC24-4829-B80D-A311F01BD29B}"/>
          </ac:graphicFrameMkLst>
        </pc:graphicFrameChg>
        <pc:graphicFrameChg chg="add mod">
          <ac:chgData name="Mozhgan Bacon" userId="87017a61-33d9-4952-aa6c-e009fac81f23" providerId="ADAL" clId="{A2255EE8-3AF3-4219-A3E8-E935BB853163}" dt="2021-10-21T23:30:30.129" v="187" actId="1076"/>
          <ac:graphicFrameMkLst>
            <pc:docMk/>
            <pc:sldMk cId="1451498442" sldId="460"/>
            <ac:graphicFrameMk id="5" creationId="{CB8C3BE0-9585-4380-8189-F99E55B3C484}"/>
          </ac:graphicFrameMkLst>
        </pc:graphicFrameChg>
        <pc:graphicFrameChg chg="add mod">
          <ac:chgData name="Mozhgan Bacon" userId="87017a61-33d9-4952-aa6c-e009fac81f23" providerId="ADAL" clId="{A2255EE8-3AF3-4219-A3E8-E935BB853163}" dt="2021-10-21T23:30:30.129" v="187" actId="1076"/>
          <ac:graphicFrameMkLst>
            <pc:docMk/>
            <pc:sldMk cId="1451498442" sldId="460"/>
            <ac:graphicFrameMk id="6" creationId="{1AA21F7A-F20F-428F-A786-D875E9A3A145}"/>
          </ac:graphicFrameMkLst>
        </pc:graphicFrameChg>
        <pc:picChg chg="add mod">
          <ac:chgData name="Mozhgan Bacon" userId="87017a61-33d9-4952-aa6c-e009fac81f23" providerId="ADAL" clId="{A2255EE8-3AF3-4219-A3E8-E935BB853163}" dt="2021-10-21T23:30:30.129" v="187" actId="1076"/>
          <ac:picMkLst>
            <pc:docMk/>
            <pc:sldMk cId="1451498442" sldId="460"/>
            <ac:picMk id="3" creationId="{63D5A9AE-9DE2-474E-8F57-6F14D0E6A8A1}"/>
          </ac:picMkLst>
        </pc:picChg>
      </pc:sldChg>
      <pc:sldChg chg="addSp delSp modSp add ord modAnim">
        <pc:chgData name="Mozhgan Bacon" userId="87017a61-33d9-4952-aa6c-e009fac81f23" providerId="ADAL" clId="{A2255EE8-3AF3-4219-A3E8-E935BB853163}" dt="2021-10-22T22:06:55.601" v="924"/>
        <pc:sldMkLst>
          <pc:docMk/>
          <pc:sldMk cId="2845213962" sldId="461"/>
        </pc:sldMkLst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2" creationId="{0A654699-ADC4-4142-A594-97AAA8CEEC45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3" creationId="{DFC41A4C-D34C-4EFB-AA80-A5522623BD20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4" creationId="{82664182-18D2-4F72-924F-DEB8758E3072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5" creationId="{1DF34F10-913B-4696-B352-5FCCE11AFF73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6" creationId="{14EB4F2D-E3DE-4B82-87B9-A9E8D18EA397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7" creationId="{EEF21E01-2AC1-4638-9C13-C809984C5461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8" creationId="{72FFC339-306E-4739-9667-F7825520A370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9" creationId="{0C97AC56-F411-4304-AA91-BFDB282F4001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10" creationId="{31E4768E-1EC6-4CF9-834F-594CA357B209}"/>
          </ac:spMkLst>
        </pc:spChg>
        <pc:spChg chg="del">
          <ac:chgData name="Mozhgan Bacon" userId="87017a61-33d9-4952-aa6c-e009fac81f23" providerId="ADAL" clId="{A2255EE8-3AF3-4219-A3E8-E935BB853163}" dt="2021-10-21T23:33:23.195" v="193" actId="478"/>
          <ac:spMkLst>
            <pc:docMk/>
            <pc:sldMk cId="2845213962" sldId="461"/>
            <ac:spMk id="11" creationId="{2349952E-3242-4E9D-B36D-8B8A1DC523F3}"/>
          </ac:spMkLst>
        </pc:spChg>
        <pc:picChg chg="add mod">
          <ac:chgData name="Mozhgan Bacon" userId="87017a61-33d9-4952-aa6c-e009fac81f23" providerId="ADAL" clId="{A2255EE8-3AF3-4219-A3E8-E935BB853163}" dt="2021-10-22T21:55:11.825" v="882" actId="1076"/>
          <ac:picMkLst>
            <pc:docMk/>
            <pc:sldMk cId="2845213962" sldId="461"/>
            <ac:picMk id="5" creationId="{412DAEDE-9091-411B-9E19-ED92C63C48B1}"/>
          </ac:picMkLst>
        </pc:picChg>
        <pc:picChg chg="add del">
          <ac:chgData name="Mozhgan Bacon" userId="87017a61-33d9-4952-aa6c-e009fac81f23" providerId="ADAL" clId="{A2255EE8-3AF3-4219-A3E8-E935BB853163}" dt="2021-10-21T23:33:20.162" v="192"/>
          <ac:picMkLst>
            <pc:docMk/>
            <pc:sldMk cId="2845213962" sldId="461"/>
            <ac:picMk id="12" creationId="{9CEDB52A-242D-4562-9E6F-B532AB6F3882}"/>
          </ac:picMkLst>
        </pc:picChg>
        <pc:picChg chg="add mod">
          <ac:chgData name="Mozhgan Bacon" userId="87017a61-33d9-4952-aa6c-e009fac81f23" providerId="ADAL" clId="{A2255EE8-3AF3-4219-A3E8-E935BB853163}" dt="2021-10-21T23:33:31.036" v="195" actId="1076"/>
          <ac:picMkLst>
            <pc:docMk/>
            <pc:sldMk cId="2845213962" sldId="461"/>
            <ac:picMk id="13" creationId="{EFC8CBAD-E7FC-4D5A-82C2-DECA9C0117AD}"/>
          </ac:picMkLst>
        </pc:picChg>
        <pc:picChg chg="add mod">
          <ac:chgData name="Mozhgan Bacon" userId="87017a61-33d9-4952-aa6c-e009fac81f23" providerId="ADAL" clId="{A2255EE8-3AF3-4219-A3E8-E935BB853163}" dt="2021-10-22T21:54:55.753" v="878" actId="1076"/>
          <ac:picMkLst>
            <pc:docMk/>
            <pc:sldMk cId="2845213962" sldId="461"/>
            <ac:picMk id="14" creationId="{8A907DB5-394C-4F3F-802C-7C118271EA8F}"/>
          </ac:picMkLst>
        </pc:picChg>
        <pc:picChg chg="add mod">
          <ac:chgData name="Mozhgan Bacon" userId="87017a61-33d9-4952-aa6c-e009fac81f23" providerId="ADAL" clId="{A2255EE8-3AF3-4219-A3E8-E935BB853163}" dt="2021-10-22T21:54:53.876" v="877" actId="1076"/>
          <ac:picMkLst>
            <pc:docMk/>
            <pc:sldMk cId="2845213962" sldId="461"/>
            <ac:picMk id="15" creationId="{710BE798-098F-4D14-9476-91B4552EB19B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4T04:49:41.859" v="1054" actId="1076"/>
        <pc:sldMkLst>
          <pc:docMk/>
          <pc:sldMk cId="1721304963" sldId="462"/>
        </pc:sldMkLst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2" creationId="{8073AF8A-57BB-400D-82B2-E47E85E57AD6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3" creationId="{67C91330-3F35-4C51-ACB9-BA6845906065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4" creationId="{F0FCA04A-1ADA-42BB-AB8A-C7298A938748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5" creationId="{91EED343-528B-439E-9067-03CFD9D9FB82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6" creationId="{36A98426-A266-472F-BAC6-9B945EC4B55F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7" creationId="{E62A4E47-7499-4EE9-A155-85B84CAA9035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8" creationId="{4F17124D-BB18-434A-BA05-43F3F555FC72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9" creationId="{45DE8D0A-D57F-499E-81B1-6820F532C1F1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10" creationId="{E5820558-E989-4E0A-9104-D3F039EFBE8F}"/>
          </ac:spMkLst>
        </pc:spChg>
        <pc:spChg chg="del">
          <ac:chgData name="Mozhgan Bacon" userId="87017a61-33d9-4952-aa6c-e009fac81f23" providerId="ADAL" clId="{A2255EE8-3AF3-4219-A3E8-E935BB853163}" dt="2021-10-21T23:33:55.070" v="199" actId="478"/>
          <ac:spMkLst>
            <pc:docMk/>
            <pc:sldMk cId="1721304963" sldId="462"/>
            <ac:spMk id="11" creationId="{B0D8223B-B258-49BD-9F89-1972A22FB84F}"/>
          </ac:spMkLst>
        </pc:spChg>
        <pc:graphicFrameChg chg="add mod">
          <ac:chgData name="Mozhgan Bacon" userId="87017a61-33d9-4952-aa6c-e009fac81f23" providerId="ADAL" clId="{A2255EE8-3AF3-4219-A3E8-E935BB853163}" dt="2021-10-24T04:49:41.859" v="1054" actId="1076"/>
          <ac:graphicFrameMkLst>
            <pc:docMk/>
            <pc:sldMk cId="1721304963" sldId="462"/>
            <ac:graphicFrameMk id="12" creationId="{3EFF00CF-0E83-468A-9E60-2EB60BAD4906}"/>
          </ac:graphicFrameMkLst>
        </pc:graphicFrameChg>
        <pc:picChg chg="add mod">
          <ac:chgData name="Mozhgan Bacon" userId="87017a61-33d9-4952-aa6c-e009fac81f23" providerId="ADAL" clId="{A2255EE8-3AF3-4219-A3E8-E935BB853163}" dt="2021-10-24T04:49:38.928" v="1053" actId="1076"/>
          <ac:picMkLst>
            <pc:docMk/>
            <pc:sldMk cId="1721304963" sldId="462"/>
            <ac:picMk id="13" creationId="{FB83AE34-616F-44BB-8B67-B43684C286D8}"/>
          </ac:picMkLst>
        </pc:picChg>
      </pc:sldChg>
      <pc:sldChg chg="addSp modSp add del ord modAnim">
        <pc:chgData name="Mozhgan Bacon" userId="87017a61-33d9-4952-aa6c-e009fac81f23" providerId="ADAL" clId="{A2255EE8-3AF3-4219-A3E8-E935BB853163}" dt="2021-10-24T04:48:45.375" v="1052" actId="2696"/>
        <pc:sldMkLst>
          <pc:docMk/>
          <pc:sldMk cId="704113113" sldId="463"/>
        </pc:sldMkLst>
        <pc:spChg chg="add mod">
          <ac:chgData name="Mozhgan Bacon" userId="87017a61-33d9-4952-aa6c-e009fac81f23" providerId="ADAL" clId="{A2255EE8-3AF3-4219-A3E8-E935BB853163}" dt="2021-10-21T23:35:10.414" v="203" actId="1076"/>
          <ac:spMkLst>
            <pc:docMk/>
            <pc:sldMk cId="704113113" sldId="463"/>
            <ac:spMk id="2" creationId="{04FDFA32-7E19-48EB-A925-4C41D5FB870B}"/>
          </ac:spMkLst>
        </pc:spChg>
        <pc:spChg chg="add mod">
          <ac:chgData name="Mozhgan Bacon" userId="87017a61-33d9-4952-aa6c-e009fac81f23" providerId="ADAL" clId="{A2255EE8-3AF3-4219-A3E8-E935BB853163}" dt="2021-10-21T23:35:10.414" v="203" actId="1076"/>
          <ac:spMkLst>
            <pc:docMk/>
            <pc:sldMk cId="704113113" sldId="463"/>
            <ac:spMk id="3" creationId="{66D70E3C-C359-4E84-AC5D-B27E56F3BE33}"/>
          </ac:spMkLst>
        </pc:spChg>
        <pc:spChg chg="add mod">
          <ac:chgData name="Mozhgan Bacon" userId="87017a61-33d9-4952-aa6c-e009fac81f23" providerId="ADAL" clId="{A2255EE8-3AF3-4219-A3E8-E935BB853163}" dt="2021-10-21T23:35:10.414" v="203" actId="1076"/>
          <ac:spMkLst>
            <pc:docMk/>
            <pc:sldMk cId="704113113" sldId="463"/>
            <ac:spMk id="4" creationId="{178F20C6-01E7-4B86-AD80-B361B919617E}"/>
          </ac:spMkLst>
        </pc:spChg>
        <pc:spChg chg="add mod">
          <ac:chgData name="Mozhgan Bacon" userId="87017a61-33d9-4952-aa6c-e009fac81f23" providerId="ADAL" clId="{A2255EE8-3AF3-4219-A3E8-E935BB853163}" dt="2021-10-21T23:35:10.414" v="203" actId="1076"/>
          <ac:spMkLst>
            <pc:docMk/>
            <pc:sldMk cId="704113113" sldId="463"/>
            <ac:spMk id="5" creationId="{65085130-EE6A-415F-BD8F-01AC16129A26}"/>
          </ac:spMkLst>
        </pc:spChg>
        <pc:spChg chg="add mod">
          <ac:chgData name="Mozhgan Bacon" userId="87017a61-33d9-4952-aa6c-e009fac81f23" providerId="ADAL" clId="{A2255EE8-3AF3-4219-A3E8-E935BB853163}" dt="2021-10-21T23:35:10.414" v="203" actId="1076"/>
          <ac:spMkLst>
            <pc:docMk/>
            <pc:sldMk cId="704113113" sldId="463"/>
            <ac:spMk id="6" creationId="{0F1BB533-C6A6-4D63-9B01-2B6052FC643C}"/>
          </ac:spMkLst>
        </pc:spChg>
        <pc:graphicFrameChg chg="add mod">
          <ac:chgData name="Mozhgan Bacon" userId="87017a61-33d9-4952-aa6c-e009fac81f23" providerId="ADAL" clId="{A2255EE8-3AF3-4219-A3E8-E935BB853163}" dt="2021-10-22T22:01:35.225" v="895" actId="1076"/>
          <ac:graphicFrameMkLst>
            <pc:docMk/>
            <pc:sldMk cId="704113113" sldId="463"/>
            <ac:graphicFrameMk id="7" creationId="{FB903A4E-CE56-4D77-A210-ABC9C2F39098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22:01:33.758" v="894" actId="1076"/>
          <ac:graphicFrameMkLst>
            <pc:docMk/>
            <pc:sldMk cId="704113113" sldId="463"/>
            <ac:graphicFrameMk id="8" creationId="{CF899641-3889-462C-AD0A-1A9C07EE1D19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22:01:37.822" v="896" actId="1076"/>
          <ac:graphicFrameMkLst>
            <pc:docMk/>
            <pc:sldMk cId="704113113" sldId="463"/>
            <ac:graphicFrameMk id="9" creationId="{FE4994E3-DCEB-476C-9C7E-8FE7C8F93387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22:01:26.850" v="890" actId="1076"/>
          <ac:graphicFrameMkLst>
            <pc:docMk/>
            <pc:sldMk cId="704113113" sldId="463"/>
            <ac:graphicFrameMk id="10" creationId="{ADFDAB4E-E1DA-485E-B11F-4FEAC34E4458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22:01:25.046" v="889" actId="1076"/>
          <ac:graphicFrameMkLst>
            <pc:docMk/>
            <pc:sldMk cId="704113113" sldId="463"/>
            <ac:graphicFrameMk id="11" creationId="{9F2A4C66-C1B6-45BC-93F4-96EC9A54A5AB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22:01:23.246" v="888" actId="1076"/>
          <ac:graphicFrameMkLst>
            <pc:docMk/>
            <pc:sldMk cId="704113113" sldId="463"/>
            <ac:graphicFrameMk id="12" creationId="{C279A0BC-7BF0-4590-B6EE-3EA56878BE05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22:01:21.698" v="887" actId="1076"/>
          <ac:graphicFrameMkLst>
            <pc:docMk/>
            <pc:sldMk cId="704113113" sldId="463"/>
            <ac:graphicFrameMk id="13" creationId="{5879A8B1-2689-4550-8962-97A8CD4A54DE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22:01:20.204" v="886" actId="1076"/>
          <ac:graphicFrameMkLst>
            <pc:docMk/>
            <pc:sldMk cId="704113113" sldId="463"/>
            <ac:graphicFrameMk id="14" creationId="{8E5E734C-46CD-42F8-B24E-9CF6F0273EFF}"/>
          </ac:graphicFrameMkLst>
        </pc:graphicFrameChg>
      </pc:sldChg>
      <pc:sldChg chg="addSp delSp modSp add ord modAnim">
        <pc:chgData name="Mozhgan Bacon" userId="87017a61-33d9-4952-aa6c-e009fac81f23" providerId="ADAL" clId="{A2255EE8-3AF3-4219-A3E8-E935BB853163}" dt="2021-10-22T22:03:08.998" v="902"/>
        <pc:sldMkLst>
          <pc:docMk/>
          <pc:sldMk cId="3903399686" sldId="464"/>
        </pc:sldMkLst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2" creationId="{B5B20066-60FB-4B84-B6BA-5298CD5DCBE6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3" creationId="{6629B506-D3CF-4D76-8695-A03F52F55EC1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4" creationId="{503E9866-2B34-4965-B6CF-5B1238F85BFB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5" creationId="{7262D446-CB04-4FEA-BD95-40CD71CD6668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6" creationId="{A805CF9A-14B2-413A-AD8F-A6617780E3C5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7" creationId="{F3C06157-AC92-4FA2-8CF7-CBF091023DE7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8" creationId="{E73F7B2D-9EEC-4DC0-AA26-E5986E79387E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9" creationId="{85D9BBAE-4923-4378-840F-291F35DCD656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10" creationId="{6E3C05BB-7DBB-4E24-AFE8-BFCEF44CDC70}"/>
          </ac:spMkLst>
        </pc:spChg>
        <pc:spChg chg="del">
          <ac:chgData name="Mozhgan Bacon" userId="87017a61-33d9-4952-aa6c-e009fac81f23" providerId="ADAL" clId="{A2255EE8-3AF3-4219-A3E8-E935BB853163}" dt="2021-10-21T23:35:36.802" v="205" actId="478"/>
          <ac:spMkLst>
            <pc:docMk/>
            <pc:sldMk cId="3903399686" sldId="464"/>
            <ac:spMk id="11" creationId="{D8C8E3B9-05F3-4C23-9C6E-6597DA5428CA}"/>
          </ac:spMkLst>
        </pc:spChg>
        <pc:spChg chg="add mod">
          <ac:chgData name="Mozhgan Bacon" userId="87017a61-33d9-4952-aa6c-e009fac81f23" providerId="ADAL" clId="{A2255EE8-3AF3-4219-A3E8-E935BB853163}" dt="2021-10-21T23:36:50.795" v="208" actId="2711"/>
          <ac:spMkLst>
            <pc:docMk/>
            <pc:sldMk cId="3903399686" sldId="464"/>
            <ac:spMk id="12" creationId="{7239494E-A4C3-4CFB-8A06-04A096D3D786}"/>
          </ac:spMkLst>
        </pc:spChg>
        <pc:spChg chg="add mod">
          <ac:chgData name="Mozhgan Bacon" userId="87017a61-33d9-4952-aa6c-e009fac81f23" providerId="ADAL" clId="{A2255EE8-3AF3-4219-A3E8-E935BB853163}" dt="2021-10-21T23:36:50.795" v="208" actId="2711"/>
          <ac:spMkLst>
            <pc:docMk/>
            <pc:sldMk cId="3903399686" sldId="464"/>
            <ac:spMk id="13" creationId="{A3B6A2A2-4A88-4919-B639-B93388CB605C}"/>
          </ac:spMkLst>
        </pc:spChg>
        <pc:spChg chg="add mod">
          <ac:chgData name="Mozhgan Bacon" userId="87017a61-33d9-4952-aa6c-e009fac81f23" providerId="ADAL" clId="{A2255EE8-3AF3-4219-A3E8-E935BB853163}" dt="2021-10-21T23:36:50.795" v="208" actId="2711"/>
          <ac:spMkLst>
            <pc:docMk/>
            <pc:sldMk cId="3903399686" sldId="464"/>
            <ac:spMk id="14" creationId="{33444DB8-7B05-4712-A558-E67AAFEE467F}"/>
          </ac:spMkLst>
        </pc:spChg>
        <pc:spChg chg="add mod">
          <ac:chgData name="Mozhgan Bacon" userId="87017a61-33d9-4952-aa6c-e009fac81f23" providerId="ADAL" clId="{A2255EE8-3AF3-4219-A3E8-E935BB853163}" dt="2021-10-21T23:36:50.795" v="208" actId="2711"/>
          <ac:spMkLst>
            <pc:docMk/>
            <pc:sldMk cId="3903399686" sldId="464"/>
            <ac:spMk id="19" creationId="{9FA835B6-1DE9-4234-8BED-8C442FFB0D2C}"/>
          </ac:spMkLst>
        </pc:spChg>
        <pc:spChg chg="add mod">
          <ac:chgData name="Mozhgan Bacon" userId="87017a61-33d9-4952-aa6c-e009fac81f23" providerId="ADAL" clId="{A2255EE8-3AF3-4219-A3E8-E935BB853163}" dt="2021-10-21T23:36:50.795" v="208" actId="2711"/>
          <ac:spMkLst>
            <pc:docMk/>
            <pc:sldMk cId="3903399686" sldId="464"/>
            <ac:spMk id="20" creationId="{7FC8A785-8EDD-4D0A-9E64-1857B21F7F1E}"/>
          </ac:spMkLst>
        </pc:spChg>
        <pc:grpChg chg="add mod">
          <ac:chgData name="Mozhgan Bacon" userId="87017a61-33d9-4952-aa6c-e009fac81f23" providerId="ADAL" clId="{A2255EE8-3AF3-4219-A3E8-E935BB853163}" dt="2021-10-21T23:36:50.795" v="208" actId="2711"/>
          <ac:grpSpMkLst>
            <pc:docMk/>
            <pc:sldMk cId="3903399686" sldId="464"/>
            <ac:grpSpMk id="15" creationId="{63845A69-46B2-4CDD-A658-EEF8480D839C}"/>
          </ac:grpSpMkLst>
        </pc:grpChg>
      </pc:sldChg>
      <pc:sldChg chg="addSp delSp add del ord">
        <pc:chgData name="Mozhgan Bacon" userId="87017a61-33d9-4952-aa6c-e009fac81f23" providerId="ADAL" clId="{A2255EE8-3AF3-4219-A3E8-E935BB853163}" dt="2021-10-24T04:41:44.336" v="959" actId="2696"/>
        <pc:sldMkLst>
          <pc:docMk/>
          <pc:sldMk cId="1898995296" sldId="465"/>
        </pc:sldMkLst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2" creationId="{4F36122C-E80F-43B5-8C2E-119EB28B37E5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3" creationId="{1DEB5DF3-FEE3-4EA6-99E8-7C2458327F03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4" creationId="{AF1ABC9D-CE02-4E47-AA7C-3018D1C2BC3B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5" creationId="{9CC0F127-4FB7-4635-9933-854AED71C82F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6" creationId="{762998D7-7279-443D-862F-33A4B690D430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7" creationId="{1A16F982-375F-45EA-83B3-8CE1C36686CE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8" creationId="{56D0F13E-BDA2-4CB3-80A3-0A0BB731A7D4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9" creationId="{47930433-1AF4-4E45-BD57-35C5BACE6466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10" creationId="{3EB46746-DC45-4390-9149-0999F5F1DB95}"/>
          </ac:spMkLst>
        </pc:spChg>
        <pc:spChg chg="del">
          <ac:chgData name="Mozhgan Bacon" userId="87017a61-33d9-4952-aa6c-e009fac81f23" providerId="ADAL" clId="{A2255EE8-3AF3-4219-A3E8-E935BB853163}" dt="2021-10-21T23:37:20.310" v="210" actId="478"/>
          <ac:spMkLst>
            <pc:docMk/>
            <pc:sldMk cId="1898995296" sldId="465"/>
            <ac:spMk id="11" creationId="{8C6310A1-F84C-4CE2-ABEA-B59DCD7443B9}"/>
          </ac:spMkLst>
        </pc:spChg>
        <pc:spChg chg="add">
          <ac:chgData name="Mozhgan Bacon" userId="87017a61-33d9-4952-aa6c-e009fac81f23" providerId="ADAL" clId="{A2255EE8-3AF3-4219-A3E8-E935BB853163}" dt="2021-10-21T23:37:21.586" v="211"/>
          <ac:spMkLst>
            <pc:docMk/>
            <pc:sldMk cId="1898995296" sldId="465"/>
            <ac:spMk id="13" creationId="{5CAAE0E1-85B2-4AC6-B04E-CEB400BE4984}"/>
          </ac:spMkLst>
        </pc:spChg>
        <pc:graphicFrameChg chg="add">
          <ac:chgData name="Mozhgan Bacon" userId="87017a61-33d9-4952-aa6c-e009fac81f23" providerId="ADAL" clId="{A2255EE8-3AF3-4219-A3E8-E935BB853163}" dt="2021-10-21T23:37:21.586" v="211"/>
          <ac:graphicFrameMkLst>
            <pc:docMk/>
            <pc:sldMk cId="1898995296" sldId="465"/>
            <ac:graphicFrameMk id="12" creationId="{634F8BBD-1E2D-4962-ADAA-57852662F3EA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14" creationId="{C0B89C50-906B-4A25-A901-16B9780E9251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15" creationId="{D896CFE7-1010-4C1B-AC57-226789AEE7F2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16" creationId="{0100497A-B0F9-44A2-94F7-B416297F9584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17" creationId="{56C17813-DAC7-4644-AE93-48C40BE04AE8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18" creationId="{026BD87C-A65A-4FAC-BAC1-A4EB4DF9BE19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19" creationId="{70CF05FE-C9F4-4205-B19F-5AD939492697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20" creationId="{72AFD8BE-AAB0-4412-9C31-0B62C40E9FA7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21" creationId="{B0A089CF-B9F1-4F4B-9D53-4274F40A65CF}"/>
          </ac:graphicFrameMkLst>
        </pc:graphicFrameChg>
        <pc:graphicFrameChg chg="add">
          <ac:chgData name="Mozhgan Bacon" userId="87017a61-33d9-4952-aa6c-e009fac81f23" providerId="ADAL" clId="{A2255EE8-3AF3-4219-A3E8-E935BB853163}" dt="2021-10-21T23:37:39.770" v="212"/>
          <ac:graphicFrameMkLst>
            <pc:docMk/>
            <pc:sldMk cId="1898995296" sldId="465"/>
            <ac:graphicFrameMk id="22" creationId="{B3245A5C-62EA-4F4E-B72F-EEE7F0C4F6D2}"/>
          </ac:graphicFrameMkLst>
        </pc:graphicFrameChg>
      </pc:sldChg>
      <pc:sldChg chg="addSp delSp modSp add ord modAnim">
        <pc:chgData name="Mozhgan Bacon" userId="87017a61-33d9-4952-aa6c-e009fac81f23" providerId="ADAL" clId="{A2255EE8-3AF3-4219-A3E8-E935BB853163}" dt="2021-10-22T22:03:46.187" v="903"/>
        <pc:sldMkLst>
          <pc:docMk/>
          <pc:sldMk cId="263281648" sldId="466"/>
        </pc:sldMkLst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2" creationId="{FF546FE5-1421-4CFD-8CF5-A792F24072AE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3" creationId="{B90D13B7-F466-4ECB-889C-5A2DF745923C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4" creationId="{BDEEB80D-EA8D-456E-BF01-3141338EB089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5" creationId="{CE16CD66-1C7B-40D2-999E-09AC6E80F63D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6" creationId="{6109269D-C3D8-461E-A3C3-9907A909E896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7" creationId="{5790D941-F3AB-4289-880F-4252EBD39ABE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8" creationId="{14FDBDB9-B6C9-4B17-8376-4E5A78F584CD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9" creationId="{79BF907C-41DB-4A18-B161-E925E584A59C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10" creationId="{0ABB38A5-1F89-4075-ACE9-0D644C9E2E69}"/>
          </ac:spMkLst>
        </pc:spChg>
        <pc:spChg chg="del">
          <ac:chgData name="Mozhgan Bacon" userId="87017a61-33d9-4952-aa6c-e009fac81f23" providerId="ADAL" clId="{A2255EE8-3AF3-4219-A3E8-E935BB853163}" dt="2021-10-21T23:38:08.839" v="214" actId="478"/>
          <ac:spMkLst>
            <pc:docMk/>
            <pc:sldMk cId="263281648" sldId="466"/>
            <ac:spMk id="11" creationId="{F62B4ED7-20A4-48E7-94BD-9F7CB634E00B}"/>
          </ac:spMkLst>
        </pc:spChg>
        <pc:spChg chg="add mod">
          <ac:chgData name="Mozhgan Bacon" userId="87017a61-33d9-4952-aa6c-e009fac81f23" providerId="ADAL" clId="{A2255EE8-3AF3-4219-A3E8-E935BB853163}" dt="2021-10-21T23:38:20.336" v="219" actId="1076"/>
          <ac:spMkLst>
            <pc:docMk/>
            <pc:sldMk cId="263281648" sldId="466"/>
            <ac:spMk id="12" creationId="{18FC92E5-E289-4398-9264-6317A8FB7BC7}"/>
          </ac:spMkLst>
        </pc:spChg>
        <pc:spChg chg="add mod">
          <ac:chgData name="Mozhgan Bacon" userId="87017a61-33d9-4952-aa6c-e009fac81f23" providerId="ADAL" clId="{A2255EE8-3AF3-4219-A3E8-E935BB853163}" dt="2021-10-21T23:38:16.324" v="218" actId="1076"/>
          <ac:spMkLst>
            <pc:docMk/>
            <pc:sldMk cId="263281648" sldId="466"/>
            <ac:spMk id="13" creationId="{4D1C1122-4F92-42D8-9705-595C0EFE6C23}"/>
          </ac:spMkLst>
        </pc:spChg>
        <pc:spChg chg="add mod">
          <ac:chgData name="Mozhgan Bacon" userId="87017a61-33d9-4952-aa6c-e009fac81f23" providerId="ADAL" clId="{A2255EE8-3AF3-4219-A3E8-E935BB853163}" dt="2021-10-21T23:38:16.324" v="218" actId="1076"/>
          <ac:spMkLst>
            <pc:docMk/>
            <pc:sldMk cId="263281648" sldId="466"/>
            <ac:spMk id="15" creationId="{0EC14B0F-2C8E-4C51-A230-E122DEEBBBDA}"/>
          </ac:spMkLst>
        </pc:spChg>
        <pc:picChg chg="add mod">
          <ac:chgData name="Mozhgan Bacon" userId="87017a61-33d9-4952-aa6c-e009fac81f23" providerId="ADAL" clId="{A2255EE8-3AF3-4219-A3E8-E935BB853163}" dt="2021-10-21T23:38:16.324" v="218" actId="1076"/>
          <ac:picMkLst>
            <pc:docMk/>
            <pc:sldMk cId="263281648" sldId="466"/>
            <ac:picMk id="14" creationId="{DAFA309F-8899-4E0A-BFE7-CF6BA4B26722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4T04:50:10.984" v="1063" actId="1076"/>
        <pc:sldMkLst>
          <pc:docMk/>
          <pc:sldMk cId="1340084613" sldId="467"/>
        </pc:sldMkLst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2" creationId="{DA3BAD7F-8880-4EB2-A14D-7905A04D0871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3" creationId="{DEEDEBCE-1ED2-4BF2-9085-A090E0910457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4" creationId="{16E6FEEE-A5DA-481B-BF53-D108D4FBDEA9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5" creationId="{772E4E8F-C108-4F6E-ADC3-88FDB9D49D8C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6" creationId="{7700F004-4F39-4973-B5C1-6267BA563263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7" creationId="{B83FB5D0-C1BF-428C-A838-1430F0BD0722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8" creationId="{7FECFCE3-275B-4A4D-94B2-C18E73A25714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9" creationId="{A37459F0-08F5-4DE2-81B6-CED9CCB0626F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10" creationId="{A29F9853-B548-4BDE-8479-F6D299C69A1A}"/>
          </ac:spMkLst>
        </pc:spChg>
        <pc:spChg chg="del">
          <ac:chgData name="Mozhgan Bacon" userId="87017a61-33d9-4952-aa6c-e009fac81f23" providerId="ADAL" clId="{A2255EE8-3AF3-4219-A3E8-E935BB853163}" dt="2021-10-21T23:39:37.375" v="221" actId="478"/>
          <ac:spMkLst>
            <pc:docMk/>
            <pc:sldMk cId="1340084613" sldId="467"/>
            <ac:spMk id="11" creationId="{0C550972-DF8D-4D96-B32B-37758B0C1E1E}"/>
          </ac:spMkLst>
        </pc:spChg>
        <pc:spChg chg="add mod">
          <ac:chgData name="Mozhgan Bacon" userId="87017a61-33d9-4952-aa6c-e009fac81f23" providerId="ADAL" clId="{A2255EE8-3AF3-4219-A3E8-E935BB853163}" dt="2021-10-22T22:05:32.445" v="909" actId="1076"/>
          <ac:spMkLst>
            <pc:docMk/>
            <pc:sldMk cId="1340084613" sldId="467"/>
            <ac:spMk id="14" creationId="{648B790F-7A67-4683-8B2A-34F8E90158F7}"/>
          </ac:spMkLst>
        </pc:spChg>
        <pc:spChg chg="add mod">
          <ac:chgData name="Mozhgan Bacon" userId="87017a61-33d9-4952-aa6c-e009fac81f23" providerId="ADAL" clId="{A2255EE8-3AF3-4219-A3E8-E935BB853163}" dt="2021-10-24T04:49:52.045" v="1055" actId="1076"/>
          <ac:spMkLst>
            <pc:docMk/>
            <pc:sldMk cId="1340084613" sldId="467"/>
            <ac:spMk id="15" creationId="{ADB74977-97D4-4283-BA8F-14069F17EA23}"/>
          </ac:spMkLst>
        </pc:spChg>
        <pc:spChg chg="add mod">
          <ac:chgData name="Mozhgan Bacon" userId="87017a61-33d9-4952-aa6c-e009fac81f23" providerId="ADAL" clId="{A2255EE8-3AF3-4219-A3E8-E935BB853163}" dt="2021-10-24T04:49:52.045" v="1055" actId="1076"/>
          <ac:spMkLst>
            <pc:docMk/>
            <pc:sldMk cId="1340084613" sldId="467"/>
            <ac:spMk id="16" creationId="{B17B9F83-6EFA-477A-926A-0B5175359768}"/>
          </ac:spMkLst>
        </pc:spChg>
        <pc:spChg chg="add mod">
          <ac:chgData name="Mozhgan Bacon" userId="87017a61-33d9-4952-aa6c-e009fac81f23" providerId="ADAL" clId="{A2255EE8-3AF3-4219-A3E8-E935BB853163}" dt="2021-10-24T04:49:52.045" v="1055" actId="1076"/>
          <ac:spMkLst>
            <pc:docMk/>
            <pc:sldMk cId="1340084613" sldId="467"/>
            <ac:spMk id="17" creationId="{B1E03750-CAF2-4929-86BA-55A3EAEBCE21}"/>
          </ac:spMkLst>
        </pc:spChg>
        <pc:spChg chg="add mod">
          <ac:chgData name="Mozhgan Bacon" userId="87017a61-33d9-4952-aa6c-e009fac81f23" providerId="ADAL" clId="{A2255EE8-3AF3-4219-A3E8-E935BB853163}" dt="2021-10-24T04:49:52.045" v="1055" actId="1076"/>
          <ac:spMkLst>
            <pc:docMk/>
            <pc:sldMk cId="1340084613" sldId="467"/>
            <ac:spMk id="18" creationId="{90B67425-06BC-4CF7-80FB-B0E9E68AEE3F}"/>
          </ac:spMkLst>
        </pc:spChg>
        <pc:spChg chg="add mod">
          <ac:chgData name="Mozhgan Bacon" userId="87017a61-33d9-4952-aa6c-e009fac81f23" providerId="ADAL" clId="{A2255EE8-3AF3-4219-A3E8-E935BB853163}" dt="2021-10-24T04:49:52.045" v="1055" actId="1076"/>
          <ac:spMkLst>
            <pc:docMk/>
            <pc:sldMk cId="1340084613" sldId="467"/>
            <ac:spMk id="19" creationId="{58FD6ECE-083D-450B-8E76-5B481E9D396A}"/>
          </ac:spMkLst>
        </pc:spChg>
        <pc:spChg chg="add mod">
          <ac:chgData name="Mozhgan Bacon" userId="87017a61-33d9-4952-aa6c-e009fac81f23" providerId="ADAL" clId="{A2255EE8-3AF3-4219-A3E8-E935BB853163}" dt="2021-10-24T04:49:52.045" v="1055" actId="1076"/>
          <ac:spMkLst>
            <pc:docMk/>
            <pc:sldMk cId="1340084613" sldId="467"/>
            <ac:spMk id="20" creationId="{F5A50BCA-41DE-41E5-A6D0-C82536A3B418}"/>
          </ac:spMkLst>
        </pc:spChg>
        <pc:spChg chg="add mod">
          <ac:chgData name="Mozhgan Bacon" userId="87017a61-33d9-4952-aa6c-e009fac81f23" providerId="ADAL" clId="{A2255EE8-3AF3-4219-A3E8-E935BB853163}" dt="2021-10-24T04:50:02.512" v="1060" actId="20577"/>
          <ac:spMkLst>
            <pc:docMk/>
            <pc:sldMk cId="1340084613" sldId="467"/>
            <ac:spMk id="21" creationId="{B739501A-5E87-42AD-B0F7-C7912BCEBECB}"/>
          </ac:spMkLst>
        </pc:spChg>
        <pc:spChg chg="add mod">
          <ac:chgData name="Mozhgan Bacon" userId="87017a61-33d9-4952-aa6c-e009fac81f23" providerId="ADAL" clId="{A2255EE8-3AF3-4219-A3E8-E935BB853163}" dt="2021-10-24T04:50:10.984" v="1063" actId="1076"/>
          <ac:spMkLst>
            <pc:docMk/>
            <pc:sldMk cId="1340084613" sldId="467"/>
            <ac:spMk id="22" creationId="{7ED524BF-1EFB-4286-AB94-45973F97FF36}"/>
          </ac:spMkLst>
        </pc:spChg>
        <pc:spChg chg="add mod">
          <ac:chgData name="Mozhgan Bacon" userId="87017a61-33d9-4952-aa6c-e009fac81f23" providerId="ADAL" clId="{A2255EE8-3AF3-4219-A3E8-E935BB853163}" dt="2021-10-24T04:49:52.045" v="1055" actId="1076"/>
          <ac:spMkLst>
            <pc:docMk/>
            <pc:sldMk cId="1340084613" sldId="467"/>
            <ac:spMk id="24" creationId="{DB863638-F3EE-46E1-91C7-6C48F09C4242}"/>
          </ac:spMkLst>
        </pc:spChg>
        <pc:graphicFrameChg chg="add del mod replId">
          <ac:chgData name="Mozhgan Bacon" userId="87017a61-33d9-4952-aa6c-e009fac81f23" providerId="ADAL" clId="{A2255EE8-3AF3-4219-A3E8-E935BB853163}" dt="2021-10-24T04:49:56.364" v="1057"/>
          <ac:graphicFrameMkLst>
            <pc:docMk/>
            <pc:sldMk cId="1340084613" sldId="467"/>
            <ac:graphicFrameMk id="3" creationId="{7ED524BF-1EFB-4286-AB94-45973F97FF36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49:52.045" v="1055" actId="1076"/>
          <ac:graphicFrameMkLst>
            <pc:docMk/>
            <pc:sldMk cId="1340084613" sldId="467"/>
            <ac:graphicFrameMk id="23" creationId="{4674B1D0-2CEA-42B0-B9F2-AB58FC366E43}"/>
          </ac:graphicFrameMkLst>
        </pc:graphicFrameChg>
        <pc:picChg chg="add mod">
          <ac:chgData name="Mozhgan Bacon" userId="87017a61-33d9-4952-aa6c-e009fac81f23" providerId="ADAL" clId="{A2255EE8-3AF3-4219-A3E8-E935BB853163}" dt="2021-10-22T22:05:30.142" v="908" actId="1076"/>
          <ac:picMkLst>
            <pc:docMk/>
            <pc:sldMk cId="1340084613" sldId="467"/>
            <ac:picMk id="2" creationId="{7CB769F1-7FD3-40EF-849E-EED4B5E817B8}"/>
          </ac:picMkLst>
        </pc:picChg>
        <pc:picChg chg="add del">
          <ac:chgData name="Mozhgan Bacon" userId="87017a61-33d9-4952-aa6c-e009fac81f23" providerId="ADAL" clId="{A2255EE8-3AF3-4219-A3E8-E935BB853163}" dt="2021-10-21T23:39:40.492" v="223"/>
          <ac:picMkLst>
            <pc:docMk/>
            <pc:sldMk cId="1340084613" sldId="467"/>
            <ac:picMk id="12" creationId="{E3FB3C5E-0168-463D-9819-6BA10CD66A98}"/>
          </ac:picMkLst>
        </pc:picChg>
        <pc:picChg chg="add del mod">
          <ac:chgData name="Mozhgan Bacon" userId="87017a61-33d9-4952-aa6c-e009fac81f23" providerId="ADAL" clId="{A2255EE8-3AF3-4219-A3E8-E935BB853163}" dt="2021-10-22T22:05:25.443" v="906" actId="478"/>
          <ac:picMkLst>
            <pc:docMk/>
            <pc:sldMk cId="1340084613" sldId="467"/>
            <ac:picMk id="13" creationId="{7B741E54-E311-4BA7-8FF1-9F35722FBD0C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2T22:06:15.499" v="918" actId="164"/>
        <pc:sldMkLst>
          <pc:docMk/>
          <pc:sldMk cId="1631032866" sldId="468"/>
        </pc:sldMkLst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2" creationId="{626E20F2-E135-491C-A596-F819C01781E6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3" creationId="{DECB4443-D176-4F54-93AF-B1D16E13B36C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4" creationId="{AAD872F3-A881-4119-8B0B-568930668E33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5" creationId="{373B994B-8FC6-43C0-84FC-845A2424E6FA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6" creationId="{2BC9B547-563F-4D3D-98B0-8CBA2A99C9D9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7" creationId="{1F86240D-4F21-4414-996D-637AFE88112E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8" creationId="{9DAEE132-88DB-4D47-B71D-9401197FE968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9" creationId="{F316442A-A6CE-4889-A5DB-7108B5F7D60E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10" creationId="{8B80124D-FF92-43FA-8B03-32AAE3C3496B}"/>
          </ac:spMkLst>
        </pc:spChg>
        <pc:spChg chg="del">
          <ac:chgData name="Mozhgan Bacon" userId="87017a61-33d9-4952-aa6c-e009fac81f23" providerId="ADAL" clId="{A2255EE8-3AF3-4219-A3E8-E935BB853163}" dt="2021-10-21T23:41:26.249" v="244" actId="478"/>
          <ac:spMkLst>
            <pc:docMk/>
            <pc:sldMk cId="1631032866" sldId="468"/>
            <ac:spMk id="11" creationId="{2F618D2C-4DE4-4CF2-B59C-D566ADD50AAF}"/>
          </ac:spMkLst>
        </pc:spChg>
        <pc:grpChg chg="add mod">
          <ac:chgData name="Mozhgan Bacon" userId="87017a61-33d9-4952-aa6c-e009fac81f23" providerId="ADAL" clId="{A2255EE8-3AF3-4219-A3E8-E935BB853163}" dt="2021-10-22T22:06:15.499" v="918" actId="164"/>
          <ac:grpSpMkLst>
            <pc:docMk/>
            <pc:sldMk cId="1631032866" sldId="468"/>
            <ac:grpSpMk id="2" creationId="{75238090-151A-4FB3-9131-7BEB6E687C7F}"/>
          </ac:grpSpMkLst>
        </pc:grpChg>
        <pc:picChg chg="add mod">
          <ac:chgData name="Mozhgan Bacon" userId="87017a61-33d9-4952-aa6c-e009fac81f23" providerId="ADAL" clId="{A2255EE8-3AF3-4219-A3E8-E935BB853163}" dt="2021-10-22T22:06:15.499" v="918" actId="164"/>
          <ac:picMkLst>
            <pc:docMk/>
            <pc:sldMk cId="1631032866" sldId="468"/>
            <ac:picMk id="5" creationId="{D6C16FF4-F340-4943-8A93-D49AB5E3FCBF}"/>
          </ac:picMkLst>
        </pc:picChg>
        <pc:picChg chg="add del">
          <ac:chgData name="Mozhgan Bacon" userId="87017a61-33d9-4952-aa6c-e009fac81f23" providerId="ADAL" clId="{A2255EE8-3AF3-4219-A3E8-E935BB853163}" dt="2021-10-21T23:42:08.907" v="246"/>
          <ac:picMkLst>
            <pc:docMk/>
            <pc:sldMk cId="1631032866" sldId="468"/>
            <ac:picMk id="12" creationId="{2E67978F-BCBE-45F8-8FD9-D146D6094D43}"/>
          </ac:picMkLst>
        </pc:picChg>
        <pc:picChg chg="add mod">
          <ac:chgData name="Mozhgan Bacon" userId="87017a61-33d9-4952-aa6c-e009fac81f23" providerId="ADAL" clId="{A2255EE8-3AF3-4219-A3E8-E935BB853163}" dt="2021-10-22T22:06:15.499" v="918" actId="164"/>
          <ac:picMkLst>
            <pc:docMk/>
            <pc:sldMk cId="1631032866" sldId="468"/>
            <ac:picMk id="13" creationId="{18A8927F-ACF3-4557-AC26-BF569DA962B0}"/>
          </ac:picMkLst>
        </pc:picChg>
        <pc:picChg chg="add mod">
          <ac:chgData name="Mozhgan Bacon" userId="87017a61-33d9-4952-aa6c-e009fac81f23" providerId="ADAL" clId="{A2255EE8-3AF3-4219-A3E8-E935BB853163}" dt="2021-10-22T22:06:09.750" v="916" actId="1076"/>
          <ac:picMkLst>
            <pc:docMk/>
            <pc:sldMk cId="1631032866" sldId="468"/>
            <ac:picMk id="14" creationId="{FBEE890F-F621-44E2-B31D-16974B1A4910}"/>
          </ac:picMkLst>
        </pc:picChg>
        <pc:picChg chg="add mod">
          <ac:chgData name="Mozhgan Bacon" userId="87017a61-33d9-4952-aa6c-e009fac81f23" providerId="ADAL" clId="{A2255EE8-3AF3-4219-A3E8-E935BB853163}" dt="2021-10-22T22:06:05.666" v="915" actId="1076"/>
          <ac:picMkLst>
            <pc:docMk/>
            <pc:sldMk cId="1631032866" sldId="468"/>
            <ac:picMk id="15" creationId="{92FB3D33-7270-44DC-829C-C2DA62806219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5T02:58:01.229" v="1139" actId="1076"/>
        <pc:sldMkLst>
          <pc:docMk/>
          <pc:sldMk cId="2027941469" sldId="469"/>
        </pc:sldMkLst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2" creationId="{6212E5DF-B03E-46FD-9DD3-F956FAAC3997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3" creationId="{453B0FC1-EE05-4837-AE05-5A0EF6767605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4" creationId="{C35719FF-89E3-4042-A3B8-6A26B762CDE2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5" creationId="{334B2E5C-EDC4-4666-8D13-99C253F0725C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6" creationId="{646D8019-85F7-4649-A533-737F414171B4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7" creationId="{03DB72DF-CB10-481D-9173-729BF3304F21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8" creationId="{428D5D92-0F17-47CA-B8A1-C45BE533E0E0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9" creationId="{6CB55FF3-9F48-499E-854D-2E1020ACFEB0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10" creationId="{07CA4F0C-A14D-49C5-B6E1-4E77791D973C}"/>
          </ac:spMkLst>
        </pc:spChg>
        <pc:spChg chg="del">
          <ac:chgData name="Mozhgan Bacon" userId="87017a61-33d9-4952-aa6c-e009fac81f23" providerId="ADAL" clId="{A2255EE8-3AF3-4219-A3E8-E935BB853163}" dt="2021-10-21T23:44:10.472" v="252" actId="478"/>
          <ac:spMkLst>
            <pc:docMk/>
            <pc:sldMk cId="2027941469" sldId="469"/>
            <ac:spMk id="11" creationId="{0F79BA49-492B-4B0E-A974-20D0D05F564F}"/>
          </ac:spMkLst>
        </pc:spChg>
        <pc:spChg chg="add mod">
          <ac:chgData name="Mozhgan Bacon" userId="87017a61-33d9-4952-aa6c-e009fac81f23" providerId="ADAL" clId="{A2255EE8-3AF3-4219-A3E8-E935BB853163}" dt="2021-10-25T02:57:55.936" v="1137" actId="164"/>
          <ac:spMkLst>
            <pc:docMk/>
            <pc:sldMk cId="2027941469" sldId="469"/>
            <ac:spMk id="19" creationId="{FCEB299E-C5D4-4D3B-99A1-3AD4C2781BBB}"/>
          </ac:spMkLst>
        </pc:spChg>
        <pc:grpChg chg="add mod">
          <ac:chgData name="Mozhgan Bacon" userId="87017a61-33d9-4952-aa6c-e009fac81f23" providerId="ADAL" clId="{A2255EE8-3AF3-4219-A3E8-E935BB853163}" dt="2021-10-25T02:57:55.936" v="1137" actId="164"/>
          <ac:grpSpMkLst>
            <pc:docMk/>
            <pc:sldMk cId="2027941469" sldId="469"/>
            <ac:grpSpMk id="2" creationId="{B3EFBD93-E7D5-4006-91B7-4C70378D0BCB}"/>
          </ac:grpSpMkLst>
        </pc:grpChg>
        <pc:graphicFrameChg chg="add mod">
          <ac:chgData name="Mozhgan Bacon" userId="87017a61-33d9-4952-aa6c-e009fac81f23" providerId="ADAL" clId="{A2255EE8-3AF3-4219-A3E8-E935BB853163}" dt="2021-10-25T02:58:01.229" v="1139" actId="1076"/>
          <ac:graphicFrameMkLst>
            <pc:docMk/>
            <pc:sldMk cId="2027941469" sldId="469"/>
            <ac:graphicFrameMk id="18" creationId="{CE8F2826-A970-4AD9-A37F-2B3B9610A99C}"/>
          </ac:graphicFrameMkLst>
        </pc:graphicFrameChg>
        <pc:picChg chg="add mod">
          <ac:chgData name="Mozhgan Bacon" userId="87017a61-33d9-4952-aa6c-e009fac81f23" providerId="ADAL" clId="{A2255EE8-3AF3-4219-A3E8-E935BB853163}" dt="2021-10-25T02:57:55.936" v="1137" actId="164"/>
          <ac:picMkLst>
            <pc:docMk/>
            <pc:sldMk cId="2027941469" sldId="469"/>
            <ac:picMk id="12" creationId="{B8C49CF3-E118-49B7-93BC-088B53EAB038}"/>
          </ac:picMkLst>
        </pc:picChg>
        <pc:picChg chg="add">
          <ac:chgData name="Mozhgan Bacon" userId="87017a61-33d9-4952-aa6c-e009fac81f23" providerId="ADAL" clId="{A2255EE8-3AF3-4219-A3E8-E935BB853163}" dt="2021-10-21T23:45:50.361" v="267"/>
          <ac:picMkLst>
            <pc:docMk/>
            <pc:sldMk cId="2027941469" sldId="469"/>
            <ac:picMk id="13" creationId="{0750AE00-B353-449B-AC6C-21E4864CFB8E}"/>
          </ac:picMkLst>
        </pc:picChg>
        <pc:picChg chg="add">
          <ac:chgData name="Mozhgan Bacon" userId="87017a61-33d9-4952-aa6c-e009fac81f23" providerId="ADAL" clId="{A2255EE8-3AF3-4219-A3E8-E935BB853163}" dt="2021-10-21T23:45:50.361" v="267"/>
          <ac:picMkLst>
            <pc:docMk/>
            <pc:sldMk cId="2027941469" sldId="469"/>
            <ac:picMk id="14" creationId="{118BFF6F-E1D2-46F6-8D0A-DF3B7F41DB5A}"/>
          </ac:picMkLst>
        </pc:picChg>
        <pc:picChg chg="add">
          <ac:chgData name="Mozhgan Bacon" userId="87017a61-33d9-4952-aa6c-e009fac81f23" providerId="ADAL" clId="{A2255EE8-3AF3-4219-A3E8-E935BB853163}" dt="2021-10-21T23:45:50.361" v="267"/>
          <ac:picMkLst>
            <pc:docMk/>
            <pc:sldMk cId="2027941469" sldId="469"/>
            <ac:picMk id="15" creationId="{47F5AEB8-F3AA-4576-A604-6899B27AE972}"/>
          </ac:picMkLst>
        </pc:picChg>
        <pc:picChg chg="add">
          <ac:chgData name="Mozhgan Bacon" userId="87017a61-33d9-4952-aa6c-e009fac81f23" providerId="ADAL" clId="{A2255EE8-3AF3-4219-A3E8-E935BB853163}" dt="2021-10-21T23:45:50.361" v="267"/>
          <ac:picMkLst>
            <pc:docMk/>
            <pc:sldMk cId="2027941469" sldId="469"/>
            <ac:picMk id="16" creationId="{7E57A989-3819-4401-A543-3D2AFFE30837}"/>
          </ac:picMkLst>
        </pc:picChg>
        <pc:picChg chg="add">
          <ac:chgData name="Mozhgan Bacon" userId="87017a61-33d9-4952-aa6c-e009fac81f23" providerId="ADAL" clId="{A2255EE8-3AF3-4219-A3E8-E935BB853163}" dt="2021-10-21T23:45:50.361" v="267"/>
          <ac:picMkLst>
            <pc:docMk/>
            <pc:sldMk cId="2027941469" sldId="469"/>
            <ac:picMk id="17" creationId="{40D1B670-75A9-40CC-A467-FD0202A85800}"/>
          </ac:picMkLst>
        </pc:picChg>
      </pc:sldChg>
      <pc:sldChg chg="addSp delSp modSp add ord modAnim">
        <pc:chgData name="Mozhgan Bacon" userId="87017a61-33d9-4952-aa6c-e009fac81f23" providerId="ADAL" clId="{A2255EE8-3AF3-4219-A3E8-E935BB853163}" dt="2021-10-24T04:41:58.191" v="961" actId="14100"/>
        <pc:sldMkLst>
          <pc:docMk/>
          <pc:sldMk cId="2603218836" sldId="470"/>
        </pc:sldMkLst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2" creationId="{A60FFC3D-54B4-465E-9C0D-6FE0777BD1B3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3" creationId="{5EDD2E90-C587-4B53-AA62-49A9B654CA8E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4" creationId="{B24DD0FE-29F9-4D44-B181-57738324699D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5" creationId="{24503B6D-2552-4F49-95EA-04665B262B77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6" creationId="{09EAE711-1CE7-44D3-A708-04950FDDB266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7" creationId="{F31BDC20-6DED-48E7-94F4-168D4580F572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8" creationId="{724CFE4D-08AC-44E0-89C7-472AE8E2514F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9" creationId="{5F87AF87-5796-47FC-B2D0-BCFAA0304333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10" creationId="{493C1F59-1A7D-4D51-BFE2-6AC8854BB6DB}"/>
          </ac:spMkLst>
        </pc:spChg>
        <pc:spChg chg="del">
          <ac:chgData name="Mozhgan Bacon" userId="87017a61-33d9-4952-aa6c-e009fac81f23" providerId="ADAL" clId="{A2255EE8-3AF3-4219-A3E8-E935BB853163}" dt="2021-10-21T23:44:42.010" v="256" actId="478"/>
          <ac:spMkLst>
            <pc:docMk/>
            <pc:sldMk cId="2603218836" sldId="470"/>
            <ac:spMk id="11" creationId="{D9FAC56D-03BB-428A-9D26-C69779041466}"/>
          </ac:spMkLst>
        </pc:spChg>
        <pc:spChg chg="add mod">
          <ac:chgData name="Mozhgan Bacon" userId="87017a61-33d9-4952-aa6c-e009fac81f23" providerId="ADAL" clId="{A2255EE8-3AF3-4219-A3E8-E935BB853163}" dt="2021-10-24T04:41:58.191" v="961" actId="14100"/>
          <ac:spMkLst>
            <pc:docMk/>
            <pc:sldMk cId="2603218836" sldId="470"/>
            <ac:spMk id="12" creationId="{4672E862-6AA3-4E6C-807C-10E1203D7C11}"/>
          </ac:spMkLst>
        </pc:spChg>
      </pc:sldChg>
      <pc:sldChg chg="addSp delSp modSp add ord delAnim modAnim">
        <pc:chgData name="Mozhgan Bacon" userId="87017a61-33d9-4952-aa6c-e009fac81f23" providerId="ADAL" clId="{A2255EE8-3AF3-4219-A3E8-E935BB853163}" dt="2021-10-24T04:43:02.410" v="969" actId="478"/>
        <pc:sldMkLst>
          <pc:docMk/>
          <pc:sldMk cId="3176462994" sldId="471"/>
        </pc:sldMkLst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2" creationId="{69A97881-5D13-45D3-97AD-E36858D43DA6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3" creationId="{D9518E3C-BD99-4E19-A963-1E603BC54C4B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4" creationId="{4A03E03A-0B1B-4E42-9856-7E52C2D8C1DE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5" creationId="{56FBC7CB-70A0-44DC-A0A1-4DD3BA2C2911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6" creationId="{26F74A99-CD8B-49DC-80C7-F086977156AD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7" creationId="{C759BACE-A93B-44B7-8D5C-132740341014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8" creationId="{AF97DA79-39EB-4380-A556-00EC64E35691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9" creationId="{53AD5802-3F44-4542-9783-4E5C13DBE319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10" creationId="{9A19D989-D16B-47C9-9999-E5B5F9EDF3E8}"/>
          </ac:spMkLst>
        </pc:spChg>
        <pc:spChg chg="del">
          <ac:chgData name="Mozhgan Bacon" userId="87017a61-33d9-4952-aa6c-e009fac81f23" providerId="ADAL" clId="{A2255EE8-3AF3-4219-A3E8-E935BB853163}" dt="2021-10-21T23:44:50.452" v="259" actId="478"/>
          <ac:spMkLst>
            <pc:docMk/>
            <pc:sldMk cId="3176462994" sldId="471"/>
            <ac:spMk id="11" creationId="{D8B847EE-E7B5-4B0A-827D-BE4AEDB4AC34}"/>
          </ac:spMkLst>
        </pc:spChg>
        <pc:spChg chg="add del">
          <ac:chgData name="Mozhgan Bacon" userId="87017a61-33d9-4952-aa6c-e009fac81f23" providerId="ADAL" clId="{A2255EE8-3AF3-4219-A3E8-E935BB853163}" dt="2021-10-21T23:45:28.088" v="264" actId="478"/>
          <ac:spMkLst>
            <pc:docMk/>
            <pc:sldMk cId="3176462994" sldId="471"/>
            <ac:spMk id="12" creationId="{96CF8389-2BA9-4F59-AB32-D00B0553AE17}"/>
          </ac:spMkLst>
        </pc:spChg>
        <pc:spChg chg="add del mod">
          <ac:chgData name="Mozhgan Bacon" userId="87017a61-33d9-4952-aa6c-e009fac81f23" providerId="ADAL" clId="{A2255EE8-3AF3-4219-A3E8-E935BB853163}" dt="2021-10-24T04:43:02.410" v="969" actId="478"/>
          <ac:spMkLst>
            <pc:docMk/>
            <pc:sldMk cId="3176462994" sldId="471"/>
            <ac:spMk id="13" creationId="{EF6C6DC5-25E7-4EC5-9259-C03C51AF72E6}"/>
          </ac:spMkLst>
        </pc:spChg>
        <pc:spChg chg="add mod">
          <ac:chgData name="Mozhgan Bacon" userId="87017a61-33d9-4952-aa6c-e009fac81f23" providerId="ADAL" clId="{A2255EE8-3AF3-4219-A3E8-E935BB853163}" dt="2021-10-21T23:45:34.191" v="266" actId="1076"/>
          <ac:spMkLst>
            <pc:docMk/>
            <pc:sldMk cId="3176462994" sldId="471"/>
            <ac:spMk id="14" creationId="{D49967E1-736B-4EB9-A1F7-39FEAA31FE43}"/>
          </ac:spMkLst>
        </pc:spChg>
        <pc:spChg chg="add mod">
          <ac:chgData name="Mozhgan Bacon" userId="87017a61-33d9-4952-aa6c-e009fac81f23" providerId="ADAL" clId="{A2255EE8-3AF3-4219-A3E8-E935BB853163}" dt="2021-10-21T23:45:34.191" v="266" actId="1076"/>
          <ac:spMkLst>
            <pc:docMk/>
            <pc:sldMk cId="3176462994" sldId="471"/>
            <ac:spMk id="19" creationId="{D94E33B1-B9DE-4244-8CB5-001A1ACA4ACF}"/>
          </ac:spMkLst>
        </pc:spChg>
        <pc:spChg chg="add mod">
          <ac:chgData name="Mozhgan Bacon" userId="87017a61-33d9-4952-aa6c-e009fac81f23" providerId="ADAL" clId="{A2255EE8-3AF3-4219-A3E8-E935BB853163}" dt="2021-10-21T23:45:34.191" v="266" actId="1076"/>
          <ac:spMkLst>
            <pc:docMk/>
            <pc:sldMk cId="3176462994" sldId="471"/>
            <ac:spMk id="20" creationId="{D7F0F4D7-7C49-4BB7-8E1D-9CD9C14B60DC}"/>
          </ac:spMkLst>
        </pc:spChg>
        <pc:spChg chg="add mod">
          <ac:chgData name="Mozhgan Bacon" userId="87017a61-33d9-4952-aa6c-e009fac81f23" providerId="ADAL" clId="{A2255EE8-3AF3-4219-A3E8-E935BB853163}" dt="2021-10-21T23:45:34.191" v="266" actId="1076"/>
          <ac:spMkLst>
            <pc:docMk/>
            <pc:sldMk cId="3176462994" sldId="471"/>
            <ac:spMk id="23" creationId="{20324A09-E8F5-495C-A4B3-7334CB3ADF97}"/>
          </ac:spMkLst>
        </pc:spChg>
        <pc:graphicFrameChg chg="add mod">
          <ac:chgData name="Mozhgan Bacon" userId="87017a61-33d9-4952-aa6c-e009fac81f23" providerId="ADAL" clId="{A2255EE8-3AF3-4219-A3E8-E935BB853163}" dt="2021-10-21T23:45:34.191" v="266" actId="1076"/>
          <ac:graphicFrameMkLst>
            <pc:docMk/>
            <pc:sldMk cId="3176462994" sldId="471"/>
            <ac:graphicFrameMk id="15" creationId="{CD5D44EB-BF46-4087-A0A7-08F5F1D9FF8F}"/>
          </ac:graphicFrameMkLst>
        </pc:graphicFrameChg>
        <pc:graphicFrameChg chg="add mod">
          <ac:chgData name="Mozhgan Bacon" userId="87017a61-33d9-4952-aa6c-e009fac81f23" providerId="ADAL" clId="{A2255EE8-3AF3-4219-A3E8-E935BB853163}" dt="2021-10-21T23:45:34.191" v="266" actId="1076"/>
          <ac:graphicFrameMkLst>
            <pc:docMk/>
            <pc:sldMk cId="3176462994" sldId="471"/>
            <ac:graphicFrameMk id="16" creationId="{1F11B993-73B5-400C-AE88-889546DC0FB4}"/>
          </ac:graphicFrameMkLst>
        </pc:graphicFrameChg>
        <pc:graphicFrameChg chg="add mod">
          <ac:chgData name="Mozhgan Bacon" userId="87017a61-33d9-4952-aa6c-e009fac81f23" providerId="ADAL" clId="{A2255EE8-3AF3-4219-A3E8-E935BB853163}" dt="2021-10-21T23:45:34.191" v="266" actId="1076"/>
          <ac:graphicFrameMkLst>
            <pc:docMk/>
            <pc:sldMk cId="3176462994" sldId="471"/>
            <ac:graphicFrameMk id="17" creationId="{802A81AC-8FC8-42E0-86F8-E0663CFF9E2B}"/>
          </ac:graphicFrameMkLst>
        </pc:graphicFrameChg>
        <pc:graphicFrameChg chg="add mod">
          <ac:chgData name="Mozhgan Bacon" userId="87017a61-33d9-4952-aa6c-e009fac81f23" providerId="ADAL" clId="{A2255EE8-3AF3-4219-A3E8-E935BB853163}" dt="2021-10-21T23:45:34.191" v="266" actId="1076"/>
          <ac:graphicFrameMkLst>
            <pc:docMk/>
            <pc:sldMk cId="3176462994" sldId="471"/>
            <ac:graphicFrameMk id="18" creationId="{792C5288-E5A8-4AB9-8EC5-E7678D0B193E}"/>
          </ac:graphicFrameMkLst>
        </pc:graphicFrameChg>
        <pc:graphicFrameChg chg="add mod">
          <ac:chgData name="Mozhgan Bacon" userId="87017a61-33d9-4952-aa6c-e009fac81f23" providerId="ADAL" clId="{A2255EE8-3AF3-4219-A3E8-E935BB853163}" dt="2021-10-21T23:45:34.191" v="266" actId="1076"/>
          <ac:graphicFrameMkLst>
            <pc:docMk/>
            <pc:sldMk cId="3176462994" sldId="471"/>
            <ac:graphicFrameMk id="21" creationId="{237E2FCC-2561-4136-9D71-81A427532B1F}"/>
          </ac:graphicFrameMkLst>
        </pc:graphicFrameChg>
        <pc:graphicFrameChg chg="add mod">
          <ac:chgData name="Mozhgan Bacon" userId="87017a61-33d9-4952-aa6c-e009fac81f23" providerId="ADAL" clId="{A2255EE8-3AF3-4219-A3E8-E935BB853163}" dt="2021-10-21T23:45:34.191" v="266" actId="1076"/>
          <ac:graphicFrameMkLst>
            <pc:docMk/>
            <pc:sldMk cId="3176462994" sldId="471"/>
            <ac:graphicFrameMk id="22" creationId="{1FE90D45-5C90-4A3E-98F0-AF42512E7382}"/>
          </ac:graphicFrameMkLst>
        </pc:graphicFrameChg>
      </pc:sldChg>
      <pc:sldChg chg="addSp delSp modSp add modAnim">
        <pc:chgData name="Mozhgan Bacon" userId="87017a61-33d9-4952-aa6c-e009fac81f23" providerId="ADAL" clId="{A2255EE8-3AF3-4219-A3E8-E935BB853163}" dt="2021-10-24T04:50:59.133" v="1072" actId="14100"/>
        <pc:sldMkLst>
          <pc:docMk/>
          <pc:sldMk cId="4140569498" sldId="472"/>
        </pc:sldMkLst>
        <pc:spChg chg="add mod">
          <ac:chgData name="Mozhgan Bacon" userId="87017a61-33d9-4952-aa6c-e009fac81f23" providerId="ADAL" clId="{A2255EE8-3AF3-4219-A3E8-E935BB853163}" dt="2021-10-21T23:49:07.113" v="287" actId="1076"/>
          <ac:spMkLst>
            <pc:docMk/>
            <pc:sldMk cId="4140569498" sldId="472"/>
            <ac:spMk id="2" creationId="{74F559BC-8255-4AB7-96CB-2A57D1CC00E2}"/>
          </ac:spMkLst>
        </pc:spChg>
        <pc:spChg chg="mod">
          <ac:chgData name="Mozhgan Bacon" userId="87017a61-33d9-4952-aa6c-e009fac81f23" providerId="ADAL" clId="{A2255EE8-3AF3-4219-A3E8-E935BB853163}" dt="2021-10-24T04:50:59.133" v="1072" actId="14100"/>
          <ac:spMkLst>
            <pc:docMk/>
            <pc:sldMk cId="4140569498" sldId="472"/>
            <ac:spMk id="7" creationId="{00000000-0000-0000-0000-000000000000}"/>
          </ac:spMkLst>
        </pc:spChg>
        <pc:spChg chg="mod">
          <ac:chgData name="Mozhgan Bacon" userId="87017a61-33d9-4952-aa6c-e009fac81f23" providerId="ADAL" clId="{A2255EE8-3AF3-4219-A3E8-E935BB853163}" dt="2021-10-21T23:48:30.435" v="279" actId="14100"/>
          <ac:spMkLst>
            <pc:docMk/>
            <pc:sldMk cId="4140569498" sldId="472"/>
            <ac:spMk id="12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48:21.676" v="277" actId="478"/>
          <ac:spMkLst>
            <pc:docMk/>
            <pc:sldMk cId="4140569498" sldId="472"/>
            <ac:spMk id="13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48:21.676" v="277" actId="478"/>
          <ac:spMkLst>
            <pc:docMk/>
            <pc:sldMk cId="4140569498" sldId="472"/>
            <ac:spMk id="14" creationId="{00000000-0000-0000-0000-000000000000}"/>
          </ac:spMkLst>
        </pc:spChg>
        <pc:spChg chg="del mod">
          <ac:chgData name="Mozhgan Bacon" userId="87017a61-33d9-4952-aa6c-e009fac81f23" providerId="ADAL" clId="{A2255EE8-3AF3-4219-A3E8-E935BB853163}" dt="2021-10-21T23:48:21.676" v="277" actId="478"/>
          <ac:spMkLst>
            <pc:docMk/>
            <pc:sldMk cId="4140569498" sldId="472"/>
            <ac:spMk id="15" creationId="{00000000-0000-0000-0000-000000000000}"/>
          </ac:spMkLst>
        </pc:spChg>
        <pc:spChg chg="del">
          <ac:chgData name="Mozhgan Bacon" userId="87017a61-33d9-4952-aa6c-e009fac81f23" providerId="ADAL" clId="{A2255EE8-3AF3-4219-A3E8-E935BB853163}" dt="2021-10-21T23:48:12.581" v="274" actId="478"/>
          <ac:spMkLst>
            <pc:docMk/>
            <pc:sldMk cId="4140569498" sldId="472"/>
            <ac:spMk id="34" creationId="{00000000-0000-0000-0000-000000000000}"/>
          </ac:spMkLst>
        </pc:spChg>
        <pc:graphicFrameChg chg="mod">
          <ac:chgData name="Mozhgan Bacon" userId="87017a61-33d9-4952-aa6c-e009fac81f23" providerId="ADAL" clId="{A2255EE8-3AF3-4219-A3E8-E935BB853163}" dt="2021-10-21T23:48:30.435" v="279" actId="14100"/>
          <ac:graphicFrameMkLst>
            <pc:docMk/>
            <pc:sldMk cId="4140569498" sldId="472"/>
            <ac:graphicFrameMk id="46" creationId="{00000000-0000-0000-0000-000000000000}"/>
          </ac:graphicFrameMkLst>
        </pc:graphicFrameChg>
        <pc:graphicFrameChg chg="mod">
          <ac:chgData name="Mozhgan Bacon" userId="87017a61-33d9-4952-aa6c-e009fac81f23" providerId="ADAL" clId="{A2255EE8-3AF3-4219-A3E8-E935BB853163}" dt="2021-10-21T23:48:30.435" v="279" actId="14100"/>
          <ac:graphicFrameMkLst>
            <pc:docMk/>
            <pc:sldMk cId="4140569498" sldId="472"/>
            <ac:graphicFrameMk id="47" creationId="{00000000-0000-0000-0000-000000000000}"/>
          </ac:graphicFrameMkLst>
        </pc:graphicFrameChg>
        <pc:picChg chg="mod">
          <ac:chgData name="Mozhgan Bacon" userId="87017a61-33d9-4952-aa6c-e009fac81f23" providerId="ADAL" clId="{A2255EE8-3AF3-4219-A3E8-E935BB853163}" dt="2021-10-21T23:48:30.435" v="279" actId="14100"/>
          <ac:picMkLst>
            <pc:docMk/>
            <pc:sldMk cId="4140569498" sldId="472"/>
            <ac:picMk id="48" creationId="{00000000-0000-0000-0000-000000000000}"/>
          </ac:picMkLst>
        </pc:picChg>
      </pc:sldChg>
      <pc:sldChg chg="addSp delSp modSp add del ord modAnim">
        <pc:chgData name="Mozhgan Bacon" userId="87017a61-33d9-4952-aa6c-e009fac81f23" providerId="ADAL" clId="{A2255EE8-3AF3-4219-A3E8-E935BB853163}" dt="2021-10-22T18:42:36.460" v="625"/>
        <pc:sldMkLst>
          <pc:docMk/>
          <pc:sldMk cId="4024185932" sldId="473"/>
        </pc:sldMkLst>
        <pc:spChg chg="del">
          <ac:chgData name="Mozhgan Bacon" userId="87017a61-33d9-4952-aa6c-e009fac81f23" providerId="ADAL" clId="{A2255EE8-3AF3-4219-A3E8-E935BB853163}" dt="2021-10-21T23:49:16.856" v="289" actId="478"/>
          <ac:spMkLst>
            <pc:docMk/>
            <pc:sldMk cId="4024185932" sldId="473"/>
            <ac:spMk id="2" creationId="{B55FC7E0-9B2A-446C-BC65-2A8D59210762}"/>
          </ac:spMkLst>
        </pc:spChg>
        <pc:spChg chg="del">
          <ac:chgData name="Mozhgan Bacon" userId="87017a61-33d9-4952-aa6c-e009fac81f23" providerId="ADAL" clId="{A2255EE8-3AF3-4219-A3E8-E935BB853163}" dt="2021-10-21T23:49:16.856" v="289" actId="478"/>
          <ac:spMkLst>
            <pc:docMk/>
            <pc:sldMk cId="4024185932" sldId="473"/>
            <ac:spMk id="3" creationId="{D45A5DB7-034E-44FB-9D03-4A36DB219B0B}"/>
          </ac:spMkLst>
        </pc:spChg>
        <pc:spChg chg="del">
          <ac:chgData name="Mozhgan Bacon" userId="87017a61-33d9-4952-aa6c-e009fac81f23" providerId="ADAL" clId="{A2255EE8-3AF3-4219-A3E8-E935BB853163}" dt="2021-10-21T23:49:16.856" v="289" actId="478"/>
          <ac:spMkLst>
            <pc:docMk/>
            <pc:sldMk cId="4024185932" sldId="473"/>
            <ac:spMk id="4" creationId="{7B7A7A0B-9B21-4472-9B05-C3E640078B5D}"/>
          </ac:spMkLst>
        </pc:spChg>
        <pc:spChg chg="del">
          <ac:chgData name="Mozhgan Bacon" userId="87017a61-33d9-4952-aa6c-e009fac81f23" providerId="ADAL" clId="{A2255EE8-3AF3-4219-A3E8-E935BB853163}" dt="2021-10-21T23:49:16.856" v="289" actId="478"/>
          <ac:spMkLst>
            <pc:docMk/>
            <pc:sldMk cId="4024185932" sldId="473"/>
            <ac:spMk id="5" creationId="{1561489D-9E43-4FBE-BE11-F7FC99E358A8}"/>
          </ac:spMkLst>
        </pc:spChg>
        <pc:spChg chg="del">
          <ac:chgData name="Mozhgan Bacon" userId="87017a61-33d9-4952-aa6c-e009fac81f23" providerId="ADAL" clId="{A2255EE8-3AF3-4219-A3E8-E935BB853163}" dt="2021-10-21T23:49:16.856" v="289" actId="478"/>
          <ac:spMkLst>
            <pc:docMk/>
            <pc:sldMk cId="4024185932" sldId="473"/>
            <ac:spMk id="6" creationId="{E5D2BCA9-BB8E-4429-96AA-A79C6211191E}"/>
          </ac:spMkLst>
        </pc:spChg>
        <pc:spChg chg="del">
          <ac:chgData name="Mozhgan Bacon" userId="87017a61-33d9-4952-aa6c-e009fac81f23" providerId="ADAL" clId="{A2255EE8-3AF3-4219-A3E8-E935BB853163}" dt="2021-10-21T23:49:16.856" v="289" actId="478"/>
          <ac:spMkLst>
            <pc:docMk/>
            <pc:sldMk cId="4024185932" sldId="473"/>
            <ac:spMk id="7" creationId="{F3C779ED-0CAD-4F09-B4F4-A5E5B569F26F}"/>
          </ac:spMkLst>
        </pc:spChg>
        <pc:spChg chg="del">
          <ac:chgData name="Mozhgan Bacon" userId="87017a61-33d9-4952-aa6c-e009fac81f23" providerId="ADAL" clId="{A2255EE8-3AF3-4219-A3E8-E935BB853163}" dt="2021-10-21T23:49:16.856" v="289" actId="478"/>
          <ac:spMkLst>
            <pc:docMk/>
            <pc:sldMk cId="4024185932" sldId="473"/>
            <ac:spMk id="8" creationId="{AD7703EB-D7EA-4A91-A1BF-7F8EC32185AF}"/>
          </ac:spMkLst>
        </pc:spChg>
        <pc:spChg chg="add mod">
          <ac:chgData name="Mozhgan Bacon" userId="87017a61-33d9-4952-aa6c-e009fac81f23" providerId="ADAL" clId="{A2255EE8-3AF3-4219-A3E8-E935BB853163}" dt="2021-10-21T23:51:41.619" v="310" actId="1076"/>
          <ac:spMkLst>
            <pc:docMk/>
            <pc:sldMk cId="4024185932" sldId="473"/>
            <ac:spMk id="20" creationId="{2BE3E8E5-85BC-4E4E-B853-DF37E2EFA3E0}"/>
          </ac:spMkLst>
        </pc:spChg>
        <pc:graphicFrameChg chg="add mod">
          <ac:chgData name="Mozhgan Bacon" userId="87017a61-33d9-4952-aa6c-e009fac81f23" providerId="ADAL" clId="{A2255EE8-3AF3-4219-A3E8-E935BB853163}" dt="2021-10-21T23:51:44.306" v="311" actId="1076"/>
          <ac:graphicFrameMkLst>
            <pc:docMk/>
            <pc:sldMk cId="4024185932" sldId="473"/>
            <ac:graphicFrameMk id="9" creationId="{B8DB4416-74D3-4602-AE7D-5D37F637ECD2}"/>
          </ac:graphicFrameMkLst>
        </pc:graphicFrame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0" creationId="{22D2FC22-A84F-4EC0-AD2D-AE36AA435D4B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1" creationId="{BE066866-59A0-48DB-AF9A-9BC674926339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2" creationId="{978D566C-EC67-45D5-9DF4-7D60F511D90B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3" creationId="{07CD4035-D0F3-40DA-AC61-AB8A2C1A493D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4" creationId="{208A3270-0441-46A8-AD88-CD9459AB3D2C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5" creationId="{07EAEBB6-AE06-4C49-BCF3-FE1F90DB04D6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6" creationId="{CCF9394B-25E1-4AE5-8680-7ED1008758A3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7" creationId="{E994EDA4-3AD3-44A4-B1E5-650A7290AAE3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8" creationId="{D73BCECC-2D76-493E-A63A-6E6F09835321}"/>
          </ac:picMkLst>
        </pc:picChg>
        <pc:picChg chg="add mod">
          <ac:chgData name="Mozhgan Bacon" userId="87017a61-33d9-4952-aa6c-e009fac81f23" providerId="ADAL" clId="{A2255EE8-3AF3-4219-A3E8-E935BB853163}" dt="2021-10-21T23:51:23.685" v="308" actId="1076"/>
          <ac:picMkLst>
            <pc:docMk/>
            <pc:sldMk cId="4024185932" sldId="473"/>
            <ac:picMk id="19" creationId="{A89CDC88-EFEF-4B69-A65D-C2DD1121E7A1}"/>
          </ac:picMkLst>
        </pc:picChg>
      </pc:sldChg>
      <pc:sldChg chg="addSp delSp modSp add del modAnim">
        <pc:chgData name="Mozhgan Bacon" userId="87017a61-33d9-4952-aa6c-e009fac81f23" providerId="ADAL" clId="{A2255EE8-3AF3-4219-A3E8-E935BB853163}" dt="2021-10-25T03:02:25.425" v="1153" actId="2696"/>
        <pc:sldMkLst>
          <pc:docMk/>
          <pc:sldMk cId="1442894572" sldId="474"/>
        </pc:sldMkLst>
        <pc:spChg chg="del">
          <ac:chgData name="Mozhgan Bacon" userId="87017a61-33d9-4952-aa6c-e009fac81f23" providerId="ADAL" clId="{A2255EE8-3AF3-4219-A3E8-E935BB853163}" dt="2021-10-21T23:52:40.234" v="314" actId="478"/>
          <ac:spMkLst>
            <pc:docMk/>
            <pc:sldMk cId="1442894572" sldId="474"/>
            <ac:spMk id="2" creationId="{68F222F7-8E24-4FC2-8EF5-141191250DD2}"/>
          </ac:spMkLst>
        </pc:spChg>
        <pc:spChg chg="del">
          <ac:chgData name="Mozhgan Bacon" userId="87017a61-33d9-4952-aa6c-e009fac81f23" providerId="ADAL" clId="{A2255EE8-3AF3-4219-A3E8-E935BB853163}" dt="2021-10-21T23:52:40.234" v="314" actId="478"/>
          <ac:spMkLst>
            <pc:docMk/>
            <pc:sldMk cId="1442894572" sldId="474"/>
            <ac:spMk id="3" creationId="{CF8A0BB3-D9FF-4041-8954-7E1749D9A8FF}"/>
          </ac:spMkLst>
        </pc:spChg>
        <pc:spChg chg="del">
          <ac:chgData name="Mozhgan Bacon" userId="87017a61-33d9-4952-aa6c-e009fac81f23" providerId="ADAL" clId="{A2255EE8-3AF3-4219-A3E8-E935BB853163}" dt="2021-10-21T23:52:40.234" v="314" actId="478"/>
          <ac:spMkLst>
            <pc:docMk/>
            <pc:sldMk cId="1442894572" sldId="474"/>
            <ac:spMk id="4" creationId="{520D2C86-4238-48B2-8587-31305F4D5B9D}"/>
          </ac:spMkLst>
        </pc:spChg>
        <pc:spChg chg="del">
          <ac:chgData name="Mozhgan Bacon" userId="87017a61-33d9-4952-aa6c-e009fac81f23" providerId="ADAL" clId="{A2255EE8-3AF3-4219-A3E8-E935BB853163}" dt="2021-10-21T23:52:40.234" v="314" actId="478"/>
          <ac:spMkLst>
            <pc:docMk/>
            <pc:sldMk cId="1442894572" sldId="474"/>
            <ac:spMk id="5" creationId="{F32657EB-E7EF-473A-97DB-0D1DE7D4597F}"/>
          </ac:spMkLst>
        </pc:spChg>
        <pc:spChg chg="del">
          <ac:chgData name="Mozhgan Bacon" userId="87017a61-33d9-4952-aa6c-e009fac81f23" providerId="ADAL" clId="{A2255EE8-3AF3-4219-A3E8-E935BB853163}" dt="2021-10-21T23:52:40.234" v="314" actId="478"/>
          <ac:spMkLst>
            <pc:docMk/>
            <pc:sldMk cId="1442894572" sldId="474"/>
            <ac:spMk id="6" creationId="{8EC13056-9767-45E7-BCCC-98E528EFEB6B}"/>
          </ac:spMkLst>
        </pc:spChg>
        <pc:spChg chg="del">
          <ac:chgData name="Mozhgan Bacon" userId="87017a61-33d9-4952-aa6c-e009fac81f23" providerId="ADAL" clId="{A2255EE8-3AF3-4219-A3E8-E935BB853163}" dt="2021-10-21T23:52:40.234" v="314" actId="478"/>
          <ac:spMkLst>
            <pc:docMk/>
            <pc:sldMk cId="1442894572" sldId="474"/>
            <ac:spMk id="7" creationId="{FF71EAAE-5BF3-434E-B47D-D9EECDB6C9D7}"/>
          </ac:spMkLst>
        </pc:spChg>
        <pc:spChg chg="del">
          <ac:chgData name="Mozhgan Bacon" userId="87017a61-33d9-4952-aa6c-e009fac81f23" providerId="ADAL" clId="{A2255EE8-3AF3-4219-A3E8-E935BB853163}" dt="2021-10-21T23:52:40.234" v="314" actId="478"/>
          <ac:spMkLst>
            <pc:docMk/>
            <pc:sldMk cId="1442894572" sldId="474"/>
            <ac:spMk id="8" creationId="{C8DFCF0D-FF57-40C5-8E72-9B61C982EA09}"/>
          </ac:spMkLst>
        </pc:spChg>
        <pc:graphicFrameChg chg="add mod">
          <ac:chgData name="Mozhgan Bacon" userId="87017a61-33d9-4952-aa6c-e009fac81f23" providerId="ADAL" clId="{A2255EE8-3AF3-4219-A3E8-E935BB853163}" dt="2021-10-21T23:52:44.196" v="316" actId="1076"/>
          <ac:graphicFrameMkLst>
            <pc:docMk/>
            <pc:sldMk cId="1442894572" sldId="474"/>
            <ac:graphicFrameMk id="14" creationId="{83AD2004-42DB-420D-B48A-EF780461C4DE}"/>
          </ac:graphicFrameMkLst>
        </pc:graphicFrameChg>
        <pc:picChg chg="add mod">
          <ac:chgData name="Mozhgan Bacon" userId="87017a61-33d9-4952-aa6c-e009fac81f23" providerId="ADAL" clId="{A2255EE8-3AF3-4219-A3E8-E935BB853163}" dt="2021-10-21T23:52:44.196" v="316" actId="1076"/>
          <ac:picMkLst>
            <pc:docMk/>
            <pc:sldMk cId="1442894572" sldId="474"/>
            <ac:picMk id="9" creationId="{28F46D26-3C0E-4036-95E8-F9CDB7CFDE6E}"/>
          </ac:picMkLst>
        </pc:picChg>
        <pc:picChg chg="add mod">
          <ac:chgData name="Mozhgan Bacon" userId="87017a61-33d9-4952-aa6c-e009fac81f23" providerId="ADAL" clId="{A2255EE8-3AF3-4219-A3E8-E935BB853163}" dt="2021-10-21T23:52:44.196" v="316" actId="1076"/>
          <ac:picMkLst>
            <pc:docMk/>
            <pc:sldMk cId="1442894572" sldId="474"/>
            <ac:picMk id="10" creationId="{1894FA09-0252-4EDB-BFDA-74A116E5B97C}"/>
          </ac:picMkLst>
        </pc:picChg>
        <pc:picChg chg="add mod">
          <ac:chgData name="Mozhgan Bacon" userId="87017a61-33d9-4952-aa6c-e009fac81f23" providerId="ADAL" clId="{A2255EE8-3AF3-4219-A3E8-E935BB853163}" dt="2021-10-21T23:52:44.196" v="316" actId="1076"/>
          <ac:picMkLst>
            <pc:docMk/>
            <pc:sldMk cId="1442894572" sldId="474"/>
            <ac:picMk id="11" creationId="{C8CBEB79-68C1-4B0A-824C-523F9E05B053}"/>
          </ac:picMkLst>
        </pc:picChg>
        <pc:picChg chg="add mod">
          <ac:chgData name="Mozhgan Bacon" userId="87017a61-33d9-4952-aa6c-e009fac81f23" providerId="ADAL" clId="{A2255EE8-3AF3-4219-A3E8-E935BB853163}" dt="2021-10-21T23:52:44.196" v="316" actId="1076"/>
          <ac:picMkLst>
            <pc:docMk/>
            <pc:sldMk cId="1442894572" sldId="474"/>
            <ac:picMk id="12" creationId="{D1DF99FD-EBBC-46A9-ABE9-1A7A9ADE59E9}"/>
          </ac:picMkLst>
        </pc:picChg>
        <pc:picChg chg="add mod">
          <ac:chgData name="Mozhgan Bacon" userId="87017a61-33d9-4952-aa6c-e009fac81f23" providerId="ADAL" clId="{A2255EE8-3AF3-4219-A3E8-E935BB853163}" dt="2021-10-21T23:52:44.196" v="316" actId="1076"/>
          <ac:picMkLst>
            <pc:docMk/>
            <pc:sldMk cId="1442894572" sldId="474"/>
            <ac:picMk id="13" creationId="{C777171C-89DF-46AB-924C-A86E238469FD}"/>
          </ac:picMkLst>
        </pc:picChg>
        <pc:picChg chg="add mod">
          <ac:chgData name="Mozhgan Bacon" userId="87017a61-33d9-4952-aa6c-e009fac81f23" providerId="ADAL" clId="{A2255EE8-3AF3-4219-A3E8-E935BB853163}" dt="2021-10-21T23:52:44.196" v="316" actId="1076"/>
          <ac:picMkLst>
            <pc:docMk/>
            <pc:sldMk cId="1442894572" sldId="474"/>
            <ac:picMk id="15" creationId="{DE2E07C1-EE1B-4257-8ED8-7A68C64FD1CC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2T17:59:42.295" v="599"/>
        <pc:sldMkLst>
          <pc:docMk/>
          <pc:sldMk cId="2092810820" sldId="475"/>
        </pc:sldMkLst>
        <pc:spChg chg="del">
          <ac:chgData name="Mozhgan Bacon" userId="87017a61-33d9-4952-aa6c-e009fac81f23" providerId="ADAL" clId="{A2255EE8-3AF3-4219-A3E8-E935BB853163}" dt="2021-10-21T23:54:09.683" v="318" actId="478"/>
          <ac:spMkLst>
            <pc:docMk/>
            <pc:sldMk cId="2092810820" sldId="475"/>
            <ac:spMk id="2" creationId="{9B2459C6-4E11-4C65-B2E5-5C4E75AC3DA0}"/>
          </ac:spMkLst>
        </pc:spChg>
        <pc:spChg chg="del">
          <ac:chgData name="Mozhgan Bacon" userId="87017a61-33d9-4952-aa6c-e009fac81f23" providerId="ADAL" clId="{A2255EE8-3AF3-4219-A3E8-E935BB853163}" dt="2021-10-21T23:54:09.683" v="318" actId="478"/>
          <ac:spMkLst>
            <pc:docMk/>
            <pc:sldMk cId="2092810820" sldId="475"/>
            <ac:spMk id="3" creationId="{57608C5B-C8E7-48CF-9DF1-27AF3535929D}"/>
          </ac:spMkLst>
        </pc:spChg>
        <pc:spChg chg="del">
          <ac:chgData name="Mozhgan Bacon" userId="87017a61-33d9-4952-aa6c-e009fac81f23" providerId="ADAL" clId="{A2255EE8-3AF3-4219-A3E8-E935BB853163}" dt="2021-10-21T23:54:09.683" v="318" actId="478"/>
          <ac:spMkLst>
            <pc:docMk/>
            <pc:sldMk cId="2092810820" sldId="475"/>
            <ac:spMk id="4" creationId="{9D8F3EF1-58E8-48D3-85A5-A6C8CA9B27A3}"/>
          </ac:spMkLst>
        </pc:spChg>
        <pc:spChg chg="del">
          <ac:chgData name="Mozhgan Bacon" userId="87017a61-33d9-4952-aa6c-e009fac81f23" providerId="ADAL" clId="{A2255EE8-3AF3-4219-A3E8-E935BB853163}" dt="2021-10-21T23:54:09.683" v="318" actId="478"/>
          <ac:spMkLst>
            <pc:docMk/>
            <pc:sldMk cId="2092810820" sldId="475"/>
            <ac:spMk id="5" creationId="{F558DF4C-4FFB-473B-B01B-13B2FFE6FC6C}"/>
          </ac:spMkLst>
        </pc:spChg>
        <pc:spChg chg="del">
          <ac:chgData name="Mozhgan Bacon" userId="87017a61-33d9-4952-aa6c-e009fac81f23" providerId="ADAL" clId="{A2255EE8-3AF3-4219-A3E8-E935BB853163}" dt="2021-10-21T23:54:09.683" v="318" actId="478"/>
          <ac:spMkLst>
            <pc:docMk/>
            <pc:sldMk cId="2092810820" sldId="475"/>
            <ac:spMk id="6" creationId="{BFDD9D98-0FB4-47D5-AED5-BA3F57D85360}"/>
          </ac:spMkLst>
        </pc:spChg>
        <pc:spChg chg="del">
          <ac:chgData name="Mozhgan Bacon" userId="87017a61-33d9-4952-aa6c-e009fac81f23" providerId="ADAL" clId="{A2255EE8-3AF3-4219-A3E8-E935BB853163}" dt="2021-10-21T23:54:09.683" v="318" actId="478"/>
          <ac:spMkLst>
            <pc:docMk/>
            <pc:sldMk cId="2092810820" sldId="475"/>
            <ac:spMk id="7" creationId="{ED44529D-1F4E-47CD-A7CF-5337A593F767}"/>
          </ac:spMkLst>
        </pc:spChg>
        <pc:spChg chg="add">
          <ac:chgData name="Mozhgan Bacon" userId="87017a61-33d9-4952-aa6c-e009fac81f23" providerId="ADAL" clId="{A2255EE8-3AF3-4219-A3E8-E935BB853163}" dt="2021-10-21T23:54:17.484" v="319"/>
          <ac:spMkLst>
            <pc:docMk/>
            <pc:sldMk cId="2092810820" sldId="475"/>
            <ac:spMk id="8" creationId="{C976540C-CAFE-461D-857F-D2977CAACF9B}"/>
          </ac:spMkLst>
        </pc:spChg>
        <pc:spChg chg="add mod">
          <ac:chgData name="Mozhgan Bacon" userId="87017a61-33d9-4952-aa6c-e009fac81f23" providerId="ADAL" clId="{A2255EE8-3AF3-4219-A3E8-E935BB853163}" dt="2021-10-21T23:54:30.943" v="321" actId="1076"/>
          <ac:spMkLst>
            <pc:docMk/>
            <pc:sldMk cId="2092810820" sldId="475"/>
            <ac:spMk id="18" creationId="{E150D1B8-7ACA-405E-AA2C-CC781104C34A}"/>
          </ac:spMkLst>
        </pc:sp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9" creationId="{2FBAB6B6-3AE5-48B4-8BCF-AB04A3054DA8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0" creationId="{B92C52BC-6001-4D3B-887E-65C6E0D9735E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1" creationId="{1C21FD0E-B539-4B5C-A5F0-C84E539240A5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2" creationId="{C9456850-34DF-46BC-BCB4-99674BD6A9FF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3" creationId="{9CAC45A2-48F9-4A14-BAF9-B8E96E67B01C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4" creationId="{B9E9DDA0-BF31-4B51-AAB4-93BFE423F4C9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5" creationId="{FA87E95A-0AA9-46AA-B692-48506517B91B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6" creationId="{D494A474-34FB-457F-A301-CC607CE36E4E}"/>
          </ac:picMkLst>
        </pc:picChg>
        <pc:picChg chg="add">
          <ac:chgData name="Mozhgan Bacon" userId="87017a61-33d9-4952-aa6c-e009fac81f23" providerId="ADAL" clId="{A2255EE8-3AF3-4219-A3E8-E935BB853163}" dt="2021-10-21T23:54:17.484" v="319"/>
          <ac:picMkLst>
            <pc:docMk/>
            <pc:sldMk cId="2092810820" sldId="475"/>
            <ac:picMk id="17" creationId="{17596A34-CBBC-4E7A-9F9C-E3B9451081A7}"/>
          </ac:picMkLst>
        </pc:picChg>
      </pc:sldChg>
      <pc:sldChg chg="addSp delSp add del modAnim">
        <pc:chgData name="Mozhgan Bacon" userId="87017a61-33d9-4952-aa6c-e009fac81f23" providerId="ADAL" clId="{A2255EE8-3AF3-4219-A3E8-E935BB853163}" dt="2021-10-25T03:03:17.864" v="1165" actId="2696"/>
        <pc:sldMkLst>
          <pc:docMk/>
          <pc:sldMk cId="2975650704" sldId="476"/>
        </pc:sldMkLst>
        <pc:spChg chg="del">
          <ac:chgData name="Mozhgan Bacon" userId="87017a61-33d9-4952-aa6c-e009fac81f23" providerId="ADAL" clId="{A2255EE8-3AF3-4219-A3E8-E935BB853163}" dt="2021-10-21T23:54:59.298" v="323" actId="478"/>
          <ac:spMkLst>
            <pc:docMk/>
            <pc:sldMk cId="2975650704" sldId="476"/>
            <ac:spMk id="2" creationId="{F1FD1D53-7420-45BC-918F-9FDCDCD49FDD}"/>
          </ac:spMkLst>
        </pc:spChg>
        <pc:spChg chg="del">
          <ac:chgData name="Mozhgan Bacon" userId="87017a61-33d9-4952-aa6c-e009fac81f23" providerId="ADAL" clId="{A2255EE8-3AF3-4219-A3E8-E935BB853163}" dt="2021-10-21T23:54:59.298" v="323" actId="478"/>
          <ac:spMkLst>
            <pc:docMk/>
            <pc:sldMk cId="2975650704" sldId="476"/>
            <ac:spMk id="3" creationId="{2FC1646D-1429-44C8-A201-D8AFE1456421}"/>
          </ac:spMkLst>
        </pc:spChg>
        <pc:spChg chg="del">
          <ac:chgData name="Mozhgan Bacon" userId="87017a61-33d9-4952-aa6c-e009fac81f23" providerId="ADAL" clId="{A2255EE8-3AF3-4219-A3E8-E935BB853163}" dt="2021-10-21T23:54:59.298" v="323" actId="478"/>
          <ac:spMkLst>
            <pc:docMk/>
            <pc:sldMk cId="2975650704" sldId="476"/>
            <ac:spMk id="4" creationId="{A7571932-E156-40BA-84C0-C481F993F093}"/>
          </ac:spMkLst>
        </pc:spChg>
        <pc:spChg chg="del">
          <ac:chgData name="Mozhgan Bacon" userId="87017a61-33d9-4952-aa6c-e009fac81f23" providerId="ADAL" clId="{A2255EE8-3AF3-4219-A3E8-E935BB853163}" dt="2021-10-21T23:54:59.298" v="323" actId="478"/>
          <ac:spMkLst>
            <pc:docMk/>
            <pc:sldMk cId="2975650704" sldId="476"/>
            <ac:spMk id="5" creationId="{FB560C32-8AAA-47A6-92B1-197710F74E5D}"/>
          </ac:spMkLst>
        </pc:spChg>
        <pc:spChg chg="del">
          <ac:chgData name="Mozhgan Bacon" userId="87017a61-33d9-4952-aa6c-e009fac81f23" providerId="ADAL" clId="{A2255EE8-3AF3-4219-A3E8-E935BB853163}" dt="2021-10-21T23:54:59.298" v="323" actId="478"/>
          <ac:spMkLst>
            <pc:docMk/>
            <pc:sldMk cId="2975650704" sldId="476"/>
            <ac:spMk id="6" creationId="{F5E9A1A2-6DE8-4773-90DC-E331021A5A86}"/>
          </ac:spMkLst>
        </pc:spChg>
        <pc:spChg chg="del">
          <ac:chgData name="Mozhgan Bacon" userId="87017a61-33d9-4952-aa6c-e009fac81f23" providerId="ADAL" clId="{A2255EE8-3AF3-4219-A3E8-E935BB853163}" dt="2021-10-21T23:54:59.298" v="323" actId="478"/>
          <ac:spMkLst>
            <pc:docMk/>
            <pc:sldMk cId="2975650704" sldId="476"/>
            <ac:spMk id="7" creationId="{BEECF4B8-FFFE-42F9-AE91-4B7B60FC0829}"/>
          </ac:spMkLst>
        </pc:spChg>
        <pc:spChg chg="add">
          <ac:chgData name="Mozhgan Bacon" userId="87017a61-33d9-4952-aa6c-e009fac81f23" providerId="ADAL" clId="{A2255EE8-3AF3-4219-A3E8-E935BB853163}" dt="2021-10-21T23:55:08.241" v="325"/>
          <ac:spMkLst>
            <pc:docMk/>
            <pc:sldMk cId="2975650704" sldId="476"/>
            <ac:spMk id="12" creationId="{0ECAF274-32B0-4213-820E-F3FAF46937B7}"/>
          </ac:spMkLst>
        </pc:spChg>
        <pc:graphicFrameChg chg="add">
          <ac:chgData name="Mozhgan Bacon" userId="87017a61-33d9-4952-aa6c-e009fac81f23" providerId="ADAL" clId="{A2255EE8-3AF3-4219-A3E8-E935BB853163}" dt="2021-10-21T23:55:00.554" v="324"/>
          <ac:graphicFrameMkLst>
            <pc:docMk/>
            <pc:sldMk cId="2975650704" sldId="476"/>
            <ac:graphicFrameMk id="8" creationId="{7AB513A6-7C55-4E2A-AEEF-0981C59A4548}"/>
          </ac:graphicFrameMkLst>
        </pc:graphicFrameChg>
        <pc:picChg chg="add">
          <ac:chgData name="Mozhgan Bacon" userId="87017a61-33d9-4952-aa6c-e009fac81f23" providerId="ADAL" clId="{A2255EE8-3AF3-4219-A3E8-E935BB853163}" dt="2021-10-21T23:55:00.554" v="324"/>
          <ac:picMkLst>
            <pc:docMk/>
            <pc:sldMk cId="2975650704" sldId="476"/>
            <ac:picMk id="9" creationId="{15DFC43C-6E06-409C-9C0C-0FAA9A75B7BB}"/>
          </ac:picMkLst>
        </pc:picChg>
        <pc:picChg chg="add">
          <ac:chgData name="Mozhgan Bacon" userId="87017a61-33d9-4952-aa6c-e009fac81f23" providerId="ADAL" clId="{A2255EE8-3AF3-4219-A3E8-E935BB853163}" dt="2021-10-21T23:55:00.554" v="324"/>
          <ac:picMkLst>
            <pc:docMk/>
            <pc:sldMk cId="2975650704" sldId="476"/>
            <ac:picMk id="10" creationId="{D0515E52-FACA-403D-B695-2E38C386BA78}"/>
          </ac:picMkLst>
        </pc:picChg>
        <pc:picChg chg="add">
          <ac:chgData name="Mozhgan Bacon" userId="87017a61-33d9-4952-aa6c-e009fac81f23" providerId="ADAL" clId="{A2255EE8-3AF3-4219-A3E8-E935BB853163}" dt="2021-10-21T23:55:00.554" v="324"/>
          <ac:picMkLst>
            <pc:docMk/>
            <pc:sldMk cId="2975650704" sldId="476"/>
            <ac:picMk id="11" creationId="{C20C8937-7C9F-49F4-B145-212B4B08943A}"/>
          </ac:picMkLst>
        </pc:picChg>
      </pc:sldChg>
      <pc:sldChg chg="addSp delSp modSp add ord modAnim">
        <pc:chgData name="Mozhgan Bacon" userId="87017a61-33d9-4952-aa6c-e009fac81f23" providerId="ADAL" clId="{A2255EE8-3AF3-4219-A3E8-E935BB853163}" dt="2021-10-24T04:59:05.817" v="1112"/>
        <pc:sldMkLst>
          <pc:docMk/>
          <pc:sldMk cId="2684935923" sldId="477"/>
        </pc:sldMkLst>
        <pc:spChg chg="del">
          <ac:chgData name="Mozhgan Bacon" userId="87017a61-33d9-4952-aa6c-e009fac81f23" providerId="ADAL" clId="{A2255EE8-3AF3-4219-A3E8-E935BB853163}" dt="2021-10-21T23:55:29.009" v="327" actId="478"/>
          <ac:spMkLst>
            <pc:docMk/>
            <pc:sldMk cId="2684935923" sldId="477"/>
            <ac:spMk id="2" creationId="{3DD1FCF3-CABC-4757-8FDE-3E5BF17E4545}"/>
          </ac:spMkLst>
        </pc:spChg>
        <pc:spChg chg="del">
          <ac:chgData name="Mozhgan Bacon" userId="87017a61-33d9-4952-aa6c-e009fac81f23" providerId="ADAL" clId="{A2255EE8-3AF3-4219-A3E8-E935BB853163}" dt="2021-10-21T23:55:29.009" v="327" actId="478"/>
          <ac:spMkLst>
            <pc:docMk/>
            <pc:sldMk cId="2684935923" sldId="477"/>
            <ac:spMk id="3" creationId="{F7A2DF6A-4C0B-48D9-8A65-EDC8FC89C2AA}"/>
          </ac:spMkLst>
        </pc:spChg>
        <pc:spChg chg="del">
          <ac:chgData name="Mozhgan Bacon" userId="87017a61-33d9-4952-aa6c-e009fac81f23" providerId="ADAL" clId="{A2255EE8-3AF3-4219-A3E8-E935BB853163}" dt="2021-10-21T23:55:29.009" v="327" actId="478"/>
          <ac:spMkLst>
            <pc:docMk/>
            <pc:sldMk cId="2684935923" sldId="477"/>
            <ac:spMk id="4" creationId="{BFD0E8D0-905A-4AE8-BB8A-3EC0B38531BF}"/>
          </ac:spMkLst>
        </pc:spChg>
        <pc:spChg chg="del">
          <ac:chgData name="Mozhgan Bacon" userId="87017a61-33d9-4952-aa6c-e009fac81f23" providerId="ADAL" clId="{A2255EE8-3AF3-4219-A3E8-E935BB853163}" dt="2021-10-21T23:55:29.009" v="327" actId="478"/>
          <ac:spMkLst>
            <pc:docMk/>
            <pc:sldMk cId="2684935923" sldId="477"/>
            <ac:spMk id="5" creationId="{2FAB3422-E587-457A-8A7F-C80D1A52312D}"/>
          </ac:spMkLst>
        </pc:spChg>
        <pc:spChg chg="del">
          <ac:chgData name="Mozhgan Bacon" userId="87017a61-33d9-4952-aa6c-e009fac81f23" providerId="ADAL" clId="{A2255EE8-3AF3-4219-A3E8-E935BB853163}" dt="2021-10-21T23:55:29.009" v="327" actId="478"/>
          <ac:spMkLst>
            <pc:docMk/>
            <pc:sldMk cId="2684935923" sldId="477"/>
            <ac:spMk id="6" creationId="{93565D78-3751-429F-85D1-4DC958190825}"/>
          </ac:spMkLst>
        </pc:spChg>
        <pc:spChg chg="del">
          <ac:chgData name="Mozhgan Bacon" userId="87017a61-33d9-4952-aa6c-e009fac81f23" providerId="ADAL" clId="{A2255EE8-3AF3-4219-A3E8-E935BB853163}" dt="2021-10-21T23:55:29.009" v="327" actId="478"/>
          <ac:spMkLst>
            <pc:docMk/>
            <pc:sldMk cId="2684935923" sldId="477"/>
            <ac:spMk id="7" creationId="{DE58B4D9-9496-40C3-B0E1-2FEB276DB109}"/>
          </ac:spMkLst>
        </pc:spChg>
        <pc:graphicFrameChg chg="add mod">
          <ac:chgData name="Mozhgan Bacon" userId="87017a61-33d9-4952-aa6c-e009fac81f23" providerId="ADAL" clId="{A2255EE8-3AF3-4219-A3E8-E935BB853163}" dt="2021-10-24T04:52:43.896" v="1076" actId="1076"/>
          <ac:graphicFrameMkLst>
            <pc:docMk/>
            <pc:sldMk cId="2684935923" sldId="477"/>
            <ac:graphicFrameMk id="8" creationId="{190E8252-AC6F-4B85-AEBD-59FAC07A2F94}"/>
          </ac:graphicFrameMkLst>
        </pc:graphicFrameChg>
      </pc:sldChg>
      <pc:sldChg chg="addSp delSp modSp add delAnim modAnim">
        <pc:chgData name="Mozhgan Bacon" userId="87017a61-33d9-4952-aa6c-e009fac81f23" providerId="ADAL" clId="{A2255EE8-3AF3-4219-A3E8-E935BB853163}" dt="2021-10-24T04:53:08.954" v="1079" actId="1076"/>
        <pc:sldMkLst>
          <pc:docMk/>
          <pc:sldMk cId="4077826142" sldId="478"/>
        </pc:sldMkLst>
        <pc:spChg chg="add">
          <ac:chgData name="Mozhgan Bacon" userId="87017a61-33d9-4952-aa6c-e009fac81f23" providerId="ADAL" clId="{A2255EE8-3AF3-4219-A3E8-E935BB853163}" dt="2021-10-21T23:56:10.404" v="331"/>
          <ac:spMkLst>
            <pc:docMk/>
            <pc:sldMk cId="4077826142" sldId="478"/>
            <ac:spMk id="5" creationId="{CC7122DD-5B4F-4EE3-AF26-44F4100E809B}"/>
          </ac:spMkLst>
        </pc:spChg>
        <pc:spChg chg="add mod">
          <ac:chgData name="Mozhgan Bacon" userId="87017a61-33d9-4952-aa6c-e009fac81f23" providerId="ADAL" clId="{A2255EE8-3AF3-4219-A3E8-E935BB853163}" dt="2021-10-24T04:53:08.954" v="1079" actId="1076"/>
          <ac:spMkLst>
            <pc:docMk/>
            <pc:sldMk cId="4077826142" sldId="478"/>
            <ac:spMk id="6" creationId="{AE95EE64-2EEA-4C8B-9E77-6EE014460547}"/>
          </ac:spMkLst>
        </pc:spChg>
        <pc:spChg chg="add mod">
          <ac:chgData name="Mozhgan Bacon" userId="87017a61-33d9-4952-aa6c-e009fac81f23" providerId="ADAL" clId="{A2255EE8-3AF3-4219-A3E8-E935BB853163}" dt="2021-10-24T04:53:08.954" v="1079" actId="1076"/>
          <ac:spMkLst>
            <pc:docMk/>
            <pc:sldMk cId="4077826142" sldId="478"/>
            <ac:spMk id="7" creationId="{A8D1AE37-E6CA-4483-92D7-26C85860B739}"/>
          </ac:spMkLst>
        </pc:spChg>
        <pc:spChg chg="add mod">
          <ac:chgData name="Mozhgan Bacon" userId="87017a61-33d9-4952-aa6c-e009fac81f23" providerId="ADAL" clId="{A2255EE8-3AF3-4219-A3E8-E935BB853163}" dt="2021-10-24T04:53:08.954" v="1079" actId="1076"/>
          <ac:spMkLst>
            <pc:docMk/>
            <pc:sldMk cId="4077826142" sldId="478"/>
            <ac:spMk id="9" creationId="{FB7AE01C-7D1E-4A63-AA5C-873C145C34EB}"/>
          </ac:spMkLst>
        </pc:spChg>
        <pc:spChg chg="add mod">
          <ac:chgData name="Mozhgan Bacon" userId="87017a61-33d9-4952-aa6c-e009fac81f23" providerId="ADAL" clId="{A2255EE8-3AF3-4219-A3E8-E935BB853163}" dt="2021-10-21T23:56:19.937" v="334" actId="14100"/>
          <ac:spMkLst>
            <pc:docMk/>
            <pc:sldMk cId="4077826142" sldId="478"/>
            <ac:spMk id="15" creationId="{8E8544D1-2E2B-43D0-B2EA-4EF696EC5EFF}"/>
          </ac:spMkLst>
        </pc:spChg>
        <pc:grpChg chg="add mod">
          <ac:chgData name="Mozhgan Bacon" userId="87017a61-33d9-4952-aa6c-e009fac81f23" providerId="ADAL" clId="{A2255EE8-3AF3-4219-A3E8-E935BB853163}" dt="2021-10-24T04:53:08.954" v="1079" actId="1076"/>
          <ac:grpSpMkLst>
            <pc:docMk/>
            <pc:sldMk cId="4077826142" sldId="478"/>
            <ac:grpSpMk id="11" creationId="{BAB0EE25-E47E-417B-9F70-A67CFB64CDA1}"/>
          </ac:grpSpMkLst>
        </pc:grpChg>
        <pc:graphicFrameChg chg="del">
          <ac:chgData name="Mozhgan Bacon" userId="87017a61-33d9-4952-aa6c-e009fac81f23" providerId="ADAL" clId="{A2255EE8-3AF3-4219-A3E8-E935BB853163}" dt="2021-10-21T23:55:36.961" v="330" actId="478"/>
          <ac:graphicFrameMkLst>
            <pc:docMk/>
            <pc:sldMk cId="4077826142" sldId="478"/>
            <ac:graphicFrameMk id="8" creationId="{190E8252-AC6F-4B85-AEBD-59FAC07A2F94}"/>
          </ac:graphicFrameMkLst>
        </pc:graphicFrameChg>
        <pc:picChg chg="add mod">
          <ac:chgData name="Mozhgan Bacon" userId="87017a61-33d9-4952-aa6c-e009fac81f23" providerId="ADAL" clId="{A2255EE8-3AF3-4219-A3E8-E935BB853163}" dt="2021-10-24T04:53:08.954" v="1079" actId="1076"/>
          <ac:picMkLst>
            <pc:docMk/>
            <pc:sldMk cId="4077826142" sldId="478"/>
            <ac:picMk id="3" creationId="{AA90D3C5-8892-4F1A-9881-A5ECA98D76DC}"/>
          </ac:picMkLst>
        </pc:picChg>
        <pc:picChg chg="add mod">
          <ac:chgData name="Mozhgan Bacon" userId="87017a61-33d9-4952-aa6c-e009fac81f23" providerId="ADAL" clId="{A2255EE8-3AF3-4219-A3E8-E935BB853163}" dt="2021-10-24T04:53:08.954" v="1079" actId="1076"/>
          <ac:picMkLst>
            <pc:docMk/>
            <pc:sldMk cId="4077826142" sldId="478"/>
            <ac:picMk id="4" creationId="{8DA2FF91-A5B8-4699-9E41-87DCD6DEF338}"/>
          </ac:picMkLst>
        </pc:picChg>
        <pc:picChg chg="add mod">
          <ac:chgData name="Mozhgan Bacon" userId="87017a61-33d9-4952-aa6c-e009fac81f23" providerId="ADAL" clId="{A2255EE8-3AF3-4219-A3E8-E935BB853163}" dt="2021-10-24T04:53:08.954" v="1079" actId="1076"/>
          <ac:picMkLst>
            <pc:docMk/>
            <pc:sldMk cId="4077826142" sldId="478"/>
            <ac:picMk id="10" creationId="{20FB61CE-F18C-4C5C-BDB6-61972B90CA1F}"/>
          </ac:picMkLst>
        </pc:picChg>
      </pc:sldChg>
      <pc:sldChg chg="addSp delSp modSp add del modAnim">
        <pc:chgData name="Mozhgan Bacon" userId="87017a61-33d9-4952-aa6c-e009fac81f23" providerId="ADAL" clId="{A2255EE8-3AF3-4219-A3E8-E935BB853163}" dt="2021-10-24T04:55:54.792" v="1089" actId="2696"/>
        <pc:sldMkLst>
          <pc:docMk/>
          <pc:sldMk cId="3135136997" sldId="479"/>
        </pc:sldMkLst>
        <pc:spChg chg="del">
          <ac:chgData name="Mozhgan Bacon" userId="87017a61-33d9-4952-aa6c-e009fac81f23" providerId="ADAL" clId="{A2255EE8-3AF3-4219-A3E8-E935BB853163}" dt="2021-10-21T23:57:08.444" v="336" actId="478"/>
          <ac:spMkLst>
            <pc:docMk/>
            <pc:sldMk cId="3135136997" sldId="479"/>
            <ac:spMk id="2" creationId="{934D67C7-2A5C-4EA2-8E72-2915E2175EED}"/>
          </ac:spMkLst>
        </pc:spChg>
        <pc:spChg chg="del">
          <ac:chgData name="Mozhgan Bacon" userId="87017a61-33d9-4952-aa6c-e009fac81f23" providerId="ADAL" clId="{A2255EE8-3AF3-4219-A3E8-E935BB853163}" dt="2021-10-21T23:57:08.444" v="336" actId="478"/>
          <ac:spMkLst>
            <pc:docMk/>
            <pc:sldMk cId="3135136997" sldId="479"/>
            <ac:spMk id="3" creationId="{33265D8C-87CF-479A-AE12-8B56168D6897}"/>
          </ac:spMkLst>
        </pc:spChg>
        <pc:spChg chg="del">
          <ac:chgData name="Mozhgan Bacon" userId="87017a61-33d9-4952-aa6c-e009fac81f23" providerId="ADAL" clId="{A2255EE8-3AF3-4219-A3E8-E935BB853163}" dt="2021-10-21T23:57:08.444" v="336" actId="478"/>
          <ac:spMkLst>
            <pc:docMk/>
            <pc:sldMk cId="3135136997" sldId="479"/>
            <ac:spMk id="4" creationId="{32A6E316-B426-4D5A-9722-F6D19A31DD45}"/>
          </ac:spMkLst>
        </pc:spChg>
        <pc:spChg chg="del">
          <ac:chgData name="Mozhgan Bacon" userId="87017a61-33d9-4952-aa6c-e009fac81f23" providerId="ADAL" clId="{A2255EE8-3AF3-4219-A3E8-E935BB853163}" dt="2021-10-21T23:57:08.444" v="336" actId="478"/>
          <ac:spMkLst>
            <pc:docMk/>
            <pc:sldMk cId="3135136997" sldId="479"/>
            <ac:spMk id="5" creationId="{81BC0EA9-212B-4857-95F4-4285FCF3E32E}"/>
          </ac:spMkLst>
        </pc:spChg>
        <pc:spChg chg="del">
          <ac:chgData name="Mozhgan Bacon" userId="87017a61-33d9-4952-aa6c-e009fac81f23" providerId="ADAL" clId="{A2255EE8-3AF3-4219-A3E8-E935BB853163}" dt="2021-10-21T23:57:08.444" v="336" actId="478"/>
          <ac:spMkLst>
            <pc:docMk/>
            <pc:sldMk cId="3135136997" sldId="479"/>
            <ac:spMk id="6" creationId="{B9D81C42-2A5E-44EC-A6B5-FF79F1088889}"/>
          </ac:spMkLst>
        </pc:spChg>
        <pc:spChg chg="del">
          <ac:chgData name="Mozhgan Bacon" userId="87017a61-33d9-4952-aa6c-e009fac81f23" providerId="ADAL" clId="{A2255EE8-3AF3-4219-A3E8-E935BB853163}" dt="2021-10-21T23:57:08.444" v="336" actId="478"/>
          <ac:spMkLst>
            <pc:docMk/>
            <pc:sldMk cId="3135136997" sldId="479"/>
            <ac:spMk id="7" creationId="{DC71A392-CE4F-432D-B7F1-905F1D4BC471}"/>
          </ac:spMkLst>
        </pc:spChg>
        <pc:spChg chg="add">
          <ac:chgData name="Mozhgan Bacon" userId="87017a61-33d9-4952-aa6c-e009fac81f23" providerId="ADAL" clId="{A2255EE8-3AF3-4219-A3E8-E935BB853163}" dt="2021-10-21T23:57:09.674" v="337"/>
          <ac:spMkLst>
            <pc:docMk/>
            <pc:sldMk cId="3135136997" sldId="479"/>
            <ac:spMk id="8" creationId="{C85384B4-6FFF-4DF3-A6DC-1DF0BBDCF342}"/>
          </ac:spMkLst>
        </pc:spChg>
        <pc:spChg chg="add">
          <ac:chgData name="Mozhgan Bacon" userId="87017a61-33d9-4952-aa6c-e009fac81f23" providerId="ADAL" clId="{A2255EE8-3AF3-4219-A3E8-E935BB853163}" dt="2021-10-21T23:57:09.674" v="337"/>
          <ac:spMkLst>
            <pc:docMk/>
            <pc:sldMk cId="3135136997" sldId="479"/>
            <ac:spMk id="9" creationId="{B0D129E5-D2C6-49F9-A189-F7FA7EA9FFA1}"/>
          </ac:spMkLst>
        </pc:spChg>
        <pc:spChg chg="add">
          <ac:chgData name="Mozhgan Bacon" userId="87017a61-33d9-4952-aa6c-e009fac81f23" providerId="ADAL" clId="{A2255EE8-3AF3-4219-A3E8-E935BB853163}" dt="2021-10-21T23:57:09.674" v="337"/>
          <ac:spMkLst>
            <pc:docMk/>
            <pc:sldMk cId="3135136997" sldId="479"/>
            <ac:spMk id="10" creationId="{6836C202-3D63-40BF-9C13-05E4AA3FC40B}"/>
          </ac:spMkLst>
        </pc:spChg>
        <pc:spChg chg="add mod">
          <ac:chgData name="Mozhgan Bacon" userId="87017a61-33d9-4952-aa6c-e009fac81f23" providerId="ADAL" clId="{A2255EE8-3AF3-4219-A3E8-E935BB853163}" dt="2021-10-24T04:53:21.013" v="1080" actId="1076"/>
          <ac:spMkLst>
            <pc:docMk/>
            <pc:sldMk cId="3135136997" sldId="479"/>
            <ac:spMk id="11" creationId="{BC8DD856-F6B7-4F4B-A6AF-00CC304C222F}"/>
          </ac:spMkLst>
        </pc:spChg>
        <pc:spChg chg="add mod">
          <ac:chgData name="Mozhgan Bacon" userId="87017a61-33d9-4952-aa6c-e009fac81f23" providerId="ADAL" clId="{A2255EE8-3AF3-4219-A3E8-E935BB853163}" dt="2021-10-24T04:53:21.013" v="1080" actId="1076"/>
          <ac:spMkLst>
            <pc:docMk/>
            <pc:sldMk cId="3135136997" sldId="479"/>
            <ac:spMk id="12" creationId="{95E35CF3-8B05-4CDD-B1E5-FEF55970C67B}"/>
          </ac:spMkLst>
        </pc:spChg>
        <pc:spChg chg="add mod">
          <ac:chgData name="Mozhgan Bacon" userId="87017a61-33d9-4952-aa6c-e009fac81f23" providerId="ADAL" clId="{A2255EE8-3AF3-4219-A3E8-E935BB853163}" dt="2021-10-24T04:53:21.013" v="1080" actId="1076"/>
          <ac:spMkLst>
            <pc:docMk/>
            <pc:sldMk cId="3135136997" sldId="479"/>
            <ac:spMk id="13" creationId="{E2F27412-B333-46B4-A197-A30016664FAF}"/>
          </ac:spMkLst>
        </pc:spChg>
        <pc:graphicFrameChg chg="add mod">
          <ac:chgData name="Mozhgan Bacon" userId="87017a61-33d9-4952-aa6c-e009fac81f23" providerId="ADAL" clId="{A2255EE8-3AF3-4219-A3E8-E935BB853163}" dt="2021-10-24T04:53:21.013" v="1080" actId="1076"/>
          <ac:graphicFrameMkLst>
            <pc:docMk/>
            <pc:sldMk cId="3135136997" sldId="479"/>
            <ac:graphicFrameMk id="14" creationId="{34FA5A51-75A4-4FD8-9E24-9BE9F2CC32B0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3:21.013" v="1080" actId="1076"/>
          <ac:graphicFrameMkLst>
            <pc:docMk/>
            <pc:sldMk cId="3135136997" sldId="479"/>
            <ac:graphicFrameMk id="15" creationId="{5AC05875-030A-4B8B-8EE3-B3364ED3B6EA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3:21.013" v="1080" actId="1076"/>
          <ac:graphicFrameMkLst>
            <pc:docMk/>
            <pc:sldMk cId="3135136997" sldId="479"/>
            <ac:graphicFrameMk id="16" creationId="{36318F9C-B0C5-4E33-ADF9-A3767DABF772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3:21.013" v="1080" actId="1076"/>
          <ac:graphicFrameMkLst>
            <pc:docMk/>
            <pc:sldMk cId="3135136997" sldId="479"/>
            <ac:graphicFrameMk id="17" creationId="{24FE2154-884A-4560-B7C9-5A766293F5E9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3:21.013" v="1080" actId="1076"/>
          <ac:graphicFrameMkLst>
            <pc:docMk/>
            <pc:sldMk cId="3135136997" sldId="479"/>
            <ac:graphicFrameMk id="18" creationId="{FB5ADB01-E1C9-4B3F-A0B8-1512CC38EEB9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3:21.013" v="1080" actId="1076"/>
          <ac:graphicFrameMkLst>
            <pc:docMk/>
            <pc:sldMk cId="3135136997" sldId="479"/>
            <ac:graphicFrameMk id="19" creationId="{C61EBC4D-038B-4F16-867B-1EFCB6620A51}"/>
          </ac:graphicFrameMkLst>
        </pc:graphicFrameChg>
        <pc:graphicFrameChg chg="add mod">
          <ac:chgData name="Mozhgan Bacon" userId="87017a61-33d9-4952-aa6c-e009fac81f23" providerId="ADAL" clId="{A2255EE8-3AF3-4219-A3E8-E935BB853163}" dt="2021-10-24T04:53:21.013" v="1080" actId="1076"/>
          <ac:graphicFrameMkLst>
            <pc:docMk/>
            <pc:sldMk cId="3135136997" sldId="479"/>
            <ac:graphicFrameMk id="20" creationId="{0FD57BA6-C409-49AD-AD40-A69C2973F877}"/>
          </ac:graphicFrameMkLst>
        </pc:graphicFrameChg>
      </pc:sldChg>
      <pc:sldChg chg="addSp delSp modSp add modAnim">
        <pc:chgData name="Mozhgan Bacon" userId="87017a61-33d9-4952-aa6c-e009fac81f23" providerId="ADAL" clId="{A2255EE8-3AF3-4219-A3E8-E935BB853163}" dt="2021-10-24T04:56:08.587" v="1093" actId="1076"/>
        <pc:sldMkLst>
          <pc:docMk/>
          <pc:sldMk cId="2179487817" sldId="480"/>
        </pc:sldMkLst>
        <pc:spChg chg="del">
          <ac:chgData name="Mozhgan Bacon" userId="87017a61-33d9-4952-aa6c-e009fac81f23" providerId="ADAL" clId="{A2255EE8-3AF3-4219-A3E8-E935BB853163}" dt="2021-10-21T23:57:38.283" v="339" actId="478"/>
          <ac:spMkLst>
            <pc:docMk/>
            <pc:sldMk cId="2179487817" sldId="480"/>
            <ac:spMk id="2" creationId="{0F03CE7B-627D-4A44-AE47-5A8B8595A268}"/>
          </ac:spMkLst>
        </pc:spChg>
        <pc:spChg chg="del">
          <ac:chgData name="Mozhgan Bacon" userId="87017a61-33d9-4952-aa6c-e009fac81f23" providerId="ADAL" clId="{A2255EE8-3AF3-4219-A3E8-E935BB853163}" dt="2021-10-21T23:57:38.283" v="339" actId="478"/>
          <ac:spMkLst>
            <pc:docMk/>
            <pc:sldMk cId="2179487817" sldId="480"/>
            <ac:spMk id="3" creationId="{2BB5BB7E-BB37-4662-A6D6-EE2B6D74B7D6}"/>
          </ac:spMkLst>
        </pc:spChg>
        <pc:spChg chg="del">
          <ac:chgData name="Mozhgan Bacon" userId="87017a61-33d9-4952-aa6c-e009fac81f23" providerId="ADAL" clId="{A2255EE8-3AF3-4219-A3E8-E935BB853163}" dt="2021-10-21T23:57:38.283" v="339" actId="478"/>
          <ac:spMkLst>
            <pc:docMk/>
            <pc:sldMk cId="2179487817" sldId="480"/>
            <ac:spMk id="4" creationId="{ADCB520B-E834-45C2-B445-9EE0BB5EDE69}"/>
          </ac:spMkLst>
        </pc:spChg>
        <pc:spChg chg="del">
          <ac:chgData name="Mozhgan Bacon" userId="87017a61-33d9-4952-aa6c-e009fac81f23" providerId="ADAL" clId="{A2255EE8-3AF3-4219-A3E8-E935BB853163}" dt="2021-10-21T23:57:38.283" v="339" actId="478"/>
          <ac:spMkLst>
            <pc:docMk/>
            <pc:sldMk cId="2179487817" sldId="480"/>
            <ac:spMk id="5" creationId="{E616D2F8-4E6C-43E3-928D-73F8C567778C}"/>
          </ac:spMkLst>
        </pc:spChg>
        <pc:spChg chg="del">
          <ac:chgData name="Mozhgan Bacon" userId="87017a61-33d9-4952-aa6c-e009fac81f23" providerId="ADAL" clId="{A2255EE8-3AF3-4219-A3E8-E935BB853163}" dt="2021-10-21T23:57:38.283" v="339" actId="478"/>
          <ac:spMkLst>
            <pc:docMk/>
            <pc:sldMk cId="2179487817" sldId="480"/>
            <ac:spMk id="6" creationId="{981D04FC-FF0F-4360-B64B-DDA1DE5473C1}"/>
          </ac:spMkLst>
        </pc:spChg>
        <pc:spChg chg="del">
          <ac:chgData name="Mozhgan Bacon" userId="87017a61-33d9-4952-aa6c-e009fac81f23" providerId="ADAL" clId="{A2255EE8-3AF3-4219-A3E8-E935BB853163}" dt="2021-10-21T23:57:38.283" v="339" actId="478"/>
          <ac:spMkLst>
            <pc:docMk/>
            <pc:sldMk cId="2179487817" sldId="480"/>
            <ac:spMk id="7" creationId="{2DB3F4EA-7DF9-4FD7-B0FA-9DBD9D9EE9E3}"/>
          </ac:spMkLst>
        </pc:spChg>
        <pc:grpChg chg="add mod">
          <ac:chgData name="Mozhgan Bacon" userId="87017a61-33d9-4952-aa6c-e009fac81f23" providerId="ADAL" clId="{A2255EE8-3AF3-4219-A3E8-E935BB853163}" dt="2021-10-22T22:10:57.168" v="944" actId="164"/>
          <ac:grpSpMkLst>
            <pc:docMk/>
            <pc:sldMk cId="2179487817" sldId="480"/>
            <ac:grpSpMk id="2" creationId="{A71F1FB7-8B6C-45B6-AA46-3C4A8FE3309A}"/>
          </ac:grpSpMkLst>
        </pc:grpChg>
        <pc:picChg chg="add mod">
          <ac:chgData name="Mozhgan Bacon" userId="87017a61-33d9-4952-aa6c-e009fac81f23" providerId="ADAL" clId="{A2255EE8-3AF3-4219-A3E8-E935BB853163}" dt="2021-10-22T22:10:57.168" v="944" actId="164"/>
          <ac:picMkLst>
            <pc:docMk/>
            <pc:sldMk cId="2179487817" sldId="480"/>
            <ac:picMk id="7" creationId="{D07D9C06-1A91-497A-8976-FFD2512BE012}"/>
          </ac:picMkLst>
        </pc:picChg>
        <pc:picChg chg="add del">
          <ac:chgData name="Mozhgan Bacon" userId="87017a61-33d9-4952-aa6c-e009fac81f23" providerId="ADAL" clId="{A2255EE8-3AF3-4219-A3E8-E935BB853163}" dt="2021-10-21T23:58:24.108" v="341" actId="478"/>
          <ac:picMkLst>
            <pc:docMk/>
            <pc:sldMk cId="2179487817" sldId="480"/>
            <ac:picMk id="8" creationId="{9C991804-5F11-4BF9-A7F7-E80AC9F596C2}"/>
          </ac:picMkLst>
        </pc:picChg>
        <pc:picChg chg="add del">
          <ac:chgData name="Mozhgan Bacon" userId="87017a61-33d9-4952-aa6c-e009fac81f23" providerId="ADAL" clId="{A2255EE8-3AF3-4219-A3E8-E935BB853163}" dt="2021-10-21T23:58:26.333" v="343"/>
          <ac:picMkLst>
            <pc:docMk/>
            <pc:sldMk cId="2179487817" sldId="480"/>
            <ac:picMk id="9" creationId="{53EA43AE-DDED-4671-B5F1-722F87E69411}"/>
          </ac:picMkLst>
        </pc:picChg>
        <pc:picChg chg="add mod">
          <ac:chgData name="Mozhgan Bacon" userId="87017a61-33d9-4952-aa6c-e009fac81f23" providerId="ADAL" clId="{A2255EE8-3AF3-4219-A3E8-E935BB853163}" dt="2021-10-22T22:10:57.168" v="944" actId="164"/>
          <ac:picMkLst>
            <pc:docMk/>
            <pc:sldMk cId="2179487817" sldId="480"/>
            <ac:picMk id="10" creationId="{9E9FC177-EF98-44FB-9DAD-CB4D14B77395}"/>
          </ac:picMkLst>
        </pc:picChg>
        <pc:picChg chg="add mod">
          <ac:chgData name="Mozhgan Bacon" userId="87017a61-33d9-4952-aa6c-e009fac81f23" providerId="ADAL" clId="{A2255EE8-3AF3-4219-A3E8-E935BB853163}" dt="2021-10-24T04:56:02.230" v="1090" actId="1076"/>
          <ac:picMkLst>
            <pc:docMk/>
            <pc:sldMk cId="2179487817" sldId="480"/>
            <ac:picMk id="11" creationId="{5AF3A3B3-B1AA-4B82-BB6F-E3E6FF184146}"/>
          </ac:picMkLst>
        </pc:picChg>
        <pc:picChg chg="add mod">
          <ac:chgData name="Mozhgan Bacon" userId="87017a61-33d9-4952-aa6c-e009fac81f23" providerId="ADAL" clId="{A2255EE8-3AF3-4219-A3E8-E935BB853163}" dt="2021-10-24T04:56:05.018" v="1091" actId="1076"/>
          <ac:picMkLst>
            <pc:docMk/>
            <pc:sldMk cId="2179487817" sldId="480"/>
            <ac:picMk id="12" creationId="{1EA987C0-F3EA-4350-B40A-5E8D06E01F7F}"/>
          </ac:picMkLst>
        </pc:picChg>
        <pc:picChg chg="add mod">
          <ac:chgData name="Mozhgan Bacon" userId="87017a61-33d9-4952-aa6c-e009fac81f23" providerId="ADAL" clId="{A2255EE8-3AF3-4219-A3E8-E935BB853163}" dt="2021-10-24T04:56:06.806" v="1092" actId="1076"/>
          <ac:picMkLst>
            <pc:docMk/>
            <pc:sldMk cId="2179487817" sldId="480"/>
            <ac:picMk id="13" creationId="{ACF4D5D1-6993-424C-AE56-9967FB72BCEC}"/>
          </ac:picMkLst>
        </pc:picChg>
        <pc:picChg chg="add mod">
          <ac:chgData name="Mozhgan Bacon" userId="87017a61-33d9-4952-aa6c-e009fac81f23" providerId="ADAL" clId="{A2255EE8-3AF3-4219-A3E8-E935BB853163}" dt="2021-10-24T04:56:08.587" v="1093" actId="1076"/>
          <ac:picMkLst>
            <pc:docMk/>
            <pc:sldMk cId="2179487817" sldId="480"/>
            <ac:picMk id="14" creationId="{F5EC1F5E-4817-4ED1-8001-178F9B4B608F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2T17:12:12.308" v="459"/>
        <pc:sldMkLst>
          <pc:docMk/>
          <pc:sldMk cId="749746500" sldId="481"/>
        </pc:sldMkLst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2" creationId="{3A650C63-B7F6-4F92-8B76-32C72E581D7F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3" creationId="{32C6BDD1-4051-4725-AC39-F2289A99FE31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4" creationId="{7BC68E67-856F-4CC1-8D2D-30D4C25A0DB5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5" creationId="{DA1991B4-4645-4686-9928-DBAF6D81F2DF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6" creationId="{32FC46F1-AD67-41C4-A54C-60565017373F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7" creationId="{8B1490C7-3E06-4A58-B175-C0F9F0616196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8" creationId="{68C26E96-B7BD-4328-BC2A-D161827F2507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9" creationId="{2E9FBDB5-DB0F-4FF3-96EB-193AF43DCA8A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10" creationId="{686B9175-389B-4A1C-8965-BF91E7686F8E}"/>
          </ac:spMkLst>
        </pc:spChg>
        <pc:spChg chg="del">
          <ac:chgData name="Mozhgan Bacon" userId="87017a61-33d9-4952-aa6c-e009fac81f23" providerId="ADAL" clId="{A2255EE8-3AF3-4219-A3E8-E935BB853163}" dt="2021-10-22T16:49:05.105" v="348" actId="478"/>
          <ac:spMkLst>
            <pc:docMk/>
            <pc:sldMk cId="749746500" sldId="481"/>
            <ac:spMk id="11" creationId="{CB0C6BC8-9779-4B93-AEFC-BFB87ACAB752}"/>
          </ac:spMkLst>
        </pc:spChg>
        <pc:spChg chg="add mod">
          <ac:chgData name="Mozhgan Bacon" userId="87017a61-33d9-4952-aa6c-e009fac81f23" providerId="ADAL" clId="{A2255EE8-3AF3-4219-A3E8-E935BB853163}" dt="2021-10-22T16:50:30.909" v="361" actId="20577"/>
          <ac:spMkLst>
            <pc:docMk/>
            <pc:sldMk cId="749746500" sldId="481"/>
            <ac:spMk id="12" creationId="{78BE6BDC-136C-49C1-B2E8-6B708BD50D0D}"/>
          </ac:spMkLst>
        </pc:spChg>
        <pc:graphicFrameChg chg="add mod">
          <ac:chgData name="Mozhgan Bacon" userId="87017a61-33d9-4952-aa6c-e009fac81f23" providerId="ADAL" clId="{A2255EE8-3AF3-4219-A3E8-E935BB853163}" dt="2021-10-22T16:49:20.387" v="351" actId="123"/>
          <ac:graphicFrameMkLst>
            <pc:docMk/>
            <pc:sldMk cId="749746500" sldId="481"/>
            <ac:graphicFrameMk id="13" creationId="{E5ED1762-D65B-4F4F-A83A-AAAF7C040F1A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6:50:33.459" v="363" actId="1076"/>
          <ac:graphicFrameMkLst>
            <pc:docMk/>
            <pc:sldMk cId="749746500" sldId="481"/>
            <ac:graphicFrameMk id="14" creationId="{948DA042-BBCE-4FB4-B574-4EA5B276449C}"/>
          </ac:graphicFrameMkLst>
        </pc:graphicFrameChg>
      </pc:sldChg>
      <pc:sldChg chg="addSp delSp modSp add modAnim">
        <pc:chgData name="Mozhgan Bacon" userId="87017a61-33d9-4952-aa6c-e009fac81f23" providerId="ADAL" clId="{A2255EE8-3AF3-4219-A3E8-E935BB853163}" dt="2021-10-24T04:56:54.293" v="1099" actId="1076"/>
        <pc:sldMkLst>
          <pc:docMk/>
          <pc:sldMk cId="1624598255" sldId="482"/>
        </pc:sldMkLst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2" creationId="{5E87D9F3-1A47-4A4C-B62F-108D97F8989B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3" creationId="{5EF58429-1EA4-4AA6-AEDE-58C9796EAF96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4" creationId="{D6B55259-3BBA-406C-BB2E-FC28EA062F79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5" creationId="{7C50EB21-0408-43A4-AD72-AB320A1CC4C9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6" creationId="{DAAEBE72-B4AF-4570-A4DA-DC5371662D00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7" creationId="{7357E402-2281-40AB-A9A2-5EF434386989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8" creationId="{3C02D84B-62DF-4D3E-9F8B-C49281630E8B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9" creationId="{86149CAB-BFBD-47E7-9AB8-06C8E41D2629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10" creationId="{2C86DF16-91D7-4E50-9B6B-234234BA1B73}"/>
          </ac:spMkLst>
        </pc:spChg>
        <pc:spChg chg="del">
          <ac:chgData name="Mozhgan Bacon" userId="87017a61-33d9-4952-aa6c-e009fac81f23" providerId="ADAL" clId="{A2255EE8-3AF3-4219-A3E8-E935BB853163}" dt="2021-10-22T16:50:59.856" v="365" actId="478"/>
          <ac:spMkLst>
            <pc:docMk/>
            <pc:sldMk cId="1624598255" sldId="482"/>
            <ac:spMk id="11" creationId="{721704DA-77F1-47E9-A40E-40C8BD6144CE}"/>
          </ac:spMkLst>
        </pc:spChg>
        <pc:graphicFrameChg chg="add mod">
          <ac:chgData name="Mozhgan Bacon" userId="87017a61-33d9-4952-aa6c-e009fac81f23" providerId="ADAL" clId="{A2255EE8-3AF3-4219-A3E8-E935BB853163}" dt="2021-10-22T16:53:00.507" v="394" actId="1076"/>
          <ac:graphicFrameMkLst>
            <pc:docMk/>
            <pc:sldMk cId="1624598255" sldId="482"/>
            <ac:graphicFrameMk id="12" creationId="{4E13C7C6-2C47-49E5-9EC9-F5EE8F7F990A}"/>
          </ac:graphicFrameMkLst>
        </pc:graphicFrameChg>
        <pc:picChg chg="add mod">
          <ac:chgData name="Mozhgan Bacon" userId="87017a61-33d9-4952-aa6c-e009fac81f23" providerId="ADAL" clId="{A2255EE8-3AF3-4219-A3E8-E935BB853163}" dt="2021-10-24T04:56:45.071" v="1097" actId="1076"/>
          <ac:picMkLst>
            <pc:docMk/>
            <pc:sldMk cId="1624598255" sldId="482"/>
            <ac:picMk id="13" creationId="{F281D15A-DAF3-4327-9BC6-5E7BE9586ECC}"/>
          </ac:picMkLst>
        </pc:picChg>
        <pc:picChg chg="add mod">
          <ac:chgData name="Mozhgan Bacon" userId="87017a61-33d9-4952-aa6c-e009fac81f23" providerId="ADAL" clId="{A2255EE8-3AF3-4219-A3E8-E935BB853163}" dt="2021-10-24T04:56:51.918" v="1098" actId="1076"/>
          <ac:picMkLst>
            <pc:docMk/>
            <pc:sldMk cId="1624598255" sldId="482"/>
            <ac:picMk id="14" creationId="{198143B1-D87A-46F6-8526-8D707CE900F6}"/>
          </ac:picMkLst>
        </pc:picChg>
        <pc:picChg chg="add mod">
          <ac:chgData name="Mozhgan Bacon" userId="87017a61-33d9-4952-aa6c-e009fac81f23" providerId="ADAL" clId="{A2255EE8-3AF3-4219-A3E8-E935BB853163}" dt="2021-10-24T04:56:54.293" v="1099" actId="1076"/>
          <ac:picMkLst>
            <pc:docMk/>
            <pc:sldMk cId="1624598255" sldId="482"/>
            <ac:picMk id="15" creationId="{9A8C9CF8-F56E-4ABF-856B-0039A5F92A11}"/>
          </ac:picMkLst>
        </pc:picChg>
        <pc:picChg chg="add mod">
          <ac:chgData name="Mozhgan Bacon" userId="87017a61-33d9-4952-aa6c-e009fac81f23" providerId="ADAL" clId="{A2255EE8-3AF3-4219-A3E8-E935BB853163}" dt="2021-10-24T04:56:39.283" v="1095" actId="1076"/>
          <ac:picMkLst>
            <pc:docMk/>
            <pc:sldMk cId="1624598255" sldId="482"/>
            <ac:picMk id="16" creationId="{0CF42B38-D926-4CA5-9BDF-C890BA7CF26C}"/>
          </ac:picMkLst>
        </pc:picChg>
        <pc:picChg chg="add mod">
          <ac:chgData name="Mozhgan Bacon" userId="87017a61-33d9-4952-aa6c-e009fac81f23" providerId="ADAL" clId="{A2255EE8-3AF3-4219-A3E8-E935BB853163}" dt="2021-10-24T04:56:41.180" v="1096" actId="1076"/>
          <ac:picMkLst>
            <pc:docMk/>
            <pc:sldMk cId="1624598255" sldId="482"/>
            <ac:picMk id="17" creationId="{52930AF0-505B-4069-BC01-5390DC0850F0}"/>
          </ac:picMkLst>
        </pc:picChg>
      </pc:sldChg>
      <pc:sldChg chg="addSp delSp modSp add del ord">
        <pc:chgData name="Mozhgan Bacon" userId="87017a61-33d9-4952-aa6c-e009fac81f23" providerId="ADAL" clId="{A2255EE8-3AF3-4219-A3E8-E935BB853163}" dt="2021-10-24T05:00:06.910" v="1125" actId="2696"/>
        <pc:sldMkLst>
          <pc:docMk/>
          <pc:sldMk cId="2130168105" sldId="483"/>
        </pc:sldMkLst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2" creationId="{6D66C332-D4CC-40B3-A330-0879D7E9363A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3" creationId="{2CCA2967-52AE-4881-AA51-6E96A3506E52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4" creationId="{E12258D8-3680-4EAA-AE97-FB2DFADE07CC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5" creationId="{A179C600-4F9D-4839-B9AF-E651E4319CD1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6" creationId="{99BAA7E8-00A8-4BE6-B59D-3253AE476314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7" creationId="{F5DA6CC9-3E70-43C6-869A-8CD996B5FB9C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8" creationId="{D5F53C0E-4447-44E4-8BFE-5537D2B94AD6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9" creationId="{B97E10EE-317A-41F3-8AFB-D3D369825ECC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10" creationId="{61813C67-EA4C-411F-B7B1-EEB0CF223AF9}"/>
          </ac:spMkLst>
        </pc:spChg>
        <pc:spChg chg="del">
          <ac:chgData name="Mozhgan Bacon" userId="87017a61-33d9-4952-aa6c-e009fac81f23" providerId="ADAL" clId="{A2255EE8-3AF3-4219-A3E8-E935BB853163}" dt="2021-10-22T16:51:08.094" v="369" actId="478"/>
          <ac:spMkLst>
            <pc:docMk/>
            <pc:sldMk cId="2130168105" sldId="483"/>
            <ac:spMk id="11" creationId="{095EB630-5C0C-4E17-ADA5-63EDB76765D0}"/>
          </ac:spMkLst>
        </pc:spChg>
        <pc:graphicFrameChg chg="add mod">
          <ac:chgData name="Mozhgan Bacon" userId="87017a61-33d9-4952-aa6c-e009fac81f23" providerId="ADAL" clId="{A2255EE8-3AF3-4219-A3E8-E935BB853163}" dt="2021-10-22T16:53:35.688" v="396" actId="1076"/>
          <ac:graphicFrameMkLst>
            <pc:docMk/>
            <pc:sldMk cId="2130168105" sldId="483"/>
            <ac:graphicFrameMk id="12" creationId="{BE7747AB-A417-4983-9D1B-1636B12284C9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6:53:35.688" v="396" actId="1076"/>
          <ac:graphicFrameMkLst>
            <pc:docMk/>
            <pc:sldMk cId="2130168105" sldId="483"/>
            <ac:graphicFrameMk id="13" creationId="{3E347412-CDA5-428C-9789-DDD72BEE79C0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6:53:35.688" v="396" actId="1076"/>
          <ac:graphicFrameMkLst>
            <pc:docMk/>
            <pc:sldMk cId="2130168105" sldId="483"/>
            <ac:graphicFrameMk id="14" creationId="{445F4B97-987E-4D4A-9A86-E8BAC758CF68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6:53:35.688" v="396" actId="1076"/>
          <ac:graphicFrameMkLst>
            <pc:docMk/>
            <pc:sldMk cId="2130168105" sldId="483"/>
            <ac:graphicFrameMk id="15" creationId="{B53DE505-8E98-428B-BA61-DD7B69ED2897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6:53:48.647" v="398" actId="1076"/>
          <ac:graphicFrameMkLst>
            <pc:docMk/>
            <pc:sldMk cId="2130168105" sldId="483"/>
            <ac:graphicFrameMk id="16" creationId="{04A4F38F-55CE-4C60-86DF-31F1B7F95E57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6:53:48.647" v="398" actId="1076"/>
          <ac:graphicFrameMkLst>
            <pc:docMk/>
            <pc:sldMk cId="2130168105" sldId="483"/>
            <ac:graphicFrameMk id="17" creationId="{ACD90B8D-1F2A-45EA-BE19-1DA9F30B787B}"/>
          </ac:graphicFrameMkLst>
        </pc:graphicFrameChg>
        <pc:graphicFrameChg chg="add mod">
          <ac:chgData name="Mozhgan Bacon" userId="87017a61-33d9-4952-aa6c-e009fac81f23" providerId="ADAL" clId="{A2255EE8-3AF3-4219-A3E8-E935BB853163}" dt="2021-10-22T16:53:48.647" v="398" actId="1076"/>
          <ac:graphicFrameMkLst>
            <pc:docMk/>
            <pc:sldMk cId="2130168105" sldId="483"/>
            <ac:graphicFrameMk id="18" creationId="{EC2E3FF7-1D97-4353-A517-598544AF6AD4}"/>
          </ac:graphicFrameMkLst>
        </pc:graphicFrameChg>
      </pc:sldChg>
      <pc:sldChg chg="addSp delSp modSp add modAnim">
        <pc:chgData name="Mozhgan Bacon" userId="87017a61-33d9-4952-aa6c-e009fac81f23" providerId="ADAL" clId="{A2255EE8-3AF3-4219-A3E8-E935BB853163}" dt="2021-10-24T05:00:15.854" v="1126" actId="123"/>
        <pc:sldMkLst>
          <pc:docMk/>
          <pc:sldMk cId="2482204891" sldId="484"/>
        </pc:sldMkLst>
        <pc:spChg chg="del">
          <ac:chgData name="Mozhgan Bacon" userId="87017a61-33d9-4952-aa6c-e009fac81f23" providerId="ADAL" clId="{A2255EE8-3AF3-4219-A3E8-E935BB853163}" dt="2021-10-22T16:57:15.649" v="431" actId="478"/>
          <ac:spMkLst>
            <pc:docMk/>
            <pc:sldMk cId="2482204891" sldId="484"/>
            <ac:spMk id="2" creationId="{A35CD331-D72E-4CCC-9B85-D901E2BEBE86}"/>
          </ac:spMkLst>
        </pc:spChg>
        <pc:spChg chg="del">
          <ac:chgData name="Mozhgan Bacon" userId="87017a61-33d9-4952-aa6c-e009fac81f23" providerId="ADAL" clId="{A2255EE8-3AF3-4219-A3E8-E935BB853163}" dt="2021-10-22T16:57:15.649" v="431" actId="478"/>
          <ac:spMkLst>
            <pc:docMk/>
            <pc:sldMk cId="2482204891" sldId="484"/>
            <ac:spMk id="3" creationId="{29D30726-C78C-4E79-89A8-D418189A498D}"/>
          </ac:spMkLst>
        </pc:spChg>
        <pc:spChg chg="del">
          <ac:chgData name="Mozhgan Bacon" userId="87017a61-33d9-4952-aa6c-e009fac81f23" providerId="ADAL" clId="{A2255EE8-3AF3-4219-A3E8-E935BB853163}" dt="2021-10-22T16:57:15.649" v="431" actId="478"/>
          <ac:spMkLst>
            <pc:docMk/>
            <pc:sldMk cId="2482204891" sldId="484"/>
            <ac:spMk id="4" creationId="{FA2E5C61-86D9-46BF-862F-557E73DE6F84}"/>
          </ac:spMkLst>
        </pc:spChg>
        <pc:spChg chg="del">
          <ac:chgData name="Mozhgan Bacon" userId="87017a61-33d9-4952-aa6c-e009fac81f23" providerId="ADAL" clId="{A2255EE8-3AF3-4219-A3E8-E935BB853163}" dt="2021-10-22T16:57:15.649" v="431" actId="478"/>
          <ac:spMkLst>
            <pc:docMk/>
            <pc:sldMk cId="2482204891" sldId="484"/>
            <ac:spMk id="5" creationId="{AACCAED9-D7BA-42C8-A26B-87E30130B501}"/>
          </ac:spMkLst>
        </pc:spChg>
        <pc:spChg chg="del">
          <ac:chgData name="Mozhgan Bacon" userId="87017a61-33d9-4952-aa6c-e009fac81f23" providerId="ADAL" clId="{A2255EE8-3AF3-4219-A3E8-E935BB853163}" dt="2021-10-22T16:57:15.649" v="431" actId="478"/>
          <ac:spMkLst>
            <pc:docMk/>
            <pc:sldMk cId="2482204891" sldId="484"/>
            <ac:spMk id="6" creationId="{8AC85D8B-8551-4508-85D2-1E2B911F2026}"/>
          </ac:spMkLst>
        </pc:spChg>
        <pc:spChg chg="del">
          <ac:chgData name="Mozhgan Bacon" userId="87017a61-33d9-4952-aa6c-e009fac81f23" providerId="ADAL" clId="{A2255EE8-3AF3-4219-A3E8-E935BB853163}" dt="2021-10-22T16:57:15.649" v="431" actId="478"/>
          <ac:spMkLst>
            <pc:docMk/>
            <pc:sldMk cId="2482204891" sldId="484"/>
            <ac:spMk id="7" creationId="{362FC821-BA74-4E9E-B0C3-B6CD87B146CE}"/>
          </ac:spMkLst>
        </pc:spChg>
        <pc:spChg chg="add mod">
          <ac:chgData name="Mozhgan Bacon" userId="87017a61-33d9-4952-aa6c-e009fac81f23" providerId="ADAL" clId="{A2255EE8-3AF3-4219-A3E8-E935BB853163}" dt="2021-10-24T05:00:15.854" v="1126" actId="123"/>
          <ac:spMkLst>
            <pc:docMk/>
            <pc:sldMk cId="2482204891" sldId="484"/>
            <ac:spMk id="8" creationId="{9D26915C-11AD-4794-8788-C3CF3BA0EC7D}"/>
          </ac:spMkLst>
        </pc:spChg>
      </pc:sldChg>
      <pc:sldChg chg="addSp modSp add modAnim">
        <pc:chgData name="Mozhgan Bacon" userId="87017a61-33d9-4952-aa6c-e009fac81f23" providerId="ADAL" clId="{A2255EE8-3AF3-4219-A3E8-E935BB853163}" dt="2021-10-24T05:01:23.258" v="1129" actId="164"/>
        <pc:sldMkLst>
          <pc:docMk/>
          <pc:sldMk cId="2301002457" sldId="485"/>
        </pc:sldMkLst>
        <pc:grpChg chg="add mod">
          <ac:chgData name="Mozhgan Bacon" userId="87017a61-33d9-4952-aa6c-e009fac81f23" providerId="ADAL" clId="{A2255EE8-3AF3-4219-A3E8-E935BB853163}" dt="2021-10-24T05:01:23.258" v="1129" actId="164"/>
          <ac:grpSpMkLst>
            <pc:docMk/>
            <pc:sldMk cId="2301002457" sldId="485"/>
            <ac:grpSpMk id="5" creationId="{634402E1-3581-45F0-B97D-1F2FE7814A27}"/>
          </ac:grpSpMkLst>
        </pc:grpChg>
        <pc:picChg chg="add mod">
          <ac:chgData name="Mozhgan Bacon" userId="87017a61-33d9-4952-aa6c-e009fac81f23" providerId="ADAL" clId="{A2255EE8-3AF3-4219-A3E8-E935BB853163}" dt="2021-10-22T17:05:36.138" v="441" actId="14100"/>
          <ac:picMkLst>
            <pc:docMk/>
            <pc:sldMk cId="2301002457" sldId="485"/>
            <ac:picMk id="2" creationId="{656F47A5-EB83-4699-8A1E-59A420FAA405}"/>
          </ac:picMkLst>
        </pc:picChg>
        <pc:picChg chg="add mod">
          <ac:chgData name="Mozhgan Bacon" userId="87017a61-33d9-4952-aa6c-e009fac81f23" providerId="ADAL" clId="{A2255EE8-3AF3-4219-A3E8-E935BB853163}" dt="2021-10-24T05:01:23.258" v="1129" actId="164"/>
          <ac:picMkLst>
            <pc:docMk/>
            <pc:sldMk cId="2301002457" sldId="485"/>
            <ac:picMk id="3" creationId="{8F7C883F-AF26-4A84-93AF-35FDEBD27872}"/>
          </ac:picMkLst>
        </pc:picChg>
        <pc:picChg chg="add mod">
          <ac:chgData name="Mozhgan Bacon" userId="87017a61-33d9-4952-aa6c-e009fac81f23" providerId="ADAL" clId="{A2255EE8-3AF3-4219-A3E8-E935BB853163}" dt="2021-10-24T05:01:23.258" v="1129" actId="164"/>
          <ac:picMkLst>
            <pc:docMk/>
            <pc:sldMk cId="2301002457" sldId="485"/>
            <ac:picMk id="4" creationId="{4DF8C602-7904-46F9-8D43-B8F56A0470DC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4T05:01:27.469" v="1130" actId="478"/>
        <pc:sldMkLst>
          <pc:docMk/>
          <pc:sldMk cId="3454523690" sldId="486"/>
        </pc:sldMkLst>
        <pc:picChg chg="add mod">
          <ac:chgData name="Mozhgan Bacon" userId="87017a61-33d9-4952-aa6c-e009fac81f23" providerId="ADAL" clId="{A2255EE8-3AF3-4219-A3E8-E935BB853163}" dt="2021-10-22T17:11:06.216" v="446" actId="1076"/>
          <ac:picMkLst>
            <pc:docMk/>
            <pc:sldMk cId="3454523690" sldId="486"/>
            <ac:picMk id="2" creationId="{32533068-8BD9-45C6-9C80-EDDB2DCF06C6}"/>
          </ac:picMkLst>
        </pc:picChg>
        <pc:picChg chg="add">
          <ac:chgData name="Mozhgan Bacon" userId="87017a61-33d9-4952-aa6c-e009fac81f23" providerId="ADAL" clId="{A2255EE8-3AF3-4219-A3E8-E935BB853163}" dt="2021-10-22T17:11:00.218" v="445"/>
          <ac:picMkLst>
            <pc:docMk/>
            <pc:sldMk cId="3454523690" sldId="486"/>
            <ac:picMk id="3" creationId="{868BC98D-4852-4B08-BE5D-0978A6E074E3}"/>
          </ac:picMkLst>
        </pc:picChg>
        <pc:picChg chg="add del mod">
          <ac:chgData name="Mozhgan Bacon" userId="87017a61-33d9-4952-aa6c-e009fac81f23" providerId="ADAL" clId="{A2255EE8-3AF3-4219-A3E8-E935BB853163}" dt="2021-10-24T05:01:27.469" v="1130" actId="478"/>
          <ac:picMkLst>
            <pc:docMk/>
            <pc:sldMk cId="3454523690" sldId="486"/>
            <ac:picMk id="4" creationId="{0C6737A0-2A93-4D9C-9D30-638FAD4D1B9B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2T22:12:14.671" v="947" actId="2711"/>
        <pc:sldMkLst>
          <pc:docMk/>
          <pc:sldMk cId="3794227618" sldId="487"/>
        </pc:sldMkLst>
        <pc:spChg chg="del">
          <ac:chgData name="Mozhgan Bacon" userId="87017a61-33d9-4952-aa6c-e009fac81f23" providerId="ADAL" clId="{A2255EE8-3AF3-4219-A3E8-E935BB853163}" dt="2021-10-22T17:14:07.309" v="485" actId="478"/>
          <ac:spMkLst>
            <pc:docMk/>
            <pc:sldMk cId="3794227618" sldId="487"/>
            <ac:spMk id="2" creationId="{1E43E092-5074-4A37-A89F-C3AAA4A24B95}"/>
          </ac:spMkLst>
        </pc:spChg>
        <pc:spChg chg="del">
          <ac:chgData name="Mozhgan Bacon" userId="87017a61-33d9-4952-aa6c-e009fac81f23" providerId="ADAL" clId="{A2255EE8-3AF3-4219-A3E8-E935BB853163}" dt="2021-10-22T17:14:07.309" v="485" actId="478"/>
          <ac:spMkLst>
            <pc:docMk/>
            <pc:sldMk cId="3794227618" sldId="487"/>
            <ac:spMk id="3" creationId="{386B1EC7-875E-442E-B1B3-82E29AB6C421}"/>
          </ac:spMkLst>
        </pc:spChg>
        <pc:spChg chg="del">
          <ac:chgData name="Mozhgan Bacon" userId="87017a61-33d9-4952-aa6c-e009fac81f23" providerId="ADAL" clId="{A2255EE8-3AF3-4219-A3E8-E935BB853163}" dt="2021-10-22T17:14:07.309" v="485" actId="478"/>
          <ac:spMkLst>
            <pc:docMk/>
            <pc:sldMk cId="3794227618" sldId="487"/>
            <ac:spMk id="4" creationId="{7EE4C428-EB6C-43D6-95AD-92989427BCC7}"/>
          </ac:spMkLst>
        </pc:spChg>
        <pc:spChg chg="del">
          <ac:chgData name="Mozhgan Bacon" userId="87017a61-33d9-4952-aa6c-e009fac81f23" providerId="ADAL" clId="{A2255EE8-3AF3-4219-A3E8-E935BB853163}" dt="2021-10-22T17:14:07.309" v="485" actId="478"/>
          <ac:spMkLst>
            <pc:docMk/>
            <pc:sldMk cId="3794227618" sldId="487"/>
            <ac:spMk id="5" creationId="{C48F9A98-F11E-4743-A8B7-85A0F2E31B05}"/>
          </ac:spMkLst>
        </pc:spChg>
        <pc:spChg chg="del">
          <ac:chgData name="Mozhgan Bacon" userId="87017a61-33d9-4952-aa6c-e009fac81f23" providerId="ADAL" clId="{A2255EE8-3AF3-4219-A3E8-E935BB853163}" dt="2021-10-22T17:14:07.309" v="485" actId="478"/>
          <ac:spMkLst>
            <pc:docMk/>
            <pc:sldMk cId="3794227618" sldId="487"/>
            <ac:spMk id="6" creationId="{17270B70-9280-4960-A22C-132D6ECB8F0B}"/>
          </ac:spMkLst>
        </pc:spChg>
        <pc:spChg chg="del">
          <ac:chgData name="Mozhgan Bacon" userId="87017a61-33d9-4952-aa6c-e009fac81f23" providerId="ADAL" clId="{A2255EE8-3AF3-4219-A3E8-E935BB853163}" dt="2021-10-22T17:14:07.309" v="485" actId="478"/>
          <ac:spMkLst>
            <pc:docMk/>
            <pc:sldMk cId="3794227618" sldId="487"/>
            <ac:spMk id="7" creationId="{801481D2-DEE1-4990-A10C-C902A97D531F}"/>
          </ac:spMkLst>
        </pc:spChg>
        <pc:spChg chg="add mod">
          <ac:chgData name="Mozhgan Bacon" userId="87017a61-33d9-4952-aa6c-e009fac81f23" providerId="ADAL" clId="{A2255EE8-3AF3-4219-A3E8-E935BB853163}" dt="2021-10-22T22:12:14.671" v="947" actId="2711"/>
          <ac:spMkLst>
            <pc:docMk/>
            <pc:sldMk cId="3794227618" sldId="487"/>
            <ac:spMk id="8" creationId="{447BDE28-4F11-4634-90E8-78775E84C831}"/>
          </ac:spMkLst>
        </pc:spChg>
        <pc:graphicFrameChg chg="add">
          <ac:chgData name="Mozhgan Bacon" userId="87017a61-33d9-4952-aa6c-e009fac81f23" providerId="ADAL" clId="{A2255EE8-3AF3-4219-A3E8-E935BB853163}" dt="2021-10-22T17:14:25.796" v="489"/>
          <ac:graphicFrameMkLst>
            <pc:docMk/>
            <pc:sldMk cId="3794227618" sldId="487"/>
            <ac:graphicFrameMk id="9" creationId="{010A5E5C-1D3C-4C7E-B222-3EA0AB8D1D3D}"/>
          </ac:graphicFrameMkLst>
        </pc:graphicFrameChg>
      </pc:sldChg>
      <pc:sldChg chg="addSp add ord modAnim">
        <pc:chgData name="Mozhgan Bacon" userId="87017a61-33d9-4952-aa6c-e009fac81f23" providerId="ADAL" clId="{A2255EE8-3AF3-4219-A3E8-E935BB853163}" dt="2021-10-22T17:19:23.304" v="535"/>
        <pc:sldMkLst>
          <pc:docMk/>
          <pc:sldMk cId="1856184344" sldId="488"/>
        </pc:sldMkLst>
        <pc:spChg chg="add">
          <ac:chgData name="Mozhgan Bacon" userId="87017a61-33d9-4952-aa6c-e009fac81f23" providerId="ADAL" clId="{A2255EE8-3AF3-4219-A3E8-E935BB853163}" dt="2021-10-22T17:19:18.329" v="533"/>
          <ac:spMkLst>
            <pc:docMk/>
            <pc:sldMk cId="1856184344" sldId="488"/>
            <ac:spMk id="2" creationId="{8D127355-C6BB-452C-93B6-9D309DF222A9}"/>
          </ac:spMkLst>
        </pc:spChg>
        <pc:graphicFrameChg chg="add">
          <ac:chgData name="Mozhgan Bacon" userId="87017a61-33d9-4952-aa6c-e009fac81f23" providerId="ADAL" clId="{A2255EE8-3AF3-4219-A3E8-E935BB853163}" dt="2021-10-22T17:19:18.329" v="533"/>
          <ac:graphicFrameMkLst>
            <pc:docMk/>
            <pc:sldMk cId="1856184344" sldId="488"/>
            <ac:graphicFrameMk id="3" creationId="{A593C249-E058-462E-95E8-CA93AD6BA7DE}"/>
          </ac:graphicFrameMkLst>
        </pc:graphicFrameChg>
      </pc:sldChg>
      <pc:sldChg chg="addSp modSp add ord modAnim">
        <pc:chgData name="Mozhgan Bacon" userId="87017a61-33d9-4952-aa6c-e009fac81f23" providerId="ADAL" clId="{A2255EE8-3AF3-4219-A3E8-E935BB853163}" dt="2021-10-24T05:03:15.855" v="1132" actId="14100"/>
        <pc:sldMkLst>
          <pc:docMk/>
          <pc:sldMk cId="697849087" sldId="489"/>
        </pc:sldMkLst>
        <pc:graphicFrameChg chg="add mod">
          <ac:chgData name="Mozhgan Bacon" userId="87017a61-33d9-4952-aa6c-e009fac81f23" providerId="ADAL" clId="{A2255EE8-3AF3-4219-A3E8-E935BB853163}" dt="2021-10-22T17:21:57.208" v="543" actId="1076"/>
          <ac:graphicFrameMkLst>
            <pc:docMk/>
            <pc:sldMk cId="697849087" sldId="489"/>
            <ac:graphicFrameMk id="3" creationId="{F28828C6-4F25-47F0-985A-F0A5E7F41D6B}"/>
          </ac:graphicFrameMkLst>
        </pc:graphicFrameChg>
        <pc:picChg chg="add mod">
          <ac:chgData name="Mozhgan Bacon" userId="87017a61-33d9-4952-aa6c-e009fac81f23" providerId="ADAL" clId="{A2255EE8-3AF3-4219-A3E8-E935BB853163}" dt="2021-10-24T05:03:15.855" v="1132" actId="14100"/>
          <ac:picMkLst>
            <pc:docMk/>
            <pc:sldMk cId="697849087" sldId="489"/>
            <ac:picMk id="2" creationId="{8E1F23B6-0A19-4556-8B3B-51FAAE58D653}"/>
          </ac:picMkLst>
        </pc:picChg>
      </pc:sldChg>
      <pc:sldChg chg="addSp add ord modAnim">
        <pc:chgData name="Mozhgan Bacon" userId="87017a61-33d9-4952-aa6c-e009fac81f23" providerId="ADAL" clId="{A2255EE8-3AF3-4219-A3E8-E935BB853163}" dt="2021-10-22T17:22:35.832" v="553"/>
        <pc:sldMkLst>
          <pc:docMk/>
          <pc:sldMk cId="1357659262" sldId="490"/>
        </pc:sldMkLst>
        <pc:picChg chg="add">
          <ac:chgData name="Mozhgan Bacon" userId="87017a61-33d9-4952-aa6c-e009fac81f23" providerId="ADAL" clId="{A2255EE8-3AF3-4219-A3E8-E935BB853163}" dt="2021-10-22T17:22:20.511" v="546"/>
          <ac:picMkLst>
            <pc:docMk/>
            <pc:sldMk cId="1357659262" sldId="490"/>
            <ac:picMk id="2" creationId="{0BD72031-85DC-4EF6-A551-DFA0489CD5FA}"/>
          </ac:picMkLst>
        </pc:picChg>
        <pc:picChg chg="add">
          <ac:chgData name="Mozhgan Bacon" userId="87017a61-33d9-4952-aa6c-e009fac81f23" providerId="ADAL" clId="{A2255EE8-3AF3-4219-A3E8-E935BB853163}" dt="2021-10-22T17:22:20.511" v="546"/>
          <ac:picMkLst>
            <pc:docMk/>
            <pc:sldMk cId="1357659262" sldId="490"/>
            <ac:picMk id="3" creationId="{CE6A3142-41D8-427B-A899-F78997D9C296}"/>
          </ac:picMkLst>
        </pc:picChg>
        <pc:picChg chg="add">
          <ac:chgData name="Mozhgan Bacon" userId="87017a61-33d9-4952-aa6c-e009fac81f23" providerId="ADAL" clId="{A2255EE8-3AF3-4219-A3E8-E935BB853163}" dt="2021-10-22T17:22:20.511" v="546"/>
          <ac:picMkLst>
            <pc:docMk/>
            <pc:sldMk cId="1357659262" sldId="490"/>
            <ac:picMk id="4" creationId="{EF5EE3CF-1A01-47FB-A428-3E5DB8BFBC52}"/>
          </ac:picMkLst>
        </pc:picChg>
        <pc:picChg chg="add">
          <ac:chgData name="Mozhgan Bacon" userId="87017a61-33d9-4952-aa6c-e009fac81f23" providerId="ADAL" clId="{A2255EE8-3AF3-4219-A3E8-E935BB853163}" dt="2021-10-22T17:22:20.511" v="546"/>
          <ac:picMkLst>
            <pc:docMk/>
            <pc:sldMk cId="1357659262" sldId="490"/>
            <ac:picMk id="5" creationId="{7EA904AE-58F3-40F9-9CF5-0A9D8A519584}"/>
          </ac:picMkLst>
        </pc:picChg>
        <pc:picChg chg="add">
          <ac:chgData name="Mozhgan Bacon" userId="87017a61-33d9-4952-aa6c-e009fac81f23" providerId="ADAL" clId="{A2255EE8-3AF3-4219-A3E8-E935BB853163}" dt="2021-10-22T17:22:20.511" v="546"/>
          <ac:picMkLst>
            <pc:docMk/>
            <pc:sldMk cId="1357659262" sldId="490"/>
            <ac:picMk id="6" creationId="{426E20D2-D6FA-4270-801B-F90FB89CF39A}"/>
          </ac:picMkLst>
        </pc:picChg>
      </pc:sldChg>
      <pc:sldChg chg="addSp delSp modSp add modAnim">
        <pc:chgData name="Mozhgan Bacon" userId="87017a61-33d9-4952-aa6c-e009fac81f23" providerId="ADAL" clId="{A2255EE8-3AF3-4219-A3E8-E935BB853163}" dt="2021-10-22T18:11:21.304" v="605"/>
        <pc:sldMkLst>
          <pc:docMk/>
          <pc:sldMk cId="1640723388" sldId="491"/>
        </pc:sldMkLst>
        <pc:spChg chg="del">
          <ac:chgData name="Mozhgan Bacon" userId="87017a61-33d9-4952-aa6c-e009fac81f23" providerId="ADAL" clId="{A2255EE8-3AF3-4219-A3E8-E935BB853163}" dt="2021-10-22T17:23:55.756" v="555" actId="478"/>
          <ac:spMkLst>
            <pc:docMk/>
            <pc:sldMk cId="1640723388" sldId="491"/>
            <ac:spMk id="2" creationId="{2411D5F9-FC84-4EED-9B59-99ED2FBC9674}"/>
          </ac:spMkLst>
        </pc:spChg>
        <pc:spChg chg="del">
          <ac:chgData name="Mozhgan Bacon" userId="87017a61-33d9-4952-aa6c-e009fac81f23" providerId="ADAL" clId="{A2255EE8-3AF3-4219-A3E8-E935BB853163}" dt="2021-10-22T17:23:55.756" v="555" actId="478"/>
          <ac:spMkLst>
            <pc:docMk/>
            <pc:sldMk cId="1640723388" sldId="491"/>
            <ac:spMk id="3" creationId="{0239EC49-CB28-4E67-808A-9149C46C0E12}"/>
          </ac:spMkLst>
        </pc:spChg>
        <pc:spChg chg="del">
          <ac:chgData name="Mozhgan Bacon" userId="87017a61-33d9-4952-aa6c-e009fac81f23" providerId="ADAL" clId="{A2255EE8-3AF3-4219-A3E8-E935BB853163}" dt="2021-10-22T17:23:55.756" v="555" actId="478"/>
          <ac:spMkLst>
            <pc:docMk/>
            <pc:sldMk cId="1640723388" sldId="491"/>
            <ac:spMk id="4" creationId="{705A0F3B-89F2-40E6-ABEC-A062D29AC928}"/>
          </ac:spMkLst>
        </pc:spChg>
        <pc:spChg chg="del">
          <ac:chgData name="Mozhgan Bacon" userId="87017a61-33d9-4952-aa6c-e009fac81f23" providerId="ADAL" clId="{A2255EE8-3AF3-4219-A3E8-E935BB853163}" dt="2021-10-22T17:23:55.756" v="555" actId="478"/>
          <ac:spMkLst>
            <pc:docMk/>
            <pc:sldMk cId="1640723388" sldId="491"/>
            <ac:spMk id="5" creationId="{514810A9-E5D9-44A0-B81F-32271F578380}"/>
          </ac:spMkLst>
        </pc:spChg>
        <pc:spChg chg="del">
          <ac:chgData name="Mozhgan Bacon" userId="87017a61-33d9-4952-aa6c-e009fac81f23" providerId="ADAL" clId="{A2255EE8-3AF3-4219-A3E8-E935BB853163}" dt="2021-10-22T17:23:55.756" v="555" actId="478"/>
          <ac:spMkLst>
            <pc:docMk/>
            <pc:sldMk cId="1640723388" sldId="491"/>
            <ac:spMk id="6" creationId="{F3642AB5-3B14-49E3-8E5D-5CB389D2AD38}"/>
          </ac:spMkLst>
        </pc:spChg>
        <pc:spChg chg="del">
          <ac:chgData name="Mozhgan Bacon" userId="87017a61-33d9-4952-aa6c-e009fac81f23" providerId="ADAL" clId="{A2255EE8-3AF3-4219-A3E8-E935BB853163}" dt="2021-10-22T17:23:55.756" v="555" actId="478"/>
          <ac:spMkLst>
            <pc:docMk/>
            <pc:sldMk cId="1640723388" sldId="491"/>
            <ac:spMk id="7" creationId="{B789D993-6522-48C6-B1D4-54F9D6AA4D45}"/>
          </ac:spMkLst>
        </pc:spChg>
        <pc:spChg chg="add mod">
          <ac:chgData name="Mozhgan Bacon" userId="87017a61-33d9-4952-aa6c-e009fac81f23" providerId="ADAL" clId="{A2255EE8-3AF3-4219-A3E8-E935BB853163}" dt="2021-10-22T17:25:19.961" v="563" actId="1076"/>
          <ac:spMkLst>
            <pc:docMk/>
            <pc:sldMk cId="1640723388" sldId="491"/>
            <ac:spMk id="9" creationId="{48387376-93C0-4AD2-9874-B01578F05E12}"/>
          </ac:spMkLst>
        </pc:spChg>
        <pc:graphicFrameChg chg="add mod">
          <ac:chgData name="Mozhgan Bacon" userId="87017a61-33d9-4952-aa6c-e009fac81f23" providerId="ADAL" clId="{A2255EE8-3AF3-4219-A3E8-E935BB853163}" dt="2021-10-22T17:25:18.262" v="562" actId="1076"/>
          <ac:graphicFrameMkLst>
            <pc:docMk/>
            <pc:sldMk cId="1640723388" sldId="491"/>
            <ac:graphicFrameMk id="10" creationId="{57F5C10E-8961-4563-A7D4-90DEBE436625}"/>
          </ac:graphicFrameMkLst>
        </pc:graphicFrameChg>
        <pc:picChg chg="add mod">
          <ac:chgData name="Mozhgan Bacon" userId="87017a61-33d9-4952-aa6c-e009fac81f23" providerId="ADAL" clId="{A2255EE8-3AF3-4219-A3E8-E935BB853163}" dt="2021-10-22T17:25:15.812" v="561" actId="1076"/>
          <ac:picMkLst>
            <pc:docMk/>
            <pc:sldMk cId="1640723388" sldId="491"/>
            <ac:picMk id="8" creationId="{3BC73A64-8073-41BC-8506-1158FFBC252E}"/>
          </ac:picMkLst>
        </pc:picChg>
      </pc:sldChg>
      <pc:sldChg chg="addSp delSp add modAnim">
        <pc:chgData name="Mozhgan Bacon" userId="87017a61-33d9-4952-aa6c-e009fac81f23" providerId="ADAL" clId="{A2255EE8-3AF3-4219-A3E8-E935BB853163}" dt="2021-10-22T18:41:45.755" v="606"/>
        <pc:sldMkLst>
          <pc:docMk/>
          <pc:sldMk cId="666513224" sldId="492"/>
        </pc:sldMkLst>
        <pc:spChg chg="del">
          <ac:chgData name="Mozhgan Bacon" userId="87017a61-33d9-4952-aa6c-e009fac81f23" providerId="ADAL" clId="{A2255EE8-3AF3-4219-A3E8-E935BB853163}" dt="2021-10-22T17:25:26.767" v="565" actId="478"/>
          <ac:spMkLst>
            <pc:docMk/>
            <pc:sldMk cId="666513224" sldId="492"/>
            <ac:spMk id="2" creationId="{26A88B93-BF40-4E0E-ADE2-05052C35450C}"/>
          </ac:spMkLst>
        </pc:spChg>
        <pc:spChg chg="del">
          <ac:chgData name="Mozhgan Bacon" userId="87017a61-33d9-4952-aa6c-e009fac81f23" providerId="ADAL" clId="{A2255EE8-3AF3-4219-A3E8-E935BB853163}" dt="2021-10-22T17:25:26.767" v="565" actId="478"/>
          <ac:spMkLst>
            <pc:docMk/>
            <pc:sldMk cId="666513224" sldId="492"/>
            <ac:spMk id="3" creationId="{228D9D05-43A2-46CD-BE81-D72F98D087E6}"/>
          </ac:spMkLst>
        </pc:spChg>
        <pc:spChg chg="del">
          <ac:chgData name="Mozhgan Bacon" userId="87017a61-33d9-4952-aa6c-e009fac81f23" providerId="ADAL" clId="{A2255EE8-3AF3-4219-A3E8-E935BB853163}" dt="2021-10-22T17:25:26.767" v="565" actId="478"/>
          <ac:spMkLst>
            <pc:docMk/>
            <pc:sldMk cId="666513224" sldId="492"/>
            <ac:spMk id="4" creationId="{90CB8D56-ED0B-4E43-B2DA-9576BB8192A4}"/>
          </ac:spMkLst>
        </pc:spChg>
        <pc:spChg chg="del">
          <ac:chgData name="Mozhgan Bacon" userId="87017a61-33d9-4952-aa6c-e009fac81f23" providerId="ADAL" clId="{A2255EE8-3AF3-4219-A3E8-E935BB853163}" dt="2021-10-22T17:25:26.767" v="565" actId="478"/>
          <ac:spMkLst>
            <pc:docMk/>
            <pc:sldMk cId="666513224" sldId="492"/>
            <ac:spMk id="5" creationId="{9AD24F8F-1302-4E0F-8FDE-85320F990E3E}"/>
          </ac:spMkLst>
        </pc:spChg>
        <pc:spChg chg="del">
          <ac:chgData name="Mozhgan Bacon" userId="87017a61-33d9-4952-aa6c-e009fac81f23" providerId="ADAL" clId="{A2255EE8-3AF3-4219-A3E8-E935BB853163}" dt="2021-10-22T17:25:26.767" v="565" actId="478"/>
          <ac:spMkLst>
            <pc:docMk/>
            <pc:sldMk cId="666513224" sldId="492"/>
            <ac:spMk id="6" creationId="{389CB5DF-B7E4-4CF1-AF2F-D754881B9AA9}"/>
          </ac:spMkLst>
        </pc:spChg>
        <pc:spChg chg="del">
          <ac:chgData name="Mozhgan Bacon" userId="87017a61-33d9-4952-aa6c-e009fac81f23" providerId="ADAL" clId="{A2255EE8-3AF3-4219-A3E8-E935BB853163}" dt="2021-10-22T17:25:26.767" v="565" actId="478"/>
          <ac:spMkLst>
            <pc:docMk/>
            <pc:sldMk cId="666513224" sldId="492"/>
            <ac:spMk id="7" creationId="{627B9363-7A8A-4A3B-931C-BCA01B3890EC}"/>
          </ac:spMkLst>
        </pc:spChg>
        <pc:spChg chg="add del">
          <ac:chgData name="Mozhgan Bacon" userId="87017a61-33d9-4952-aa6c-e009fac81f23" providerId="ADAL" clId="{A2255EE8-3AF3-4219-A3E8-E935BB853163}" dt="2021-10-22T17:25:30.846" v="567"/>
          <ac:spMkLst>
            <pc:docMk/>
            <pc:sldMk cId="666513224" sldId="492"/>
            <ac:spMk id="8" creationId="{D26422A8-7E50-45A4-9840-89AE88A8B2EA}"/>
          </ac:spMkLst>
        </pc:spChg>
        <pc:graphicFrameChg chg="add del">
          <ac:chgData name="Mozhgan Bacon" userId="87017a61-33d9-4952-aa6c-e009fac81f23" providerId="ADAL" clId="{A2255EE8-3AF3-4219-A3E8-E935BB853163}" dt="2021-10-22T17:25:30.846" v="567"/>
          <ac:graphicFrameMkLst>
            <pc:docMk/>
            <pc:sldMk cId="666513224" sldId="492"/>
            <ac:graphicFrameMk id="9" creationId="{6ECFC82B-448D-4A24-974A-4609E9A64C0B}"/>
          </ac:graphicFrameMkLst>
        </pc:graphicFrameChg>
        <pc:graphicFrameChg chg="add">
          <ac:chgData name="Mozhgan Bacon" userId="87017a61-33d9-4952-aa6c-e009fac81f23" providerId="ADAL" clId="{A2255EE8-3AF3-4219-A3E8-E935BB853163}" dt="2021-10-22T17:25:44.832" v="570"/>
          <ac:graphicFrameMkLst>
            <pc:docMk/>
            <pc:sldMk cId="666513224" sldId="492"/>
            <ac:graphicFrameMk id="10" creationId="{9606575A-7018-484B-B871-4FAB9536D107}"/>
          </ac:graphicFrameMkLst>
        </pc:graphicFrameChg>
      </pc:sldChg>
      <pc:sldChg chg="addSp add modAnim">
        <pc:chgData name="Mozhgan Bacon" userId="87017a61-33d9-4952-aa6c-e009fac81f23" providerId="ADAL" clId="{A2255EE8-3AF3-4219-A3E8-E935BB853163}" dt="2021-10-22T17:26:52.661" v="572"/>
        <pc:sldMkLst>
          <pc:docMk/>
          <pc:sldMk cId="3506915509" sldId="493"/>
        </pc:sldMkLst>
        <pc:spChg chg="add">
          <ac:chgData name="Mozhgan Bacon" userId="87017a61-33d9-4952-aa6c-e009fac81f23" providerId="ADAL" clId="{A2255EE8-3AF3-4219-A3E8-E935BB853163}" dt="2021-10-22T17:26:48.590" v="571"/>
          <ac:spMkLst>
            <pc:docMk/>
            <pc:sldMk cId="3506915509" sldId="493"/>
            <ac:spMk id="3" creationId="{687259CA-D07F-45D7-8037-D951047653BA}"/>
          </ac:spMkLst>
        </pc:spChg>
        <pc:graphicFrameChg chg="add">
          <ac:chgData name="Mozhgan Bacon" userId="87017a61-33d9-4952-aa6c-e009fac81f23" providerId="ADAL" clId="{A2255EE8-3AF3-4219-A3E8-E935BB853163}" dt="2021-10-22T17:26:48.590" v="571"/>
          <ac:graphicFrameMkLst>
            <pc:docMk/>
            <pc:sldMk cId="3506915509" sldId="493"/>
            <ac:graphicFrameMk id="2" creationId="{7664742C-94B3-472A-9DE1-029BB5AF2D5A}"/>
          </ac:graphicFrameMkLst>
        </pc:graphicFrameChg>
      </pc:sldChg>
      <pc:sldChg chg="addSp add modAnim">
        <pc:chgData name="Mozhgan Bacon" userId="87017a61-33d9-4952-aa6c-e009fac81f23" providerId="ADAL" clId="{A2255EE8-3AF3-4219-A3E8-E935BB853163}" dt="2021-10-22T18:41:51.361" v="607"/>
        <pc:sldMkLst>
          <pc:docMk/>
          <pc:sldMk cId="1257804012" sldId="494"/>
        </pc:sldMkLst>
        <pc:graphicFrameChg chg="add">
          <ac:chgData name="Mozhgan Bacon" userId="87017a61-33d9-4952-aa6c-e009fac81f23" providerId="ADAL" clId="{A2255EE8-3AF3-4219-A3E8-E935BB853163}" dt="2021-10-22T17:27:09.797" v="574"/>
          <ac:graphicFrameMkLst>
            <pc:docMk/>
            <pc:sldMk cId="1257804012" sldId="494"/>
            <ac:graphicFrameMk id="2" creationId="{E8C55E67-76A0-4120-BE80-D1B91987EDB0}"/>
          </ac:graphicFrameMkLst>
        </pc:graphicFrameChg>
        <pc:graphicFrameChg chg="add">
          <ac:chgData name="Mozhgan Bacon" userId="87017a61-33d9-4952-aa6c-e009fac81f23" providerId="ADAL" clId="{A2255EE8-3AF3-4219-A3E8-E935BB853163}" dt="2021-10-22T17:27:09.797" v="574"/>
          <ac:graphicFrameMkLst>
            <pc:docMk/>
            <pc:sldMk cId="1257804012" sldId="494"/>
            <ac:graphicFrameMk id="3" creationId="{0F3849A7-56D7-4EC6-A762-67D768E41EDB}"/>
          </ac:graphicFrameMkLst>
        </pc:graphicFrameChg>
      </pc:sldChg>
      <pc:sldMasterChg chg="delSldLayout">
        <pc:chgData name="Mozhgan Bacon" userId="87017a61-33d9-4952-aa6c-e009fac81f23" providerId="ADAL" clId="{A2255EE8-3AF3-4219-A3E8-E935BB853163}" dt="2021-10-21T23:20:24.591" v="136" actId="2696"/>
        <pc:sldMasterMkLst>
          <pc:docMk/>
          <pc:sldMasterMk cId="881564708" sldId="2147483691"/>
        </pc:sldMasterMkLst>
      </pc:sldMasterChg>
    </pc:docChg>
  </pc:docChgLst>
  <pc:docChgLst>
    <pc:chgData name="Mozhgan Moazzen Zadeh-Bacon" userId="87017a61-33d9-4952-aa6c-e009fac81f23" providerId="ADAL" clId="{AF2A2EA2-056C-4F7F-B0B9-CD6ECAB22E71}"/>
    <pc:docChg chg="undo custSel delSld modSld sldOrd modSection modNotesMaster">
      <pc:chgData name="Mozhgan Moazzen Zadeh-Bacon" userId="87017a61-33d9-4952-aa6c-e009fac81f23" providerId="ADAL" clId="{AF2A2EA2-056C-4F7F-B0B9-CD6ECAB22E71}" dt="2023-10-24T19:14:59.709" v="170"/>
      <pc:docMkLst>
        <pc:docMk/>
      </pc:docMkLst>
      <pc:sldChg chg="addSp delSp modSp mod">
        <pc:chgData name="Mozhgan Moazzen Zadeh-Bacon" userId="87017a61-33d9-4952-aa6c-e009fac81f23" providerId="ADAL" clId="{AF2A2EA2-056C-4F7F-B0B9-CD6ECAB22E71}" dt="2023-10-24T03:45:28.295" v="56" actId="1076"/>
        <pc:sldMkLst>
          <pc:docMk/>
          <pc:sldMk cId="2910467137" sldId="374"/>
        </pc:sldMkLst>
        <pc:picChg chg="add del mod">
          <ac:chgData name="Mozhgan Moazzen Zadeh-Bacon" userId="87017a61-33d9-4952-aa6c-e009fac81f23" providerId="ADAL" clId="{AF2A2EA2-056C-4F7F-B0B9-CD6ECAB22E71}" dt="2023-10-24T03:44:09.235" v="44" actId="22"/>
          <ac:picMkLst>
            <pc:docMk/>
            <pc:sldMk cId="2910467137" sldId="374"/>
            <ac:picMk id="6" creationId="{62D419D5-5B73-1BC3-3139-99E66BF5BD9E}"/>
          </ac:picMkLst>
        </pc:picChg>
        <pc:picChg chg="add mod">
          <ac:chgData name="Mozhgan Moazzen Zadeh-Bacon" userId="87017a61-33d9-4952-aa6c-e009fac81f23" providerId="ADAL" clId="{AF2A2EA2-056C-4F7F-B0B9-CD6ECAB22E71}" dt="2023-10-24T03:44:29.921" v="50" actId="1076"/>
          <ac:picMkLst>
            <pc:docMk/>
            <pc:sldMk cId="2910467137" sldId="374"/>
            <ac:picMk id="10" creationId="{3B5335AA-D498-7BE1-4E8B-D19D371B9F01}"/>
          </ac:picMkLst>
        </pc:picChg>
        <pc:picChg chg="add mod">
          <ac:chgData name="Mozhgan Moazzen Zadeh-Bacon" userId="87017a61-33d9-4952-aa6c-e009fac81f23" providerId="ADAL" clId="{AF2A2EA2-056C-4F7F-B0B9-CD6ECAB22E71}" dt="2023-10-24T03:45:28.295" v="56" actId="1076"/>
          <ac:picMkLst>
            <pc:docMk/>
            <pc:sldMk cId="2910467137" sldId="374"/>
            <ac:picMk id="13" creationId="{EC1B9114-2869-6375-4027-2B058EB832B3}"/>
          </ac:picMkLst>
        </pc:picChg>
      </pc:sldChg>
      <pc:sldChg chg="modSp mod">
        <pc:chgData name="Mozhgan Moazzen Zadeh-Bacon" userId="87017a61-33d9-4952-aa6c-e009fac81f23" providerId="ADAL" clId="{AF2A2EA2-056C-4F7F-B0B9-CD6ECAB22E71}" dt="2023-10-23T04:07:10.889" v="3" actId="1036"/>
        <pc:sldMkLst>
          <pc:docMk/>
          <pc:sldMk cId="3399500743" sldId="394"/>
        </pc:sldMkLst>
        <pc:graphicFrameChg chg="mod">
          <ac:chgData name="Mozhgan Moazzen Zadeh-Bacon" userId="87017a61-33d9-4952-aa6c-e009fac81f23" providerId="ADAL" clId="{AF2A2EA2-056C-4F7F-B0B9-CD6ECAB22E71}" dt="2023-10-23T04:07:10.889" v="3" actId="1036"/>
          <ac:graphicFrameMkLst>
            <pc:docMk/>
            <pc:sldMk cId="3399500743" sldId="394"/>
            <ac:graphicFrameMk id="7" creationId="{F5BD632F-C0C5-4233-873E-06EB47584B68}"/>
          </ac:graphicFrameMkLst>
        </pc:graphicFrameChg>
      </pc:sldChg>
      <pc:sldChg chg="addSp modSp mod">
        <pc:chgData name="Mozhgan Moazzen Zadeh-Bacon" userId="87017a61-33d9-4952-aa6c-e009fac81f23" providerId="ADAL" clId="{AF2A2EA2-056C-4F7F-B0B9-CD6ECAB22E71}" dt="2023-10-23T05:04:01.270" v="33" actId="1076"/>
        <pc:sldMkLst>
          <pc:docMk/>
          <pc:sldMk cId="417807780" sldId="397"/>
        </pc:sldMkLst>
        <pc:spChg chg="mod">
          <ac:chgData name="Mozhgan Moazzen Zadeh-Bacon" userId="87017a61-33d9-4952-aa6c-e009fac81f23" providerId="ADAL" clId="{AF2A2EA2-056C-4F7F-B0B9-CD6ECAB22E71}" dt="2023-10-23T05:02:28.971" v="27" actId="1076"/>
          <ac:spMkLst>
            <pc:docMk/>
            <pc:sldMk cId="417807780" sldId="397"/>
            <ac:spMk id="9" creationId="{C4A42358-A9B8-4CEA-935B-D21045B13367}"/>
          </ac:spMkLst>
        </pc:spChg>
        <pc:graphicFrameChg chg="mod">
          <ac:chgData name="Mozhgan Moazzen Zadeh-Bacon" userId="87017a61-33d9-4952-aa6c-e009fac81f23" providerId="ADAL" clId="{AF2A2EA2-056C-4F7F-B0B9-CD6ECAB22E71}" dt="2023-10-23T05:02:31.143" v="28" actId="1076"/>
          <ac:graphicFrameMkLst>
            <pc:docMk/>
            <pc:sldMk cId="417807780" sldId="397"/>
            <ac:graphicFrameMk id="5" creationId="{AC3035FA-5419-4DED-BD00-31ED864BA2D3}"/>
          </ac:graphicFrameMkLst>
        </pc:graphicFrameChg>
        <pc:picChg chg="add">
          <ac:chgData name="Mozhgan Moazzen Zadeh-Bacon" userId="87017a61-33d9-4952-aa6c-e009fac81f23" providerId="ADAL" clId="{AF2A2EA2-056C-4F7F-B0B9-CD6ECAB22E71}" dt="2023-10-23T05:02:25.836" v="26" actId="22"/>
          <ac:picMkLst>
            <pc:docMk/>
            <pc:sldMk cId="417807780" sldId="397"/>
            <ac:picMk id="8" creationId="{427A9872-1645-FBC5-CB87-253CF74DE119}"/>
          </ac:picMkLst>
        </pc:picChg>
        <pc:picChg chg="add mod">
          <ac:chgData name="Mozhgan Moazzen Zadeh-Bacon" userId="87017a61-33d9-4952-aa6c-e009fac81f23" providerId="ADAL" clId="{AF2A2EA2-056C-4F7F-B0B9-CD6ECAB22E71}" dt="2023-10-23T05:03:57.202" v="31" actId="1076"/>
          <ac:picMkLst>
            <pc:docMk/>
            <pc:sldMk cId="417807780" sldId="397"/>
            <ac:picMk id="12" creationId="{508BD419-5CF3-9258-D3E8-58F68396102E}"/>
          </ac:picMkLst>
        </pc:picChg>
        <pc:picChg chg="add mod">
          <ac:chgData name="Mozhgan Moazzen Zadeh-Bacon" userId="87017a61-33d9-4952-aa6c-e009fac81f23" providerId="ADAL" clId="{AF2A2EA2-056C-4F7F-B0B9-CD6ECAB22E71}" dt="2023-10-23T05:04:01.270" v="33" actId="1076"/>
          <ac:picMkLst>
            <pc:docMk/>
            <pc:sldMk cId="417807780" sldId="397"/>
            <ac:picMk id="14" creationId="{710B2725-9D79-A11B-DD7B-0AF192A40C88}"/>
          </ac:picMkLst>
        </pc:picChg>
      </pc:sldChg>
      <pc:sldChg chg="addSp modSp mod">
        <pc:chgData name="Mozhgan Moazzen Zadeh-Bacon" userId="87017a61-33d9-4952-aa6c-e009fac81f23" providerId="ADAL" clId="{AF2A2EA2-056C-4F7F-B0B9-CD6ECAB22E71}" dt="2023-10-23T05:05:53.859" v="40"/>
        <pc:sldMkLst>
          <pc:docMk/>
          <pc:sldMk cId="3085031455" sldId="399"/>
        </pc:sldMkLst>
        <pc:grpChg chg="mod">
          <ac:chgData name="Mozhgan Moazzen Zadeh-Bacon" userId="87017a61-33d9-4952-aa6c-e009fac81f23" providerId="ADAL" clId="{AF2A2EA2-056C-4F7F-B0B9-CD6ECAB22E71}" dt="2023-10-23T05:05:53.859" v="40"/>
          <ac:grpSpMkLst>
            <pc:docMk/>
            <pc:sldMk cId="3085031455" sldId="399"/>
            <ac:grpSpMk id="7" creationId="{3B65231A-ABEC-B4F1-2910-740FB291BEDF}"/>
          </ac:grpSpMkLst>
        </pc:grpChg>
        <pc:picChg chg="add mod">
          <ac:chgData name="Mozhgan Moazzen Zadeh-Bacon" userId="87017a61-33d9-4952-aa6c-e009fac81f23" providerId="ADAL" clId="{AF2A2EA2-056C-4F7F-B0B9-CD6ECAB22E71}" dt="2023-10-23T05:05:40.882" v="37" actId="1076"/>
          <ac:picMkLst>
            <pc:docMk/>
            <pc:sldMk cId="3085031455" sldId="399"/>
            <ac:picMk id="4" creationId="{025B5A9E-B33B-5A87-1E41-82DF475F21D5}"/>
          </ac:picMkLst>
        </pc:picChg>
        <pc:inkChg chg="add mod">
          <ac:chgData name="Mozhgan Moazzen Zadeh-Bacon" userId="87017a61-33d9-4952-aa6c-e009fac81f23" providerId="ADAL" clId="{AF2A2EA2-056C-4F7F-B0B9-CD6ECAB22E71}" dt="2023-10-23T05:05:53.859" v="40"/>
          <ac:inkMkLst>
            <pc:docMk/>
            <pc:sldMk cId="3085031455" sldId="399"/>
            <ac:inkMk id="5" creationId="{BA907FDF-19DE-03B1-F872-34A84890D248}"/>
          </ac:inkMkLst>
        </pc:inkChg>
        <pc:inkChg chg="add mod">
          <ac:chgData name="Mozhgan Moazzen Zadeh-Bacon" userId="87017a61-33d9-4952-aa6c-e009fac81f23" providerId="ADAL" clId="{AF2A2EA2-056C-4F7F-B0B9-CD6ECAB22E71}" dt="2023-10-23T05:05:53.859" v="40"/>
          <ac:inkMkLst>
            <pc:docMk/>
            <pc:sldMk cId="3085031455" sldId="399"/>
            <ac:inkMk id="6" creationId="{1246BE1D-3698-7E1E-801E-C22E34585466}"/>
          </ac:inkMkLst>
        </pc:inkChg>
      </pc:sldChg>
      <pc:sldChg chg="addSp modSp mod">
        <pc:chgData name="Mozhgan Moazzen Zadeh-Bacon" userId="87017a61-33d9-4952-aa6c-e009fac81f23" providerId="ADAL" clId="{AF2A2EA2-056C-4F7F-B0B9-CD6ECAB22E71}" dt="2023-10-23T04:05:18.711" v="2" actId="14100"/>
        <pc:sldMkLst>
          <pc:docMk/>
          <pc:sldMk cId="1190311176" sldId="414"/>
        </pc:sldMkLst>
        <pc:picChg chg="add mod">
          <ac:chgData name="Mozhgan Moazzen Zadeh-Bacon" userId="87017a61-33d9-4952-aa6c-e009fac81f23" providerId="ADAL" clId="{AF2A2EA2-056C-4F7F-B0B9-CD6ECAB22E71}" dt="2023-10-23T04:05:18.711" v="2" actId="14100"/>
          <ac:picMkLst>
            <pc:docMk/>
            <pc:sldMk cId="1190311176" sldId="414"/>
            <ac:picMk id="4" creationId="{712FC94A-3125-379B-02B7-06BBFD86D641}"/>
          </ac:picMkLst>
        </pc:picChg>
      </pc:sldChg>
      <pc:sldChg chg="ord">
        <pc:chgData name="Mozhgan Moazzen Zadeh-Bacon" userId="87017a61-33d9-4952-aa6c-e009fac81f23" providerId="ADAL" clId="{AF2A2EA2-056C-4F7F-B0B9-CD6ECAB22E71}" dt="2023-10-23T04:35:53.713" v="10"/>
        <pc:sldMkLst>
          <pc:docMk/>
          <pc:sldMk cId="1539704045" sldId="416"/>
        </pc:sldMkLst>
      </pc:sldChg>
      <pc:sldChg chg="del">
        <pc:chgData name="Mozhgan Moazzen Zadeh-Bacon" userId="87017a61-33d9-4952-aa6c-e009fac81f23" providerId="ADAL" clId="{AF2A2EA2-056C-4F7F-B0B9-CD6ECAB22E71}" dt="2023-10-23T04:34:37.764" v="8" actId="2696"/>
        <pc:sldMkLst>
          <pc:docMk/>
          <pc:sldMk cId="4008967347" sldId="416"/>
        </pc:sldMkLst>
      </pc:sldChg>
      <pc:sldChg chg="addSp delSp modSp mod">
        <pc:chgData name="Mozhgan Moazzen Zadeh-Bacon" userId="87017a61-33d9-4952-aa6c-e009fac81f23" providerId="ADAL" clId="{AF2A2EA2-056C-4F7F-B0B9-CD6ECAB22E71}" dt="2023-10-23T04:36:31.541" v="16" actId="1076"/>
        <pc:sldMkLst>
          <pc:docMk/>
          <pc:sldMk cId="0" sldId="428"/>
        </pc:sldMkLst>
        <pc:spChg chg="add del">
          <ac:chgData name="Mozhgan Moazzen Zadeh-Bacon" userId="87017a61-33d9-4952-aa6c-e009fac81f23" providerId="ADAL" clId="{AF2A2EA2-056C-4F7F-B0B9-CD6ECAB22E71}" dt="2023-10-23T04:34:28.764" v="5" actId="22"/>
          <ac:spMkLst>
            <pc:docMk/>
            <pc:sldMk cId="0" sldId="428"/>
            <ac:spMk id="4" creationId="{D9004E5A-68FE-A9CF-74BC-283BFE84FAB8}"/>
          </ac:spMkLst>
        </pc:spChg>
        <pc:spChg chg="add del">
          <ac:chgData name="Mozhgan Moazzen Zadeh-Bacon" userId="87017a61-33d9-4952-aa6c-e009fac81f23" providerId="ADAL" clId="{AF2A2EA2-056C-4F7F-B0B9-CD6ECAB22E71}" dt="2023-10-23T04:34:35.656" v="7" actId="22"/>
          <ac:spMkLst>
            <pc:docMk/>
            <pc:sldMk cId="0" sldId="428"/>
            <ac:spMk id="6" creationId="{EB11DC0F-C68B-1ACB-6E62-ADD712017352}"/>
          </ac:spMkLst>
        </pc:spChg>
        <pc:spChg chg="mod">
          <ac:chgData name="Mozhgan Moazzen Zadeh-Bacon" userId="87017a61-33d9-4952-aa6c-e009fac81f23" providerId="ADAL" clId="{AF2A2EA2-056C-4F7F-B0B9-CD6ECAB22E71}" dt="2023-10-23T04:36:31.541" v="16" actId="1076"/>
          <ac:spMkLst>
            <pc:docMk/>
            <pc:sldMk cId="0" sldId="428"/>
            <ac:spMk id="19" creationId="{2026FB1F-1B82-4272-9419-78DFB7C8FC6E}"/>
          </ac:spMkLst>
        </pc:spChg>
        <pc:spChg chg="mod">
          <ac:chgData name="Mozhgan Moazzen Zadeh-Bacon" userId="87017a61-33d9-4952-aa6c-e009fac81f23" providerId="ADAL" clId="{AF2A2EA2-056C-4F7F-B0B9-CD6ECAB22E71}" dt="2023-10-23T04:36:28.908" v="15" actId="1076"/>
          <ac:spMkLst>
            <pc:docMk/>
            <pc:sldMk cId="0" sldId="428"/>
            <ac:spMk id="20" creationId="{2E42E6A4-5E02-42E9-AAC8-E7BE7730F931}"/>
          </ac:spMkLst>
        </pc:spChg>
        <pc:picChg chg="add mod">
          <ac:chgData name="Mozhgan Moazzen Zadeh-Bacon" userId="87017a61-33d9-4952-aa6c-e009fac81f23" providerId="ADAL" clId="{AF2A2EA2-056C-4F7F-B0B9-CD6ECAB22E71}" dt="2023-10-23T04:36:21.573" v="13" actId="1076"/>
          <ac:picMkLst>
            <pc:docMk/>
            <pc:sldMk cId="0" sldId="428"/>
            <ac:picMk id="8" creationId="{36FC5919-D955-B1A1-299D-4C6E5405B5FF}"/>
          </ac:picMkLst>
        </pc:picChg>
      </pc:sldChg>
      <pc:sldChg chg="addSp modSp mod">
        <pc:chgData name="Mozhgan Moazzen Zadeh-Bacon" userId="87017a61-33d9-4952-aa6c-e009fac81f23" providerId="ADAL" clId="{AF2A2EA2-056C-4F7F-B0B9-CD6ECAB22E71}" dt="2023-10-23T04:48:10.337" v="25" actId="9405"/>
        <pc:sldMkLst>
          <pc:docMk/>
          <pc:sldMk cId="774481574" sldId="458"/>
        </pc:sldMkLst>
        <pc:grpChg chg="mod">
          <ac:chgData name="Mozhgan Moazzen Zadeh-Bacon" userId="87017a61-33d9-4952-aa6c-e009fac81f23" providerId="ADAL" clId="{AF2A2EA2-056C-4F7F-B0B9-CD6ECAB22E71}" dt="2023-10-23T04:47:52.011" v="19"/>
          <ac:grpSpMkLst>
            <pc:docMk/>
            <pc:sldMk cId="774481574" sldId="458"/>
            <ac:grpSpMk id="5" creationId="{DA4893CB-9510-BC20-BE4B-50C303E4089E}"/>
          </ac:grpSpMkLst>
        </pc:grpChg>
        <pc:grpChg chg="mod">
          <ac:chgData name="Mozhgan Moazzen Zadeh-Bacon" userId="87017a61-33d9-4952-aa6c-e009fac81f23" providerId="ADAL" clId="{AF2A2EA2-056C-4F7F-B0B9-CD6ECAB22E71}" dt="2023-10-23T04:48:03.046" v="23"/>
          <ac:grpSpMkLst>
            <pc:docMk/>
            <pc:sldMk cId="774481574" sldId="458"/>
            <ac:grpSpMk id="14" creationId="{47450E48-4EA9-5F34-6705-FB2E48A02EBC}"/>
          </ac:grpSpMkLst>
        </pc:grpChg>
        <pc:inkChg chg="add mod">
          <ac:chgData name="Mozhgan Moazzen Zadeh-Bacon" userId="87017a61-33d9-4952-aa6c-e009fac81f23" providerId="ADAL" clId="{AF2A2EA2-056C-4F7F-B0B9-CD6ECAB22E71}" dt="2023-10-23T04:47:52.011" v="19"/>
          <ac:inkMkLst>
            <pc:docMk/>
            <pc:sldMk cId="774481574" sldId="458"/>
            <ac:inkMk id="3" creationId="{60E43163-A2B6-3D42-4BC0-5F2B7F27DEC2}"/>
          </ac:inkMkLst>
        </pc:inkChg>
        <pc:inkChg chg="add mod">
          <ac:chgData name="Mozhgan Moazzen Zadeh-Bacon" userId="87017a61-33d9-4952-aa6c-e009fac81f23" providerId="ADAL" clId="{AF2A2EA2-056C-4F7F-B0B9-CD6ECAB22E71}" dt="2023-10-23T04:47:52.011" v="19"/>
          <ac:inkMkLst>
            <pc:docMk/>
            <pc:sldMk cId="774481574" sldId="458"/>
            <ac:inkMk id="4" creationId="{751C258E-BCB1-CB44-DE3A-75A86C1FDE73}"/>
          </ac:inkMkLst>
        </pc:inkChg>
        <pc:inkChg chg="add">
          <ac:chgData name="Mozhgan Moazzen Zadeh-Bacon" userId="87017a61-33d9-4952-aa6c-e009fac81f23" providerId="ADAL" clId="{AF2A2EA2-056C-4F7F-B0B9-CD6ECAB22E71}" dt="2023-10-23T04:47:56.791" v="20" actId="9405"/>
          <ac:inkMkLst>
            <pc:docMk/>
            <pc:sldMk cId="774481574" sldId="458"/>
            <ac:inkMk id="7" creationId="{E6D801C3-22C0-C404-3FE1-4B4729282B4D}"/>
          </ac:inkMkLst>
        </pc:inkChg>
        <pc:inkChg chg="add mod">
          <ac:chgData name="Mozhgan Moazzen Zadeh-Bacon" userId="87017a61-33d9-4952-aa6c-e009fac81f23" providerId="ADAL" clId="{AF2A2EA2-056C-4F7F-B0B9-CD6ECAB22E71}" dt="2023-10-23T04:48:03.046" v="23"/>
          <ac:inkMkLst>
            <pc:docMk/>
            <pc:sldMk cId="774481574" sldId="458"/>
            <ac:inkMk id="12" creationId="{9779288D-5F42-62F7-777B-90A115AB8768}"/>
          </ac:inkMkLst>
        </pc:inkChg>
        <pc:inkChg chg="add mod">
          <ac:chgData name="Mozhgan Moazzen Zadeh-Bacon" userId="87017a61-33d9-4952-aa6c-e009fac81f23" providerId="ADAL" clId="{AF2A2EA2-056C-4F7F-B0B9-CD6ECAB22E71}" dt="2023-10-23T04:48:03.046" v="23"/>
          <ac:inkMkLst>
            <pc:docMk/>
            <pc:sldMk cId="774481574" sldId="458"/>
            <ac:inkMk id="13" creationId="{CC70BE37-E882-FECB-C000-C8CC80AC4DEA}"/>
          </ac:inkMkLst>
        </pc:inkChg>
        <pc:inkChg chg="add">
          <ac:chgData name="Mozhgan Moazzen Zadeh-Bacon" userId="87017a61-33d9-4952-aa6c-e009fac81f23" providerId="ADAL" clId="{AF2A2EA2-056C-4F7F-B0B9-CD6ECAB22E71}" dt="2023-10-23T04:48:08.238" v="24" actId="9405"/>
          <ac:inkMkLst>
            <pc:docMk/>
            <pc:sldMk cId="774481574" sldId="458"/>
            <ac:inkMk id="15" creationId="{947879E3-6FF4-CD92-2355-4004B821CB85}"/>
          </ac:inkMkLst>
        </pc:inkChg>
        <pc:inkChg chg="add">
          <ac:chgData name="Mozhgan Moazzen Zadeh-Bacon" userId="87017a61-33d9-4952-aa6c-e009fac81f23" providerId="ADAL" clId="{AF2A2EA2-056C-4F7F-B0B9-CD6ECAB22E71}" dt="2023-10-23T04:48:10.337" v="25" actId="9405"/>
          <ac:inkMkLst>
            <pc:docMk/>
            <pc:sldMk cId="774481574" sldId="458"/>
            <ac:inkMk id="16" creationId="{543F5DC2-AB7B-8AF9-FF1D-01BAD435D5F8}"/>
          </ac:inkMkLst>
        </pc:inkChg>
      </pc:sldChg>
      <pc:sldChg chg="addSp delSp modSp mod">
        <pc:chgData name="Mozhgan Moazzen Zadeh-Bacon" userId="87017a61-33d9-4952-aa6c-e009fac81f23" providerId="ADAL" clId="{AF2A2EA2-056C-4F7F-B0B9-CD6ECAB22E71}" dt="2023-10-24T04:03:06.337" v="102"/>
        <pc:sldMkLst>
          <pc:docMk/>
          <pc:sldMk cId="2845213962" sldId="461"/>
        </pc:sldMkLst>
        <pc:grpChg chg="del mod">
          <ac:chgData name="Mozhgan Moazzen Zadeh-Bacon" userId="87017a61-33d9-4952-aa6c-e009fac81f23" providerId="ADAL" clId="{AF2A2EA2-056C-4F7F-B0B9-CD6ECAB22E71}" dt="2023-10-24T04:03:06.337" v="102"/>
          <ac:grpSpMkLst>
            <pc:docMk/>
            <pc:sldMk cId="2845213962" sldId="461"/>
            <ac:grpSpMk id="25" creationId="{AC3F25E9-BAE6-0047-9DE7-F6488D007ED4}"/>
          </ac:grpSpMkLst>
        </pc:grpChg>
        <pc:grpChg chg="mod">
          <ac:chgData name="Mozhgan Moazzen Zadeh-Bacon" userId="87017a61-33d9-4952-aa6c-e009fac81f23" providerId="ADAL" clId="{AF2A2EA2-056C-4F7F-B0B9-CD6ECAB22E71}" dt="2023-10-24T04:03:06.337" v="102"/>
          <ac:grpSpMkLst>
            <pc:docMk/>
            <pc:sldMk cId="2845213962" sldId="461"/>
            <ac:grpSpMk id="35" creationId="{C333C9EC-4351-67BB-4CF5-3AD1943F5E4B}"/>
          </ac:grpSpMkLst>
        </pc:grpChg>
        <pc:picChg chg="add mod">
          <ac:chgData name="Mozhgan Moazzen Zadeh-Bacon" userId="87017a61-33d9-4952-aa6c-e009fac81f23" providerId="ADAL" clId="{AF2A2EA2-056C-4F7F-B0B9-CD6ECAB22E71}" dt="2023-10-24T03:59:46.266" v="73" actId="1076"/>
          <ac:picMkLst>
            <pc:docMk/>
            <pc:sldMk cId="2845213962" sldId="461"/>
            <ac:picMk id="3" creationId="{3CFF9D2B-4F16-4E0C-E6F0-7FAB5F244DC8}"/>
          </ac:picMkLst>
        </pc:picChg>
        <pc:picChg chg="add mod">
          <ac:chgData name="Mozhgan Moazzen Zadeh-Bacon" userId="87017a61-33d9-4952-aa6c-e009fac81f23" providerId="ADAL" clId="{AF2A2EA2-056C-4F7F-B0B9-CD6ECAB22E71}" dt="2023-10-24T03:59:44.181" v="72" actId="1076"/>
          <ac:picMkLst>
            <pc:docMk/>
            <pc:sldMk cId="2845213962" sldId="461"/>
            <ac:picMk id="6" creationId="{02C85D44-E4D1-D4B0-5735-C520BC5BBDA3}"/>
          </ac:picMkLst>
        </pc:picChg>
        <pc:picChg chg="add mod">
          <ac:chgData name="Mozhgan Moazzen Zadeh-Bacon" userId="87017a61-33d9-4952-aa6c-e009fac81f23" providerId="ADAL" clId="{AF2A2EA2-056C-4F7F-B0B9-CD6ECAB22E71}" dt="2023-10-24T04:01:09.329" v="82" actId="1076"/>
          <ac:picMkLst>
            <pc:docMk/>
            <pc:sldMk cId="2845213962" sldId="461"/>
            <ac:picMk id="8" creationId="{57BAB641-401B-DE2E-94AA-D4CABE14A3A4}"/>
          </ac:picMkLst>
        </pc:picChg>
        <pc:picChg chg="add mod">
          <ac:chgData name="Mozhgan Moazzen Zadeh-Bacon" userId="87017a61-33d9-4952-aa6c-e009fac81f23" providerId="ADAL" clId="{AF2A2EA2-056C-4F7F-B0B9-CD6ECAB22E71}" dt="2023-10-24T04:00:18.958" v="77" actId="1076"/>
          <ac:picMkLst>
            <pc:docMk/>
            <pc:sldMk cId="2845213962" sldId="461"/>
            <ac:picMk id="10" creationId="{4BB9709D-203A-2715-F149-CCBE0C6A7E30}"/>
          </ac:picMkLst>
        </pc:picChg>
        <pc:inkChg chg="add del">
          <ac:chgData name="Mozhgan Moazzen Zadeh-Bacon" userId="87017a61-33d9-4952-aa6c-e009fac81f23" providerId="ADAL" clId="{AF2A2EA2-056C-4F7F-B0B9-CD6ECAB22E71}" dt="2023-10-24T04:00:24.840" v="79" actId="9405"/>
          <ac:inkMkLst>
            <pc:docMk/>
            <pc:sldMk cId="2845213962" sldId="461"/>
            <ac:inkMk id="11" creationId="{C119E636-FDE1-D69D-8622-5AEFF2AEA083}"/>
          </ac:inkMkLst>
        </pc:inkChg>
        <pc:inkChg chg="add">
          <ac:chgData name="Mozhgan Moazzen Zadeh-Bacon" userId="87017a61-33d9-4952-aa6c-e009fac81f23" providerId="ADAL" clId="{AF2A2EA2-056C-4F7F-B0B9-CD6ECAB22E71}" dt="2023-10-24T04:00:29.904" v="80" actId="9405"/>
          <ac:inkMkLst>
            <pc:docMk/>
            <pc:sldMk cId="2845213962" sldId="461"/>
            <ac:inkMk id="12" creationId="{3715E01A-482D-403F-9B73-DFD6576D0BF0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16" creationId="{1EA30E3C-6D64-9A66-9923-D1247801A199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17" creationId="{2044EDA4-5802-5697-9EB8-B31D0B80B6DA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18" creationId="{F2FE06C8-22EB-15F2-C85B-A97ACD350083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19" creationId="{3686B6F9-C47E-A0B5-CC6E-C7DF4F46F719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0" creationId="{24757A86-5573-E5B5-359B-7358EC166CBE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1" creationId="{31A7E58D-B575-A233-7AA5-F57F11506445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2" creationId="{BC4D464D-4BCB-C8E2-6BD2-AC740FFE8436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3" creationId="{8F3F863E-78BC-E2EB-92CB-2002A6DA574E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4" creationId="{CA33DF84-F3D7-BC88-1B02-D633339C10B3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6" creationId="{9029F2CC-CF4D-3205-9E82-67FA0C0E67A9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7" creationId="{8B3B664F-6041-5A77-2297-0BFB9AE5E98F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8" creationId="{63BAEE1A-7DF1-93DE-71B8-D553D4A58013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29" creationId="{48F818F6-6795-D0D2-62D3-95A393DD294B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30" creationId="{9929F96E-93C7-DB48-4BF1-75CB6738E4AD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31" creationId="{FA1E8E67-104F-2EF0-A36F-7B37B5E7188E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32" creationId="{25306BC0-F3EA-EC77-7988-3D448DE0658E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33" creationId="{02DFA8F1-14B9-84A7-D1A5-FA3AE3DEB0AF}"/>
          </ac:inkMkLst>
        </pc:inkChg>
        <pc:inkChg chg="add mod">
          <ac:chgData name="Mozhgan Moazzen Zadeh-Bacon" userId="87017a61-33d9-4952-aa6c-e009fac81f23" providerId="ADAL" clId="{AF2A2EA2-056C-4F7F-B0B9-CD6ECAB22E71}" dt="2023-10-24T04:03:06.337" v="102"/>
          <ac:inkMkLst>
            <pc:docMk/>
            <pc:sldMk cId="2845213962" sldId="461"/>
            <ac:inkMk id="34" creationId="{3295EAC3-F50D-43CE-D191-F7A8992B7BAA}"/>
          </ac:inkMkLst>
        </pc:inkChg>
      </pc:sldChg>
      <pc:sldChg chg="addSp modSp mod">
        <pc:chgData name="Mozhgan Moazzen Zadeh-Bacon" userId="87017a61-33d9-4952-aa6c-e009fac81f23" providerId="ADAL" clId="{AF2A2EA2-056C-4F7F-B0B9-CD6ECAB22E71}" dt="2023-10-24T19:14:59.709" v="170"/>
        <pc:sldMkLst>
          <pc:docMk/>
          <pc:sldMk cId="1721304963" sldId="462"/>
        </pc:sldMkLst>
        <pc:grpChg chg="mod">
          <ac:chgData name="Mozhgan Moazzen Zadeh-Bacon" userId="87017a61-33d9-4952-aa6c-e009fac81f23" providerId="ADAL" clId="{AF2A2EA2-056C-4F7F-B0B9-CD6ECAB22E71}" dt="2023-10-24T19:14:59.709" v="170"/>
          <ac:grpSpMkLst>
            <pc:docMk/>
            <pc:sldMk cId="1721304963" sldId="462"/>
            <ac:grpSpMk id="9" creationId="{55F9D3DA-C34C-1118-1FB5-3D217300574D}"/>
          </ac:grpSpMkLst>
        </pc:grpChg>
        <pc:picChg chg="add mod">
          <ac:chgData name="Mozhgan Moazzen Zadeh-Bacon" userId="87017a61-33d9-4952-aa6c-e009fac81f23" providerId="ADAL" clId="{AF2A2EA2-056C-4F7F-B0B9-CD6ECAB22E71}" dt="2023-10-24T04:09:14.384" v="107" actId="1076"/>
          <ac:picMkLst>
            <pc:docMk/>
            <pc:sldMk cId="1721304963" sldId="462"/>
            <ac:picMk id="2" creationId="{FF26FE1D-0BDF-4E5D-FFAB-EC77DBD3A430}"/>
          </ac:picMkLst>
        </pc:picChg>
        <pc:picChg chg="add mod">
          <ac:chgData name="Mozhgan Moazzen Zadeh-Bacon" userId="87017a61-33d9-4952-aa6c-e009fac81f23" providerId="ADAL" clId="{AF2A2EA2-056C-4F7F-B0B9-CD6ECAB22E71}" dt="2023-10-24T04:09:20.229" v="110" actId="1076"/>
          <ac:picMkLst>
            <pc:docMk/>
            <pc:sldMk cId="1721304963" sldId="462"/>
            <ac:picMk id="3" creationId="{C05C0183-7A4F-F371-CD22-C10F93C25E8C}"/>
          </ac:picMkLst>
        </pc:picChg>
        <pc:inkChg chg="add mod">
          <ac:chgData name="Mozhgan Moazzen Zadeh-Bacon" userId="87017a61-33d9-4952-aa6c-e009fac81f23" providerId="ADAL" clId="{AF2A2EA2-056C-4F7F-B0B9-CD6ECAB22E71}" dt="2023-10-24T19:14:59.709" v="170"/>
          <ac:inkMkLst>
            <pc:docMk/>
            <pc:sldMk cId="1721304963" sldId="462"/>
            <ac:inkMk id="4" creationId="{E1C0CD17-9D10-9D5B-EED0-01ED69FA1153}"/>
          </ac:inkMkLst>
        </pc:inkChg>
        <pc:inkChg chg="add mod">
          <ac:chgData name="Mozhgan Moazzen Zadeh-Bacon" userId="87017a61-33d9-4952-aa6c-e009fac81f23" providerId="ADAL" clId="{AF2A2EA2-056C-4F7F-B0B9-CD6ECAB22E71}" dt="2023-10-24T19:14:59.709" v="170"/>
          <ac:inkMkLst>
            <pc:docMk/>
            <pc:sldMk cId="1721304963" sldId="462"/>
            <ac:inkMk id="5" creationId="{34061576-2304-AB29-4D45-1AD08D820D6E}"/>
          </ac:inkMkLst>
        </pc:inkChg>
        <pc:inkChg chg="add mod">
          <ac:chgData name="Mozhgan Moazzen Zadeh-Bacon" userId="87017a61-33d9-4952-aa6c-e009fac81f23" providerId="ADAL" clId="{AF2A2EA2-056C-4F7F-B0B9-CD6ECAB22E71}" dt="2023-10-24T19:14:59.709" v="170"/>
          <ac:inkMkLst>
            <pc:docMk/>
            <pc:sldMk cId="1721304963" sldId="462"/>
            <ac:inkMk id="6" creationId="{366D667C-7839-E1D7-DB7C-B51865593137}"/>
          </ac:inkMkLst>
        </pc:inkChg>
        <pc:inkChg chg="add mod">
          <ac:chgData name="Mozhgan Moazzen Zadeh-Bacon" userId="87017a61-33d9-4952-aa6c-e009fac81f23" providerId="ADAL" clId="{AF2A2EA2-056C-4F7F-B0B9-CD6ECAB22E71}" dt="2023-10-24T19:14:59.709" v="170"/>
          <ac:inkMkLst>
            <pc:docMk/>
            <pc:sldMk cId="1721304963" sldId="462"/>
            <ac:inkMk id="7" creationId="{C8CF1C69-63DD-5D27-1D5B-CC17BA4D8AA2}"/>
          </ac:inkMkLst>
        </pc:inkChg>
        <pc:inkChg chg="add mod">
          <ac:chgData name="Mozhgan Moazzen Zadeh-Bacon" userId="87017a61-33d9-4952-aa6c-e009fac81f23" providerId="ADAL" clId="{AF2A2EA2-056C-4F7F-B0B9-CD6ECAB22E71}" dt="2023-10-24T19:14:59.709" v="170"/>
          <ac:inkMkLst>
            <pc:docMk/>
            <pc:sldMk cId="1721304963" sldId="462"/>
            <ac:inkMk id="8" creationId="{CF1F23F8-B720-3B0F-EC23-EED1972019E0}"/>
          </ac:inkMkLst>
        </pc:inkChg>
      </pc:sldChg>
      <pc:sldChg chg="addSp delSp modSp mod">
        <pc:chgData name="Mozhgan Moazzen Zadeh-Bacon" userId="87017a61-33d9-4952-aa6c-e009fac81f23" providerId="ADAL" clId="{AF2A2EA2-056C-4F7F-B0B9-CD6ECAB22E71}" dt="2023-10-24T04:23:47.708" v="161" actId="1076"/>
        <pc:sldMkLst>
          <pc:docMk/>
          <pc:sldMk cId="1340084613" sldId="467"/>
        </pc:sldMkLst>
        <pc:spChg chg="mod">
          <ac:chgData name="Mozhgan Moazzen Zadeh-Bacon" userId="87017a61-33d9-4952-aa6c-e009fac81f23" providerId="ADAL" clId="{AF2A2EA2-056C-4F7F-B0B9-CD6ECAB22E71}" dt="2023-10-24T04:23:04.853" v="152" actId="20577"/>
          <ac:spMkLst>
            <pc:docMk/>
            <pc:sldMk cId="1340084613" sldId="467"/>
            <ac:spMk id="21" creationId="{B739501A-5E87-42AD-B0F7-C7912BCEBECB}"/>
          </ac:spMkLst>
        </pc:spChg>
        <pc:spChg chg="del mod">
          <ac:chgData name="Mozhgan Moazzen Zadeh-Bacon" userId="87017a61-33d9-4952-aa6c-e009fac81f23" providerId="ADAL" clId="{AF2A2EA2-056C-4F7F-B0B9-CD6ECAB22E71}" dt="2023-10-24T04:23:03.025" v="151" actId="478"/>
          <ac:spMkLst>
            <pc:docMk/>
            <pc:sldMk cId="1340084613" sldId="467"/>
            <ac:spMk id="22" creationId="{7ED524BF-1EFB-4286-AB94-45973F97FF36}"/>
          </ac:spMkLst>
        </pc:spChg>
        <pc:graphicFrameChg chg="add del mod">
          <ac:chgData name="Mozhgan Moazzen Zadeh-Bacon" userId="87017a61-33d9-4952-aa6c-e009fac81f23" providerId="ADAL" clId="{AF2A2EA2-056C-4F7F-B0B9-CD6ECAB22E71}" dt="2023-10-24T04:14:30.753" v="116" actId="478"/>
          <ac:graphicFrameMkLst>
            <pc:docMk/>
            <pc:sldMk cId="1340084613" sldId="467"/>
            <ac:graphicFrameMk id="7" creationId="{773D18B7-A169-E549-38F6-11BA4F10082D}"/>
          </ac:graphicFrameMkLst>
        </pc:graphicFrameChg>
        <pc:picChg chg="add del mod">
          <ac:chgData name="Mozhgan Moazzen Zadeh-Bacon" userId="87017a61-33d9-4952-aa6c-e009fac81f23" providerId="ADAL" clId="{AF2A2EA2-056C-4F7F-B0B9-CD6ECAB22E71}" dt="2023-10-24T04:14:08.068" v="112"/>
          <ac:picMkLst>
            <pc:docMk/>
            <pc:sldMk cId="1340084613" sldId="467"/>
            <ac:picMk id="3" creationId="{514CCC66-2B9F-E7AA-2543-ABA9EA12B2D0}"/>
          </ac:picMkLst>
        </pc:picChg>
        <pc:picChg chg="add del mod">
          <ac:chgData name="Mozhgan Moazzen Zadeh-Bacon" userId="87017a61-33d9-4952-aa6c-e009fac81f23" providerId="ADAL" clId="{AF2A2EA2-056C-4F7F-B0B9-CD6ECAB22E71}" dt="2023-10-24T04:14:08.068" v="112"/>
          <ac:picMkLst>
            <pc:docMk/>
            <pc:sldMk cId="1340084613" sldId="467"/>
            <ac:picMk id="4" creationId="{A223EDEF-91DE-311B-C819-385C4FC3EC47}"/>
          </ac:picMkLst>
        </pc:picChg>
        <pc:picChg chg="add del mod">
          <ac:chgData name="Mozhgan Moazzen Zadeh-Bacon" userId="87017a61-33d9-4952-aa6c-e009fac81f23" providerId="ADAL" clId="{AF2A2EA2-056C-4F7F-B0B9-CD6ECAB22E71}" dt="2023-10-24T04:14:08.068" v="112"/>
          <ac:picMkLst>
            <pc:docMk/>
            <pc:sldMk cId="1340084613" sldId="467"/>
            <ac:picMk id="5" creationId="{8E6094CF-E7F8-EA29-E06B-34B1129654C4}"/>
          </ac:picMkLst>
        </pc:picChg>
        <pc:picChg chg="add del mod">
          <ac:chgData name="Mozhgan Moazzen Zadeh-Bacon" userId="87017a61-33d9-4952-aa6c-e009fac81f23" providerId="ADAL" clId="{AF2A2EA2-056C-4F7F-B0B9-CD6ECAB22E71}" dt="2023-10-24T04:14:08.068" v="112"/>
          <ac:picMkLst>
            <pc:docMk/>
            <pc:sldMk cId="1340084613" sldId="467"/>
            <ac:picMk id="6" creationId="{E0D656F0-B25D-1CE9-9DFF-C62DCF4660D4}"/>
          </ac:picMkLst>
        </pc:picChg>
        <pc:picChg chg="add mod">
          <ac:chgData name="Mozhgan Moazzen Zadeh-Bacon" userId="87017a61-33d9-4952-aa6c-e009fac81f23" providerId="ADAL" clId="{AF2A2EA2-056C-4F7F-B0B9-CD6ECAB22E71}" dt="2023-10-24T04:23:13.278" v="156" actId="1076"/>
          <ac:picMkLst>
            <pc:docMk/>
            <pc:sldMk cId="1340084613" sldId="467"/>
            <ac:picMk id="9" creationId="{72D4FDA7-B0FB-B951-1270-D176CCEF7AAE}"/>
          </ac:picMkLst>
        </pc:picChg>
        <pc:picChg chg="add mod">
          <ac:chgData name="Mozhgan Moazzen Zadeh-Bacon" userId="87017a61-33d9-4952-aa6c-e009fac81f23" providerId="ADAL" clId="{AF2A2EA2-056C-4F7F-B0B9-CD6ECAB22E71}" dt="2023-10-24T04:23:47.708" v="161" actId="1076"/>
          <ac:picMkLst>
            <pc:docMk/>
            <pc:sldMk cId="1340084613" sldId="467"/>
            <ac:picMk id="11" creationId="{B7BE3344-0AB7-F59D-EDF0-D7F2E11D25C4}"/>
          </ac:picMkLst>
        </pc:picChg>
        <pc:picChg chg="add mod">
          <ac:chgData name="Mozhgan Moazzen Zadeh-Bacon" userId="87017a61-33d9-4952-aa6c-e009fac81f23" providerId="ADAL" clId="{AF2A2EA2-056C-4F7F-B0B9-CD6ECAB22E71}" dt="2023-10-24T04:23:41.073" v="160" actId="1076"/>
          <ac:picMkLst>
            <pc:docMk/>
            <pc:sldMk cId="1340084613" sldId="467"/>
            <ac:picMk id="13" creationId="{243B8A76-9387-7213-5001-7C460994656B}"/>
          </ac:picMkLst>
        </pc:picChg>
      </pc:sldChg>
      <pc:sldChg chg="addSp delSp modSp mod">
        <pc:chgData name="Mozhgan Moazzen Zadeh-Bacon" userId="87017a61-33d9-4952-aa6c-e009fac81f23" providerId="ADAL" clId="{AF2A2EA2-056C-4F7F-B0B9-CD6ECAB22E71}" dt="2023-10-24T04:17:07.210" v="129" actId="478"/>
        <pc:sldMkLst>
          <pc:docMk/>
          <pc:sldMk cId="1631032866" sldId="468"/>
        </pc:sldMkLst>
        <pc:graphicFrameChg chg="add del mod">
          <ac:chgData name="Mozhgan Moazzen Zadeh-Bacon" userId="87017a61-33d9-4952-aa6c-e009fac81f23" providerId="ADAL" clId="{AF2A2EA2-056C-4F7F-B0B9-CD6ECAB22E71}" dt="2023-10-24T04:15:13.430" v="118"/>
          <ac:graphicFrameMkLst>
            <pc:docMk/>
            <pc:sldMk cId="1631032866" sldId="468"/>
            <ac:graphicFrameMk id="3" creationId="{BACE2032-0B38-A01A-7358-738B8B31A54A}"/>
          </ac:graphicFrameMkLst>
        </pc:graphicFrameChg>
        <pc:picChg chg="add mod">
          <ac:chgData name="Mozhgan Moazzen Zadeh-Bacon" userId="87017a61-33d9-4952-aa6c-e009fac81f23" providerId="ADAL" clId="{AF2A2EA2-056C-4F7F-B0B9-CD6ECAB22E71}" dt="2023-10-24T04:15:28.775" v="125" actId="1076"/>
          <ac:picMkLst>
            <pc:docMk/>
            <pc:sldMk cId="1631032866" sldId="468"/>
            <ac:picMk id="4" creationId="{739E4FF8-C14D-ECA7-4BED-90E6D58D5D58}"/>
          </ac:picMkLst>
        </pc:picChg>
        <pc:picChg chg="add mod">
          <ac:chgData name="Mozhgan Moazzen Zadeh-Bacon" userId="87017a61-33d9-4952-aa6c-e009fac81f23" providerId="ADAL" clId="{AF2A2EA2-056C-4F7F-B0B9-CD6ECAB22E71}" dt="2023-10-24T04:15:28.775" v="125" actId="1076"/>
          <ac:picMkLst>
            <pc:docMk/>
            <pc:sldMk cId="1631032866" sldId="468"/>
            <ac:picMk id="6" creationId="{EECD2960-170E-4D98-7BE2-247C6E1F1A10}"/>
          </ac:picMkLst>
        </pc:picChg>
        <pc:picChg chg="add mod">
          <ac:chgData name="Mozhgan Moazzen Zadeh-Bacon" userId="87017a61-33d9-4952-aa6c-e009fac81f23" providerId="ADAL" clId="{AF2A2EA2-056C-4F7F-B0B9-CD6ECAB22E71}" dt="2023-10-24T04:15:28.775" v="125" actId="1076"/>
          <ac:picMkLst>
            <pc:docMk/>
            <pc:sldMk cId="1631032866" sldId="468"/>
            <ac:picMk id="7" creationId="{5C0688B8-DCCE-10C7-4033-5A0AD2AB7DC6}"/>
          </ac:picMkLst>
        </pc:picChg>
        <pc:picChg chg="add del mod">
          <ac:chgData name="Mozhgan Moazzen Zadeh-Bacon" userId="87017a61-33d9-4952-aa6c-e009fac81f23" providerId="ADAL" clId="{AF2A2EA2-056C-4F7F-B0B9-CD6ECAB22E71}" dt="2023-10-24T04:17:07.210" v="129" actId="478"/>
          <ac:picMkLst>
            <pc:docMk/>
            <pc:sldMk cId="1631032866" sldId="468"/>
            <ac:picMk id="9" creationId="{B0131E3B-F744-E254-359F-7BF9BC9BA607}"/>
          </ac:picMkLst>
        </pc:picChg>
      </pc:sldChg>
      <pc:sldChg chg="addSp modSp mod">
        <pc:chgData name="Mozhgan Moazzen Zadeh-Bacon" userId="87017a61-33d9-4952-aa6c-e009fac81f23" providerId="ADAL" clId="{AF2A2EA2-056C-4F7F-B0B9-CD6ECAB22E71}" dt="2023-10-24T04:26:30.484" v="163" actId="1076"/>
        <pc:sldMkLst>
          <pc:docMk/>
          <pc:sldMk cId="2027941469" sldId="469"/>
        </pc:sldMkLst>
        <pc:picChg chg="add mod">
          <ac:chgData name="Mozhgan Moazzen Zadeh-Bacon" userId="87017a61-33d9-4952-aa6c-e009fac81f23" providerId="ADAL" clId="{AF2A2EA2-056C-4F7F-B0B9-CD6ECAB22E71}" dt="2023-10-24T04:26:30.484" v="163" actId="1076"/>
          <ac:picMkLst>
            <pc:docMk/>
            <pc:sldMk cId="2027941469" sldId="469"/>
            <ac:picMk id="3" creationId="{FB93CA9E-F515-BE7A-9BA4-25C5515E8605}"/>
          </ac:picMkLst>
        </pc:picChg>
      </pc:sldChg>
      <pc:sldChg chg="addSp delSp modSp mod">
        <pc:chgData name="Mozhgan Moazzen Zadeh-Bacon" userId="87017a61-33d9-4952-aa6c-e009fac81f23" providerId="ADAL" clId="{AF2A2EA2-056C-4F7F-B0B9-CD6ECAB22E71}" dt="2023-10-24T03:54:02.142" v="66" actId="478"/>
        <pc:sldMkLst>
          <pc:docMk/>
          <pc:sldMk cId="3176462994" sldId="471"/>
        </pc:sldMkLst>
        <pc:spChg chg="mod">
          <ac:chgData name="Mozhgan Moazzen Zadeh-Bacon" userId="87017a61-33d9-4952-aa6c-e009fac81f23" providerId="ADAL" clId="{AF2A2EA2-056C-4F7F-B0B9-CD6ECAB22E71}" dt="2023-10-24T03:52:39.116" v="61" actId="1076"/>
          <ac:spMkLst>
            <pc:docMk/>
            <pc:sldMk cId="3176462994" sldId="471"/>
            <ac:spMk id="14" creationId="{D49967E1-736B-4EB9-A1F7-39FEAA31FE43}"/>
          </ac:spMkLst>
        </pc:spChg>
        <pc:spChg chg="mod">
          <ac:chgData name="Mozhgan Moazzen Zadeh-Bacon" userId="87017a61-33d9-4952-aa6c-e009fac81f23" providerId="ADAL" clId="{AF2A2EA2-056C-4F7F-B0B9-CD6ECAB22E71}" dt="2023-10-24T03:52:39.116" v="61" actId="1076"/>
          <ac:spMkLst>
            <pc:docMk/>
            <pc:sldMk cId="3176462994" sldId="471"/>
            <ac:spMk id="19" creationId="{D94E33B1-B9DE-4244-8CB5-001A1ACA4ACF}"/>
          </ac:spMkLst>
        </pc:spChg>
        <pc:spChg chg="mod">
          <ac:chgData name="Mozhgan Moazzen Zadeh-Bacon" userId="87017a61-33d9-4952-aa6c-e009fac81f23" providerId="ADAL" clId="{AF2A2EA2-056C-4F7F-B0B9-CD6ECAB22E71}" dt="2023-10-24T03:52:39.116" v="61" actId="1076"/>
          <ac:spMkLst>
            <pc:docMk/>
            <pc:sldMk cId="3176462994" sldId="471"/>
            <ac:spMk id="20" creationId="{D7F0F4D7-7C49-4BB7-8E1D-9CD9C14B60DC}"/>
          </ac:spMkLst>
        </pc:spChg>
        <pc:spChg chg="mod">
          <ac:chgData name="Mozhgan Moazzen Zadeh-Bacon" userId="87017a61-33d9-4952-aa6c-e009fac81f23" providerId="ADAL" clId="{AF2A2EA2-056C-4F7F-B0B9-CD6ECAB22E71}" dt="2023-10-24T03:52:39.116" v="61" actId="1076"/>
          <ac:spMkLst>
            <pc:docMk/>
            <pc:sldMk cId="3176462994" sldId="471"/>
            <ac:spMk id="23" creationId="{20324A09-E8F5-495C-A4B3-7334CB3ADF97}"/>
          </ac:spMkLst>
        </pc:spChg>
        <pc:graphicFrameChg chg="mod">
          <ac:chgData name="Mozhgan Moazzen Zadeh-Bacon" userId="87017a61-33d9-4952-aa6c-e009fac81f23" providerId="ADAL" clId="{AF2A2EA2-056C-4F7F-B0B9-CD6ECAB22E71}" dt="2023-10-24T03:52:39.116" v="61" actId="1076"/>
          <ac:graphicFrameMkLst>
            <pc:docMk/>
            <pc:sldMk cId="3176462994" sldId="471"/>
            <ac:graphicFrameMk id="15" creationId="{CD5D44EB-BF46-4087-A0A7-08F5F1D9FF8F}"/>
          </ac:graphicFrameMkLst>
        </pc:graphicFrameChg>
        <pc:graphicFrameChg chg="mod">
          <ac:chgData name="Mozhgan Moazzen Zadeh-Bacon" userId="87017a61-33d9-4952-aa6c-e009fac81f23" providerId="ADAL" clId="{AF2A2EA2-056C-4F7F-B0B9-CD6ECAB22E71}" dt="2023-10-24T03:52:39.116" v="61" actId="1076"/>
          <ac:graphicFrameMkLst>
            <pc:docMk/>
            <pc:sldMk cId="3176462994" sldId="471"/>
            <ac:graphicFrameMk id="16" creationId="{1F11B993-73B5-400C-AE88-889546DC0FB4}"/>
          </ac:graphicFrameMkLst>
        </pc:graphicFrameChg>
        <pc:graphicFrameChg chg="mod">
          <ac:chgData name="Mozhgan Moazzen Zadeh-Bacon" userId="87017a61-33d9-4952-aa6c-e009fac81f23" providerId="ADAL" clId="{AF2A2EA2-056C-4F7F-B0B9-CD6ECAB22E71}" dt="2023-10-24T03:52:39.116" v="61" actId="1076"/>
          <ac:graphicFrameMkLst>
            <pc:docMk/>
            <pc:sldMk cId="3176462994" sldId="471"/>
            <ac:graphicFrameMk id="17" creationId="{802A81AC-8FC8-42E0-86F8-E0663CFF9E2B}"/>
          </ac:graphicFrameMkLst>
        </pc:graphicFrameChg>
        <pc:graphicFrameChg chg="mod">
          <ac:chgData name="Mozhgan Moazzen Zadeh-Bacon" userId="87017a61-33d9-4952-aa6c-e009fac81f23" providerId="ADAL" clId="{AF2A2EA2-056C-4F7F-B0B9-CD6ECAB22E71}" dt="2023-10-24T03:52:39.116" v="61" actId="1076"/>
          <ac:graphicFrameMkLst>
            <pc:docMk/>
            <pc:sldMk cId="3176462994" sldId="471"/>
            <ac:graphicFrameMk id="18" creationId="{792C5288-E5A8-4AB9-8EC5-E7678D0B193E}"/>
          </ac:graphicFrameMkLst>
        </pc:graphicFrameChg>
        <pc:graphicFrameChg chg="mod">
          <ac:chgData name="Mozhgan Moazzen Zadeh-Bacon" userId="87017a61-33d9-4952-aa6c-e009fac81f23" providerId="ADAL" clId="{AF2A2EA2-056C-4F7F-B0B9-CD6ECAB22E71}" dt="2023-10-24T03:52:39.116" v="61" actId="1076"/>
          <ac:graphicFrameMkLst>
            <pc:docMk/>
            <pc:sldMk cId="3176462994" sldId="471"/>
            <ac:graphicFrameMk id="21" creationId="{237E2FCC-2561-4136-9D71-81A427532B1F}"/>
          </ac:graphicFrameMkLst>
        </pc:graphicFrameChg>
        <pc:graphicFrameChg chg="mod">
          <ac:chgData name="Mozhgan Moazzen Zadeh-Bacon" userId="87017a61-33d9-4952-aa6c-e009fac81f23" providerId="ADAL" clId="{AF2A2EA2-056C-4F7F-B0B9-CD6ECAB22E71}" dt="2023-10-24T03:52:39.116" v="61" actId="1076"/>
          <ac:graphicFrameMkLst>
            <pc:docMk/>
            <pc:sldMk cId="3176462994" sldId="471"/>
            <ac:graphicFrameMk id="22" creationId="{1FE90D45-5C90-4A3E-98F0-AF42512E7382}"/>
          </ac:graphicFrameMkLst>
        </pc:graphicFrameChg>
        <pc:picChg chg="add mod">
          <ac:chgData name="Mozhgan Moazzen Zadeh-Bacon" userId="87017a61-33d9-4952-aa6c-e009fac81f23" providerId="ADAL" clId="{AF2A2EA2-056C-4F7F-B0B9-CD6ECAB22E71}" dt="2023-10-24T03:47:28.899" v="58" actId="1076"/>
          <ac:picMkLst>
            <pc:docMk/>
            <pc:sldMk cId="3176462994" sldId="471"/>
            <ac:picMk id="3" creationId="{F419EF2F-9128-EB63-0B83-1B816AD388AA}"/>
          </ac:picMkLst>
        </pc:picChg>
        <pc:picChg chg="add mod">
          <ac:chgData name="Mozhgan Moazzen Zadeh-Bacon" userId="87017a61-33d9-4952-aa6c-e009fac81f23" providerId="ADAL" clId="{AF2A2EA2-056C-4F7F-B0B9-CD6ECAB22E71}" dt="2023-10-24T03:52:45.050" v="63" actId="1076"/>
          <ac:picMkLst>
            <pc:docMk/>
            <pc:sldMk cId="3176462994" sldId="471"/>
            <ac:picMk id="5" creationId="{18B8D674-52DB-8BF8-0C43-D19BCE98C573}"/>
          </ac:picMkLst>
        </pc:picChg>
        <pc:picChg chg="add del mod">
          <ac:chgData name="Mozhgan Moazzen Zadeh-Bacon" userId="87017a61-33d9-4952-aa6c-e009fac81f23" providerId="ADAL" clId="{AF2A2EA2-056C-4F7F-B0B9-CD6ECAB22E71}" dt="2023-10-24T03:54:02.142" v="66" actId="478"/>
          <ac:picMkLst>
            <pc:docMk/>
            <pc:sldMk cId="3176462994" sldId="471"/>
            <ac:picMk id="7" creationId="{31508BB5-52A4-6836-895F-75C016089FD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4:47:49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1 4985,'-16'4'3381,"10"-2"-2860,0 0 1,0 1-1,0 0 1,0 0-1,1 0 1,-7 6-1,-32 29 962,10-8-407,-106 79 563,140-109-1638,-27 20 75,25-19-77,1 0 0,0-1 0,-1 1 0,0 0 1,1 0-1,-1-1 0,1 1 0,-1-1 0,0 0 0,1 1 1,-1-1-1,0 0 0,1 0 0,-1 0 0,0 0 1,-2-1-1,3-1-653,6-7-4032,17-16 369,-5 7 1786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4:47:5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3093 282 1304,'9'-7'1298,"0"-1"-1,1 2 0,0-1 1,13-8 6595,-32 13-6653,-1 2-1029,0 1 0,0 0 0,0 1 0,1 0 0,-1 1 0,0 0-1,-13 6 1,-42 22 84,2 3-1,-74 52 0,130-82-292,3 0-20,-2 0 1,1-1 0,0 0-1,-1 0 1,1 0 0,-1 0-1,-7 1 1,13-4 10,0 0-1,0 0 1,-1 0 0,1 0 0,0 0 0,0 0-1,0 0 1,0 0 0,0 0 0,-1 0 0,1 0-1,0 0 1,0 0 0,0 0 0,0 0 0,0 0-1,0 0 1,-1 0 0,1 0 0,0 0 0,0 0-1,0 0 1,0-1 0,0 1 0,0 0 0,0 0-1,-1 0 1,1 0 0,0 0 0,0 0 0,0 0-1,0 0 1,0-1 0,0 1 0,0 0 0,0 0-1,0 0 1,0 0 0,0 0 0,0 0 0,0-1-1,0 1 1,0 0 0,0 0 0,0 0 0,0 0-1,0-1 1,2-9-218,8-8-90,-9 17 302,23-38-296,3 1-1,1 1 1,49-50-1,-74 85 317,0-1-1,0 1 0,0 0 1,1 0-1,-1 0 0,1 1 0,4-2 1,-7 2-3,1 1 0,-1 0 0,1-1 0,-1 1 0,0 0 0,1 0 0,-1 0-1,1 0 1,2 0 0,-4 0-3,0 0 0,1 0 0,-1 1 0,1-1 0,-1 0 0,1 0 0,-1 0 0,0 1 0,1-1 0,-1 0 0,0 0 0,1 1 0,-1-1 0,0 0 0,1 1 0,-1-1 0,0 0 0,0 1 0,1-1 0,-1 0-1,0 1 1,0-1 0,0 1 0,0-1 0,1 0 0,-1 1 0,0-1 0,0 1 0,0 0 0,-1 1 12,1 1 0,-1-1 0,0 1 0,0-1 0,0 0 1,-1 1-1,1-1 0,0 0 0,-1 0 0,0 0 0,1 0 0,-1 0 0,-3 2 0,3-2 11,-11 10 186,-2-1 0,1 0 0,-1-1 1,-33 16-1,12-6 54,-33 17 17,-94 38 1,159-73-357,1-1 0,0 0 1,-1 0-1,1 0 1,-1 0-1,1 0 1,-5-1-1,7 0 47,1 0 1,0 0-1,-1 0 0,1 0 0,-1 0 0,1 0 0,0 0 0,-1 0 0,1 0 1,0-1-1,-1 1 0,1 0 0,0 0 0,-1 0 0,1-1 0,0 1 0,-1 0 1,1-1-1,0 1 0,-1 0 0,1-1 0,0 1 0,0 0 0,0-1 0,-1 1 1,1-1-1,0 0-21,0 0 0,0-1 0,-1 1 0,1 0 1,0-1-1,1 1 0,-1 0 0,0-1 1,0 1-1,1 0 0,-1-1 0,1 0 0,10-26-292,0 2-1,22-36 1,-5 9 395,-22 41 246,14-19 0,-17 27-73,-5 6-31,-7 9 122,-19 11 60,-1 0-1,0-2 0,-63 31 1,-105 33 83,183-78-443,-4 1-11,-31 12-9,45-18-18,0 0 0,0 0 1,0 0-1,0 0 0,0-1 0,1 0 1,-1 0-1,0 0 0,-8-1 1,11 0 7,1 1 0,-1 0 0,0 0 0,1-1 0,-1 1 0,0 0 0,1-1 0,-1 1 0,1-1 1,-1 1-1,1 0 0,-1-1 0,1 1 0,-1-1 0,1 0 0,-1 1 0,1-1 0,-1 1 0,1-1 0,0 0 1,0 1-1,-1-1 0,1 0 0,0 1 0,0-1 0,0 0 0,0 1 0,-1-1 0,1 0 0,0 0 0,0 1 1,0-1-1,1 0 0,-1 1 0,0-1 0,0 0 0,1-1 0,0-3-60,1 1 0,0-1 0,0 0-1,3-5 1,79-124-955,-36 61 840,-1 0 426,-43 66 202,-9 11-280,-13 14-75,4-3-24,-2-1-1,-30 21 0,-43 22 173,86-55-228,-393 203 674,340-178-635,41-20-33,-39 19-1,-58 19 0,111-45-13,-5 2-39,1 0-1,-1 0 0,0-1 1,-7 1-1,12-2 30,1 0 0,-1 0 1,1 0-1,-1 0 0,1 0 0,-1-1 0,0 1 1,1 0-1,-1 0 0,1 0 0,-1 0 0,1-1 0,-1 1 1,1 0-1,-1 0 0,1-1 0,-1 1 0,1 0 0,-1-1 1,1 0-7,-1 0 0,1 0 0,0 1 0,0-1 0,0 0 0,-1 1 0,1-1 0,0 0 0,0 0 0,0 1 0,0-1 0,0 0 0,0 1 0,0-1 0,1 0 1,-1 0-1,0 1 0,0-1 0,1 0 0,7-19-180,1 1 1,0 0 0,2 1 0,23-32-1,-5 8 94,-5 6 53,40-66 130,-63 100-66,7-14 232,1 0 1,12-15-1,-34 45 208,0 0 0,-30 21 0,-44 28-294,-193 105 181,276-166-337,-4 3 2,-1 0 1,1-1 0,-1 0 0,-18 4 0,27-7-11,-1-1 0,1 0 0,-1 0-1,0 1 1,0-1 0,1 0 0,-1 0 0,0 0 0,1 0-1,-1 0 1,0 0 0,0 0 0,1 0 0,-1 0 0,0 0 0,1-1-1,-1 1 1,0 0 0,1 0 0,-1-1 0,0 1 0,1 0-1,-1-1 1,1 1 0,-1 0 0,0-1 0,1 1 0,-1-1-1,1 1 1,-1-1 0,1 0 0,-1 0 0,1-1-22,0 0 1,-1 1-1,1-1 0,0 0 1,0 0-1,1 0 1,-1 0-1,0 1 0,1-1 1,-1 0-1,1 0 1,-1 1-1,2-4 0,6-11-159,0 0 0,0 1 1,15-18-1,38-44-238,-26 33 271,26-32 169,71-70 0,-129 143 14,-1 1-2,-1 0 0,1 1 1,-1-1-1,1 1 1,0-1-1,0 1 0,-1 0 1,1 0-1,0 0 1,0 0-1,0 0 0,4-1 1,-6 2-24,0 0 0,0 0 1,0 0-1,1 0 0,-1 0 0,0 0 1,0 0-1,0 0 0,0 0 0,1 0 1,-1 0-1,0 0 0,0 0 0,0 0 1,0 0-1,0 0 0,1 0 1,-1 0-1,0 1 0,0-1 0,0 0 1,0 0-1,0 0 0,1 0 0,-1 0 1,0 0-1,0 0 0,0 1 0,0-1 1,0 0-1,0 0 0,0 0 0,0 0 1,0 0-1,0 1 0,0-1 1,1 0-1,-1 0 0,0 0 0,0 0 1,0 1-1,0-1 0,0 0 0,0 0 1,0 0-1,0 0 0,-1 1 0,1-1 1,0 0-1,0 0 0,0 0 0,0 0 1,0 0-1,0 1 0,0-1 1,0 0-1,0 0 0,0 0 0,-7 12 144,6-11-125,-23 31 173,-2-2 0,-1 0 0,-34 29 0,-8 1 15,-3-2 1,-148 90-1,208-141-209,6-3-22,0-1 0,1 0 0,-1 0 0,-1 0 0,-7 2 1,14-5 12,0 0 1,-1 1-1,1-1 1,0 0 0,0 0-1,-1 0 1,1 0-1,0 0 1,0 0 0,-1 0-1,1 1 1,0-1-1,-1 0 1,1 0 0,0 0-1,0 0 1,-1 0 0,1 0-1,0 0 1,-1 0-1,1 0 1,0-1 0,0 1-1,-1 0 1,1 0-1,0 0 1,0 0 0,-1 0-1,1 0 1,0-1 0,0 1-1,-1 0 1,1 0-1,0 0 1,0 0 0,0-1-1,-1 1 1,1 0-1,0 0 1,0-1 0,0 1-1,0 0 1,0 0 0,0-1-1,-1 1 1,1 0-1,0 0 1,0-1 0,6-15-245,-6 15 234,9-15-134,0 1 0,1-1 0,1 2 0,13-15-1,10-14-54,71-111-48,-20 28 291,-77 115-24,-4 4 30,1 1 0,-1 0 0,1 0 0,0 0 0,0 1 0,8-7 0,-13 13-16,0 0 0,0 0 0,0 0 1,0 0-1,0 0 0,0 0 0,0 0 1,0 0-1,-1 0 0,1 0 1,0 0-1,-1 0 0,1 0 0,-1 1 1,-14 24 240,-1 0 0,-33 39 0,-48 41 93,54-64-249,-3-2 1,-54 38-1,-108 55 11,198-126-145,8-6 0,0 1 0,0-1 0,0 1 0,0-1 0,0 0 0,-1 1 1,1-1-1,-1 0 0,1-1 0,0 1 0,-1 0 0,1-1 0,-1 1 0,0-1 0,-4 0 0,7 0 12,0 0 0,-1 0 0,1 0 0,0-1-1,0 1 1,-1 0 0,1 0 0,0 0 0,0 0 0,-1-1-1,1 1 1,0 0 0,0 0 0,0-1 0,0 1 0,-1 0-1,1 0 1,0-1 0,0 1 0,0 0 0,0 0 0,0-1-1,0 1 1,0 0 0,0-1 0,0 1 0,-1 0 0,1-1-1,0 1 1,1 0 0,-1 0 0,0-1 0,0 1 0,0 0-1,0-1 1,0 1 0,0 0 0,0 0 0,1-1-1,3-11-125,1 0-1,1 1 0,0 0 1,0 0-1,1 0 0,14-15 1,-2 0 4,52-69-185,-29 41 277,46-78 1,-71 99 249,-14 30-46,-3 7-19,-7 11 75,-2 0-134,-2 0 0,0-1 0,0 0 0,-2 0 0,0-2 0,-16 14 0,-94 63 150,97-71-206,-25 16 33,-106 53-1,153-85-71,-22 7-67,26-9 66,0 0 0,-1 0 0,1 0 1,-1 0-1,1 1 0,0-1 1,-1 0-1,1-1 0,-1 1 1,1 0-1,0 0 0,-1 0 0,1 0 1,-1 0-1,1 0 0,0 0 1,-1-1-1,1 1 0,0 0 0,-1 0 1,1 0-1,0-1 0,-1 1 1,1 0-1,0 0 0,-1-1 0,1 1 1,0 0-1,0-1 0,-1 1 1,1 0-1,0-1 0,0 1 0,0-1 1,0 1-1,-1 0 0,1-1 1,0 1-1,0-1 0,0 1 0,0 0 1,0-1-1,0 1 0,0-1 1,0 1-1,0 0 0,0-1 0,0 1 1,1-1-1,0-6-89,0-1 0,1 1 1,0 0-1,1 0 0,-1 0 0,6-10 0,27-41-206,-19 33 236,11-21-7,-3 3 118,32-39 1,-47 70 237,-20 24-39,-3 5-147,-20 18 71,-2-2 0,-2-1 0,-56 37 0,91-67-161,-8 6 20,-22 11 0,30-18-26,1 1 0,-1-1 0,1 0 0,-1 0 0,0-1 0,1 1 0,-1 0 0,0-1 0,0 0 0,1 0 0,-1 0 0,0 0 0,0 0 0,1 0 0,-6-2 0,7 2-6,0-1 0,0 1 0,0-1 0,0 0 0,0 0 0,0 0 0,0 1 0,0-1 0,0 0 0,1 0 0,-1 0 0,0-1-1,0 1 1,1 0 0,-1 0 0,1 0 0,-1 0 0,1 0 0,0-1 0,-1 1 0,1 0 0,0-1 0,0 1 0,0 0 0,0 0 0,0-1 0,0 1 0,0 0 0,0-2 0,2-5-28,-1 1 1,1-1 0,4-11 0,39-96 20,-43 110 23,0 2 5,-1-1 1,1 1-1,0 0 1,-1 0-1,5-4 0,-6 7-12,1-3 24,-6 6 10,-72 61 66,37-30-24,-1-1 0,-56 34 1,79-57-95,8-3-84,0-1 0,0-1 0,-1 0 0,-15 5-1,25-10 71,1 0-1,0 0 0,-1 0 1,1 0-1,0 0 0,-1 0 1,1 1-1,0-1 0,-1 0 1,1 0-1,0 0 0,-1 0 1,1-1-1,0 1 0,-1 0 1,1 0-1,0 0 0,-1 0 1,1 0-1,0 0 0,-1 0 1,1-1-1,0 1 0,-1 0 1,0-11-493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4:47:56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6360 162 10626,'27'-18'6557,"-23"15"-6314,1-1 0,0 0 0,-1-1 0,0 1 0,6-9 0,-10 13-217,0 0-1,0-1 0,0 1 1,0 0-1,0-1 0,0 1 1,0 0-1,0-1 0,0 1 0,0-1 1,0 1-1,0 0 0,0-1 1,-1 1-1,1 0 0,0-1 1,0 1-1,0 0 0,0-1 1,-1 1-1,1 0 0,0 0 0,0-1 1,0 1-1,-1 0 0,1 0 1,0-1-1,-1 1 0,1 0 1,0 0-1,0 0 0,-1-1 1,1 1-1,0 0 0,-1 0 1,1 0-1,-1 0 0,1 0 0,0 0 1,-1 0-1,1 0 0,0 0 1,-1 0-1,1 0 0,0 0 1,-1 0-1,0 0 0,-13 2 98,1 0 1,-1 1-1,0 1 0,1 0 0,-20 9 1,6-3-50,-29 12 41,-72 24 30,57-25-137,-1-4 1,-1-2 0,-124 7-1,161-20 1,-51-4-1,69 0 8,0 0 0,0-2 0,1 0 1,-26-9-1,42 13-16,-1 0 0,1-1 0,0 1 0,-1-1 0,1 0 0,-1 1-1,1-1 1,0 0 0,0 0 0,-1 0 0,1 0 0,0 0 0,0 0 0,0 0 0,0 0 0,0 0 0,-1-2 0,2 2-2,0 0 0,0 1 1,0-1-1,0 1 0,1-1 1,-1 0-1,0 1 0,0-1 0,1 1 1,-1-1-1,0 1 0,1-1 0,-1 1 1,1-1-1,-1 1 0,1-1 0,-1 1 1,1-1-1,-1 1 0,1 0 0,-1-1 1,1 1-1,-1 0 0,1 0 0,-1-1 1,1 1-1,0 0 0,9-4-14,-1 1 0,1 1-1,16-3 1,25-1-7,82 1 0,53 13 51,-72-2 7,-44-4 13,160 14 35,-203-12-19,1 1 0,-1 1 0,0 2-1,-1 1 1,0 1 0,31 16 0,-55-25-41,1 0 1,-1 1-1,0-1 1,1 1-1,-1 0 1,0 0-1,0 0 0,0 0 1,2 2-1,-4-3-15,0-1 0,0 0 0,1 1 0,-1-1 0,0 1 0,0-1 0,0 1 0,0-1 1,0 1-1,0-1 0,1 1 0,-1-1 0,0 1 0,0-1 0,-1 1 0,1-1 0,0 1 0,0-1 0,0 1 0,0 0 0,-1 0 2,0 0 0,1 0 0,-1 0 0,0 0 0,0-1 0,1 1-1,-1 0 1,0 0 0,0-1 0,0 1 0,0 0 0,-2 0 0,-7 3 40,1 0 0,-2 0 0,1-1 0,0 0 0,-1-1 0,-17 2 0,-69-2 83,68-2-107,-24-1-4,1-2-1,-71-14 0,89 10-5,0-1-1,1-2 1,0-2 0,-49-24 0,73 32-15,0-1-1,1-1 0,-10-7 1,16 11-10,-1 0 0,1 0 0,0 0 1,0 0-1,0-1 0,1 1 0,-1-1 0,0 1 1,1-1-1,0 0 0,-1 0 0,1 1 1,-1-7-1,2 8 1,0 0 1,0-1 0,-1 1-1,1 0 1,1 0 0,-1 0-1,0 0 1,0 0 0,0 0-1,1 0 1,-1 0-1,0-1 1,1 1 0,-1 0-1,1 0 1,-1 0 0,1 1-1,0-1 1,-1 0-1,1 0 1,0 0 0,0 0-1,-1 1 1,1-1 0,0 0-1,0 1 1,0-1 0,0 0-1,0 1 1,1-1-1,4-1-17,0 0 0,0 0 0,0 0-1,10-1 1,27-2-21,-1 1-1,72 4 1,87 17 69,-174-14-18,71 7 97,176-4-1,-240-11 95,-34 5-193,0 0-1,0 0 1,1 0-1,-1 0 1,0 0 0,0 0-1,0 0 1,0 0-1,0 0 1,0 0-1,0 0 1,1 0 0,-1 0-1,0 0 1,0 0-1,0 0 1,0 0-1,0 0 1,0 0-1,0-1 1,0 1 0,1 0-1,-1 0 1,0 0-1,0 0 1,0 0-1,0 0 1,0 0 0,0 0-1,0 0 1,0-1-1,0 1 1,0 0-1,0 0 1,0 0-1,0 0 1,0 0 0,0 0-1,0 0 1,0-1-1,0 1 1,0 0-1,0 0 1,0 0 0,0 0-1,0 0 1,0 0-1,0 0 1,0-1-1,0 1 1,0 0-1,0 0 1,0 0 0,0 0-1,0 0 1,0 0-1,0 0 1,0 0-1,0-1 1,-1 1 0,-18-6 76,-18-3-12,-1 3-1,-1 0 1,1 3-1,-1 1 1,1 2-1,-70 9 1,-344 26-29,82-9 66,3 21 11,236-29-94,-307 13 464,367-28-468,-219-10 82,0-22 14,266 26-116,-163-13 11,98 11-13,-163-31 0,247 35-1,0 0-5,0 0 0,0 0 0,1-1 0,-1 0 0,-5-2-1,10 3 10,0 1 0,-1 0 0,1 0 0,0 0 0,0 0 0,-1 0 0,1 0 0,0-1 0,0 1 0,-1 0 0,1 0 0,0 0 0,0-1 0,0 1 0,0 0 0,-1 0 0,1-1 0,0 1 0,0 0 0,0 0 0,0-1 0,0 1 0,0 0 0,0 0 0,0-1 0,0 1 0,0 0 0,0-1 0,0 1 0,0 0 0,0 0 0,0-1 0,0 1 0,8-8-38,21-2-1,24-1-3,78-7-1,-59 9 9,479-57-60,3 25 197,-502 39-1,81 7 0,-168-6 19,-59 4-1,17 1-117,-255 0-31,-241 7 110,124-5 23,435-6-101,-6 0-4,1-2 1,-1 0-1,-31-7 1,32 0-86,19 9 81,0 0 0,-1 0 1,1-1-1,0 1 0,0 0 0,-1 0 0,1-1 0,0 1 0,0 0 0,-1 0 0,1-1 1,0 1-1,0 0 0,0-1 0,0 1 0,0 0 0,0 0 0,-1-1 0,1 1 0,0 0 1,0-1-1,0 1 0,0-1 0,1 0-5,-1 1-1,0-1 1,1 1-1,-1-1 1,0 1 0,1-1-1,-1 1 1,1-1 0,-1 1-1,1 0 1,-1-1-1,1 1 1,-1 0 0,1-1-1,-1 1 1,1 0 0,-1-1-1,2 1 1,12-5-80,0 1-1,0 1 1,0 0 0,23-2 0,220-10-203,8 14 165,659 36 209,-718-19-18,-88-7 75,-91-7 95,-33-2-153,-42-2 26,-234 16-40,-310 57 0,147-11 35,387-57-88,-2-2-1,2-4 0,-66-9 0,-170-48 259,230 48-238,-75-5 0,54 8-13,-94-17 126,117 16-110,15 4-9,-82 1-1,-46 12-16,-36 1 24,195-8-24,-90-2 37,-132 14-1,11 4-29,216-16-16,-12 1-24,0 2-1,1 0 0,-32 10 1,49-11-111,8 0 59,12 0 4,229 2-35,227 26 146,-291-17-15,420-10 25,-534-8-33,-12 1 4,65 4 0,-107 1-13,0 0 1,0 1-1,22 7 0,-29-7-6,1 0 1,-1 1-1,1-1 1,-1 1 0,0 0-1,0 0 1,0 1-1,-1-1 1,8 8-1,-11-10-3,0 0 0,0 0 0,0 0 0,0 0 0,-1 0 0,1 0-1,0 0 1,-1 0 0,1 1 0,0-1 0,-1 0 0,0 0 0,1 1 0,-1-1-1,0 0 1,1 1 0,-1-1 0,0 0 0,0 0 0,0 1 0,0-1 0,0 0 0,-1 1-1,1-1 1,0 0 0,-1 1 0,1-1 0,0 0 0,-1 0 0,0 1 0,1-1 0,-1 0-1,0 0 1,1 0 0,-1 0 0,0 0 0,0 0 0,0 0 0,-2 1 0,-3 3 0,1-1 0,-1-1 0,0 1 0,-1-1 1,1 0-1,-12 3 0,-37 11 15,-2-3 1,0-2-1,-100 7 1,-180-11 91,290-8-81,-385-27 220,312 16-203,-174 8 0,190 13-30,-30 2 10,57-10-16,-193-5 94,225-1-65,-149-19 51,66 9-38,23 5 10,9-2-37,-184 2 0,222 14-132,54-6 1,4 0 24,6-2-7,14-5 63,0 1-1,1 0 1,30-4 0,72-6-2,-84 12 18,123-13 5,324 5 0,-420 15 22,58 6 44,-115-6-61,-15 1-24,-17 2-20,20-4 50,-91 17-9,-53 10 43,38-11-3,-193 25 89,-98-36-23,288 2-105,110-8 6,66 8-622,-57-9 633,-1 2 0,0-1 0,0 1 0,0 0-1,-1 0 1,9 3 0,-13-4 30,8 18-27,-9-17-11,13 26 24,-8-17-43,0 1 0,0 0-1,3 18 1,-7-22-305,-1 0 0,0 1-1,0-1 1,-1 1 0,-3 12-1,1-6-891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4:48:01.1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4986 259 7226,'22'-39'7403,"-18"32"-6829,-1-1-1,6-16 1,-9 23-573,0 1-1,0-1 1,1 1 0,-1-1-1,0 0 1,0 1 0,0-1-1,0 0 1,0 1 0,0-1-1,0 0 1,0 1 0,-1-1-1,1 1 1,0-1-1,0 0 1,0 1 0,-1-1-1,1 1 1,0-1 0,-1 1-1,1-1 1,0 0 0,-1 1-1,1 0 1,-1-1 0,1 1-1,-1-1 1,1 1-1,-1-1 1,1 1 0,-1 0-1,1-1 1,-1 1 0,0 0-1,1 0 1,-1 0 0,1-1-1,-1 1 1,0 0 0,1 0-1,-1 0 1,0 0 0,0 0-1,-5 0 61,0-1 0,1 2-1,-1-1 1,-6 2 0,5-1 56,-29 4 415,-48 15 1,48-11-330,-41 6 0,-155 2 581,167-13-606,25 0-20,-52 12-1,29-4 114,52-10-243,0-1-1,0-1 1,0 0 0,0 0 0,0-1 0,-12-2-1,16 1-14,-1 0-1,1 0 1,0 0-1,-1-1 0,2 0 1,-1 0-1,0-1 1,0 0-1,-9-8 1,16 12-14,0 0 1,-1 0-1,1 0 1,0-1-1,-1 1 0,1 0 1,0-1-1,-1 1 1,1 0-1,0-1 1,0 1-1,-1 0 1,1-1-1,0 1 1,0-1-1,0 1 1,0 0-1,-1-1 1,1 1-1,0-1 1,0 1-1,0-1 0,0 1 1,0 0-1,0-1 1,0 1-1,0-1 1,0 1-1,0-1 1,1 1-1,-1 0 1,0-1-1,0 1 1,0-1-1,1 1 1,0-2-5,0 1 1,0 0-1,0 0 1,1 0 0,-1 0-1,0 0 1,1 0 0,-1 0-1,4-1 1,6-2-38,23-7 1,-30 11 37,21-6 4,0 2 0,1 0-1,0 2 1,0 1-1,-1 1 1,33 4 0,188 30 59,-149-18-25,-82-14-18,0 0 0,0-1-1,0-1 1,0 0 0,1-1 0,24-5 0,-74 11 96,1-1 1,-43-1 0,-24 2-31,-384 44-24,453-45-44,0-2 0,-31-3 0,48 0-7,0 0 0,0-1 0,1-1 0,-1 0 0,1-1 0,-24-10 0,12-2 5,24 15-15,-1 0 0,1 0 0,0 0-1,-1-1 1,1 1 0,0 0 0,0-1-1,0 1 1,0-1 0,0 1 0,0-1-1,1 0 1,-2-2 0,2 3 0,1 1 0,-1-1 0,0 0 0,0 0 1,0 1-1,1-1 0,-1 0 0,0 0 0,1 1 0,-1-1 1,1 0-1,-1 1 0,1-1 0,-1 0 0,1 1 1,-1-1-1,1 1 0,0-1 0,-1 1 0,1-1 0,0 1 1,-1 0-1,1-1 0,1 1 0,20-9-40,-11 6 34,0 1-1,1 1 0,-1 0 1,0 1-1,21 1 0,59 13-9,-31-3 16,60 2 3,53 10 50,-148-20-21,-99 7 87,-98-8 3,12-2-102,-353 25 229,379-26-182,10-1-18,112 2-44,1 0-1,-13-2 0,15-1-28,8-2-35,2 4 54,0 0 0,0 1 0,0-1 0,1 0 0,-1 0 0,0 1 0,0-1 1,0 0-1,1 1 0,-1 0 0,0-1 0,1 1 0,1-1 0,60-12-62,108-8 0,66 14 79,-62 12-9,-92-1 2,-30-1 13,0 1 0,0 4 1,56 14-1,-98-19-10,39 12 32,-47-13-35,1-1 0,0 1 1,-1 0-1,1 0 0,-1 0 0,0 1 0,1-1 0,-1 1 0,0-1 0,3 5 0,-5-5-1,0-1-1,-1 1 0,1-1 0,0 1 1,-1 0-1,1-1 0,-1 1 0,0-1 0,1 1 1,-1 0-1,0-1 0,0 1 0,0 0 1,0-1-1,-1 1 0,1 0 0,0-1 0,-1 1 1,1 0-1,-1-1 0,1 1 0,-1-1 1,0 1-1,0-1 0,1 1 0,-1-1 0,0 0 1,-2 2-1,-4 5 4,0 0-1,0-1 1,-12 10 0,12-11 0,-7 5 0,-1 0 1,1-2-1,-2 0 0,0 0 1,0-2-1,0 0 0,-1 0 1,-26 5-1,-18 1 12,-67 6-1,118-18-14,-109 11 53,96-12-32,-1 0 0,0-1 0,-25-5 0,16-1 47,-63-20 0,80 21-61,1-1 0,0 0-1,0-1 1,1 0 0,-27-21-1,37 25-13,0 0 0,-1 0 0,2 0 0,-1-1 1,0 0-1,1 1 0,0-1 0,0-1 0,-3-8 0,5 13 1,1-1-1,-1 0 1,1 0 0,-1 0 0,1 1-1,0-1 1,0 0 0,0 0 0,0 0-1,0 0 1,0 0 0,1 1 0,-1-1-1,0 0 1,1 0 0,0 0 0,-1 1-1,1-1 1,0 0 0,0 1 0,0-1 0,0 1-1,0-1 1,0 1 0,1-1 0,-1 1-1,0 0 1,1 0 0,-1-1 0,1 1-1,-1 0 1,1 0 0,0 0 0,-1 1-1,3-2 1,13-5-8,0 1 0,1 0 0,-1 1 1,1 1-1,21-2 0,95-3 8,212 28-117,-259-11 109,-40-6 43,-1-2-1,63-9 1,-95 7-24,-3 1 66,-15 0-32,-23-1-3,18 2-20,-223 6-15,113 0-17,-1-4 155,-132-15 0,66-2 12,135 14-131,-84 8 1,32 3-3,-168-3 0,91-5 10,-19 0-15,163-6-17,0-2 0,-55-16 0,76 18-8,13 3 3,0 1 1,1-1-1,-1 0 0,1 0 0,-1 0 1,1 0-1,-1 0 0,1 0 1,-1 0-1,1-1 0,0 1 1,0 0-1,0-1 0,0 1 0,0-1 1,0 1-1,0-1 0,0 0 1,0 1-1,1-1 0,-1 0 0,1 0 1,-1 1-1,1-1 0,0 0 1,0 0-1,0 0 0,0 1 1,0-1-1,0 0 0,0 0 0,0 0 1,1 1-1,-1-1 0,1 0 1,-1 1-1,1-1 0,0 0 0,0 1 1,0-1-1,0 0 0,0 1 1,0 0-1,1-2 0,6-5-8,1 0 0,0 1 0,0 1 0,1-1 0,13-6 0,-19 11 15,45-23 3,0 2-1,2 2 1,95-26 0,-94 34 11,1 2 0,106-7 0,-131 17-4,1 1-1,-1 1 0,0 2 0,0 1 0,0 1 1,0 1-1,37 14 0,-58-17-2,1 1 1,-1-1-1,12 9 0,-18-12-6,0 1 0,0 0-1,1-1 1,-1 1 0,0 0-1,0 0 1,0 0 0,0 0-1,-1 0 1,1 0 0,0 0-1,0 0 1,-1 1 0,1-1 0,0 0-1,-1 0 1,1 1 0,-1-1-1,0 0 1,1 1 0,-1-1-1,0 0 1,0 1 0,0-1-1,0 0 1,0 1 0,0-1 0,0 1-1,-1 1 1,0 0-1,-1 0 1,0 0-1,0 0 0,0 0 1,0 0-1,0-1 0,-1 1 0,1-1 1,-4 3-1,-28 19-1,19-14 2,-14 9-3,0-2 0,-1-2 0,-1 0 0,-38 12 0,-133 31-12,199-57 15,-323 66 48,275-59-10,-77 1-1,102-9-22,0-1-1,1-1 0,-1-1 1,-48-13-1,65 13-17,-1 0 1,1-1 0,1 0-1,-1 0 1,-9-7-1,16 10-3,0 0-1,1 0 0,-1 0 1,1 0-1,-1-1 0,1 1 1,0 0-1,-1-1 0,1 1 1,0-1-1,0 1 0,0-1 1,0 0-1,0 1 0,0-1 1,1 0-1,-1 0 0,1 0 1,-1 0-1,1 1 0,0-1 1,-1 0-1,1 0 0,0 0 1,0 0-1,0 0 0,1 0 1,-1 0-1,0 1 0,1-1 1,-1 0-1,2-2 0,1-2-3,0 1-1,0 0 1,0 1-1,1-1 1,-1 1-1,1-1 1,0 1-1,1 0 1,-1 1-1,9-6 1,5-3 0,31-13 0,-47 24 9,40-17 4,77-23-1,49-1 16,-108 29 9,1 1-1,79-3 1,-125 16-10,-15-1-16,0 1-1,0-1 0,0 0 1,0 0-1,0 0 1,0 0-1,1 0 0,-1 0 1,0 0-1,0 0 1,0 0-1,0 0 1,0 0-1,0 1 0,0-1 1,0 0-1,0 0 1,1 0-1,-1 0 0,0 0 1,0 0-1,0 0 1,0 1-1,0-1 0,0 0 1,0 0-1,0 0 1,0 0-1,0 0 1,0 1-1,0-1 0,0 0 1,0 0-1,0 0 1,0 0-1,0 0 0,0 0 1,0 1-1,0-1 1,0 0-1,-1 0 0,1 0 1,0 0-1,0 0 1,0 1-1,-2 0 3,0 1-1,0 0 1,0-1-1,0 1 0,0-1 1,-1 1-1,-4 1 1,-53 22 24,-90 25 1,21-18 4,-149 16 0,184-34-16,-489 52 230,576-66-243,-20 3 6,0-2-1,1-1 1,-30-3 0,54 3-13,1 0 0,-1 0 0,1-1 0,0 1 0,-1 0 0,1-1 0,-1 1 0,1-1 0,0 1 1,-1-1-1,1 0 0,0 1 0,0-1 0,0 0 0,-1 0 0,1 0 0,0 0 0,0 0 0,0 0 1,0 0-1,1 0 0,-1 0 0,0-1 0,0 1 0,1 0 0,-1-1 0,1 1 0,-1 0 0,1-1 0,-1 1 1,1-1-1,0 1 0,0 0 0,0-1 0,0 1 0,0-1 0,0 1 0,0-1 0,0 1 0,0 0 1,1-1-1,0-2 0,1-1-4,0-1-1,0 1 1,0 0 0,1 0 0,0 0 0,0 0 0,0 0 0,1 1-1,6-8 1,1 2 10,1 1 0,0-1-1,19-9 1,-24 15 1,1 0-1,-1 0 1,1 1 0,-1 1-1,1-1 1,0 1 0,0 0-1,9 0 1,-13 2 0,-1 0 0,0 0 0,1 1 1,-1-1-1,1 1 0,-1 0 0,0 0 0,1 0 0,4 3 0,-7-4-3,0 1 0,0-1 0,0 1 0,0-1 0,-1 1-1,1-1 1,0 1 0,0 0 0,-1-1 0,1 1-1,0 0 1,-1 0 0,1-1 0,-1 1 0,1 0-1,-1 0 1,1 0 0,-1 0 0,1 0 0,-1 0 0,0 0-1,0 0 1,1 0 0,-1 0 0,0 0 0,0 0-1,0 0 1,0 0 0,0 0 0,0 0 0,-1 0-1,1 0 1,0-1 0,0 1 0,-1 0 0,1 0-1,0 0 1,-1 0 0,0 1 0,-2 2-1,0 1 0,-1-1 0,1 0 0,-1 0 0,0 0 0,-1 0 0,1-1 0,0 0 0,-9 5 0,-3 0 6,-30 13 0,-15 1 12,-2-3 0,-91 16 1,-134-1 111,30-33-26,252-1-103,1-1 0,-1 0-1,1 0 1,-1 0 0,-5-3 0,9 4-4,1 0 0,0-1 0,0 1 0,-1-1 0,1 0 0,0 1-1,0-1 1,0 0 0,0 0 0,0 1 0,0-1 0,0 0 0,0 0 0,0 0 0,1 0 0,-1 0 0,0-1 0,0 1 0,1 0 0,-1 0 0,1 0 0,-1-1 0,1 1 0,0 0 0,-1-1-1,1 1 1,0 0 0,0-2 0,1-2-2,0 0 0,0 0 0,0 0 0,1 0-1,0 0 1,0 0 0,0 0 0,1 1 0,-1-1 0,1 1-1,0 0 1,0 0 0,6-6 0,1 0-8,1 0 0,0 0 0,20-11 0,-18 12 17,0 2 1,1 0-1,0 0 1,0 2-1,1 0 1,0 0-1,28-4 1,-42 9-5,-1 0 0,0 0 0,0 0 0,1-1 0,-1 1 0,0 0 0,0 0 0,1 0 1,-1 1-1,0-1 0,0 0 0,1 0 0,-1 0 0,0 0 0,0 0 0,0 0 0,1 0 1,-1 0-1,0 0 0,0 0 0,0 1 0,1-1 0,-1 0 0,0 0 0,0 0 0,0 0 0,0 1 1,1-1-1,-1 0 0,0 0 0,0 0 0,0 1 0,0-1 0,0 0 0,0 0 0,0 1 1,0-1-1,0 0 0,0 0 0,0 1 0,0-1 0,0 0 0,0 0 0,0 0 0,0 1 0,0-1 1,0 0-1,0 0 0,0 1 0,0-1 0,0 0 0,0 0 0,0 1 0,-8 13-32,-8 4 40,0-1 0,-1-1 0,-1 0-1,-1-1 1,0-1 0,-1-1 0,0-1 0,-1 0-1,-35 12 1,40-18 10,-28 7-1,36-12-9,0 1-1,1-1 0,-1 0 0,1-1 1,-16-1-1,21 1-10,1 0 0,-1-1 1,0 1-1,0-1 0,0 1 0,1-1 1,-1 0-1,0 0 0,1 0 0,-1 0 1,1 0-1,-1 0 0,1 0 0,0 0 1,-1-1-1,1 1 0,-1-2 0,1 2-3,1 0 0,-1 0 0,1 0 0,0 0 0,-1 0 0,1 0 0,0 0 0,0 0 0,0 0 0,0 0 0,0 0 0,0 0 0,0 0 0,0 0 0,0 0 0,0 0 0,0 0 0,1 0 0,-1 0 0,0 0 0,1 0 0,-1 1 0,1-1 0,-1 0 0,1 0 0,0 0 0,-1 0 0,1 1 0,0-1 0,1-1 0,2-2-16,1 0 1,0 1-1,0 0 1,0 0-1,0 0 1,1 0-1,-1 1 1,1 0 0,0 0-1,10-2 1,6 1-20,36-2 1,-53 5 39,-1 0-1,1 0 0,0 1 1,0 0-1,0 0 1,-1 0-1,1 1 1,-1 0-1,1-1 0,-1 2 1,1-1-1,-1 0 1,0 1-1,0 0 1,0 0-1,5 5 0,-7-6 1,-1 0 0,1 0 0,0-1 0,-1 1-1,0 1 1,1-1 0,-1 0 0,0 0 0,0 0-1,0 1 1,0-1 0,0 0 0,-1 1 0,1-1-1,-1 1 1,0-1 0,1 1 0,-1-1 0,0 1-1,-1-1 1,1 1 0,0-1 0,-1 1 0,1-1-1,-1 1 1,0-1 0,0 0 0,0 1 0,0-1-1,0 0 1,0 0 0,-1 0 0,-1 3-1,-6 5 6,0-1-1,0 0 0,-1 0 0,0-1 0,0-1 0,-1 1 1,0-2-1,0 1 0,0-2 0,-1 0 0,0 0 0,-23 5 0,-10 1 22,0-3 0,-55 3 0,94-10-19,-129 8 64,129-7-79,6-2-25,14-1-32,36-9 31,141-20 91,-114 22 14,-66-3-828,24-18 496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4:48:02.1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239 6 8322,'-25'-4'4572,"-9"3"-2285,19 1-2131,1 2 1,-1 0-1,1 0 1,0 1-1,0 1 1,0 0-1,-22 11 1,32-13-96,0 1 1,0-1-1,1 1 0,-1 0 1,1 0-1,0 0 0,0 1 1,0-1-1,-4 7 0,7-10-54,-1 1 0,0 0-1,1 0 1,-1 0-1,1-1 1,-1 1 0,1 0-1,0 0 1,-1 0-1,1 0 1,0 0 0,0 0-1,0 0 1,-1 0-1,1 0 1,0 0-1,0 0 1,1 0 0,-1 0-1,0 0 1,0 0-1,0 0 1,1 0 0,-1 0-1,0 0 1,1 0-1,-1-1 1,1 1-1,-1 0 1,1 0 0,-1 0-1,1 0 1,0-1-1,-1 1 1,1 0 0,0-1-1,-1 1 1,1 0-1,0-1 1,0 1-1,0-1 1,0 0 0,0 1-1,0-1 1,0 1-1,-1-1 1,1 0 0,0 0-1,2 0 1,9 3 55,0-1 0,0 0 1,1-1-1,-1 0 0,21-2 0,65-12 112,-61 7-134,-9 2-8,-3 0 64,0 0-1,1 2 0,50 2 0,-64 4 409,-20-3 562,-15-1-970,-64-2 287,80 2-420,-1-1 0,1 0 0,0-1 0,-1 0 0,1 0 0,0 0 0,0-1 0,0 0 0,-9-6 0,6-2-693,3 0 305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5:05:51.7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419 0 24575,'0'4'0,"0"0"0,-1 0 0,1 0 0,-1 0 0,0 0 0,-1-1 0,1 1 0,-1 0 0,1-1 0,-5 7 0,-2 2 0,-17 18 0,3-3 0,-67 96 0,-48 65 0,114-160 0,16-21 0,0 1 0,0 1 0,1-1 0,0 1 0,1 0 0,0 0 0,0 1 0,1-1 0,-4 15 0,6-15 0,1-4 0,0 0 0,0-1 0,0 1 0,-1-1 0,0 1 0,0-1 0,0 0 0,0 0 0,-4 5 0,6-9-1,0 1-1,0-1 0,0 0 1,0 0-1,0 0 0,0 1 0,-1-1 1,1 0-1,0 0 0,0 0 1,0 0-1,-1 1 0,1-1 1,0 0-1,0 0 0,0 0 1,-1 0-1,1 0 0,0 0 1,0 0-1,0 0 0,-1 0 0,1 0 1,0 0-1,0 0 0,-1 0 1,1 0-1,0 0 0,0 0 1,-1 0-1,1 0 0,0 0 1,0 0-1,0 0 0,-1 0 1,1 0-1,0 0 0,0 0 0,-1-1 1,-4-9 169,2-15-1634,2 8-5360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3T05:05:52.9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80 0 24575,'0'4'0,"1"14"0,-1-1 0,-1 1 0,-1-1 0,0 0 0,-9 31 0,6-32 0,-32 101 0,30-91 0,2 1 0,-4 39 0,8-60 0,1-1 0,0 1 0,0-1 0,2 10 0,-2-14 0,0 1 0,0-1 0,1 0 0,-1 0 0,1 0 0,-1 0 0,0 0 0,1 0 0,0 0 0,-1 0 0,1 0 0,0-1 0,-1 1 0,1 0 0,0 0 0,0 0 0,0-1 0,-1 1 0,1 0 0,0-1 0,0 1 0,0-1 0,0 1 0,0-1 0,0 0 0,0 1 0,1-1 0,-1 0 0,0 0 0,2 1 0,5-2 0,0 0 0,0-1 0,0 0 0,0 0 0,0-1 0,0 1 0,-1-2 0,1 1 0,7-6 0,6-2 0,16-5 0,1 1 0,1 1 0,70-14 0,-91 24-273,0 0 0,-1-1 0,1-1 0,28-15 0,-30 13-6553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4:00:29.9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23 103 8562,'-4'-27'3183,"3"18"-2876,0 0 1,0-1-1,-1 1 0,-1 0 1,0 0-1,-4-9 0,7 16 589,1 2-351,4 7-174,10 14-154,-3 4 15,-1 1 0,-1 0 0,8 32 0,-8-24-179,62 238 98,19 58-2,-75-284-107,15 44 68,34 158 1,0 151 233,-28-142 252,-12-68-361,14 145-20,-19-137-109,-18-178-96,18 247 102,-48 58-64,24-286-43,-22 274 22,11-98-21,-18 241 89,25-339-38,11 282 111,5-145-66,-5-103 36,6-1-1,41 215 1,-44-312-123,-5-35-3,1 0 0,8 33 0,-9-46-10,0 0 0,1 0 0,0 0-1,0 0 1,0 0 0,0-1 0,0 1 0,1-1 0,-1 1 0,1-1 0,0 0 0,0 0-1,0 0 1,1 0 0,-1-1 0,6 4 0,-1-2 0,-1 0 0,0 0-1,0 1 1,0 0 0,-1 0 0,0 1 0,0 0-1,0 0 1,-1 0 0,0 0 0,0 1 0,0 0-1,5 12 1,-6-11 0,5 11 1,0-1-1,15 21 0,-20-34-3,0 1-1,1-1 1,-1 0-1,1-1 1,0 1-1,1-1 1,-1 0-1,1 0 0,0-1 1,11 6-1,28 10 3,93 37 10,-100-43 35,65 15 0,-71-24-13,1-1-1,0-2 0,47-3 1,-21 0 4,25 1 44,116 15 1,-156-10-55,0-1 1,73-7-1,87-20 87,-118 11-70,139-2 0,-98 19-1,-56 0-1,139-10-1,-135-3-26,221-20 273,214 37-98,-166-2-23,-163-6-30,87 15 29,-119-5-59,96 10 80,-71-6-39,199 23 122,-263-25-252,234 16 135,-280-24-126,309 10 37,-121-7 23,899 14 183,-469-28-52,-129-2 59,-115-16-61,-374 20-184,103-5-3,89-8 71,-14-4-20,-100 10-49,-66-1-16,-3 0 1,-49 11-43,108-7-261,-132 9 266,1 0-1,-1 0 1,0 0-1,0 0 1,0 0 0,0 0-1,0 0 1,1 0-1,-1 0 1,0 0 0,0 0-1,0 0 1,0 0-1,0-1 1,1 1 0,-1 0-1,0 0 1,0 0-1,0 0 1,0 0-1,0 0 1,0 0 0,0 0-1,0-1 1,1 1-1,-1 0 1,0 0 0,0 0-1,0 0 1,0 0-1,0-1 1,0 1-1,0 0 1,0 0 0,0 0-1,0 0 1,0-1-1,0 1 1,0 0 0,0 0-1,0 0 1,0 0-1,0-1 1,-4-10-880,-11-13-533,-15-21 497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57066" indent="-291179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64717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30604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96491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62377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3028264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94151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960038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 eaLnBrk="1" hangingPunct="1"/>
            <a:fld id="{57B80507-0533-4E30-961A-E6BD81CEE16A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57066" indent="-291179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64717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30604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96491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62377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3028264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94151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960038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 eaLnBrk="1" hangingPunct="1"/>
            <a:fld id="{8461344C-3670-4E9D-BE4E-BB1409130ED0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1pPr>
            <a:lvl2pPr marL="799083" indent="-30734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2pPr>
            <a:lvl3pPr marL="1229359" indent="-245871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3pPr>
            <a:lvl4pPr marL="1721102" indent="-245871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4pPr>
            <a:lvl5pPr marL="2212846" indent="-245871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5pPr>
            <a:lvl6pPr marL="2704589" indent="-2458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6pPr>
            <a:lvl7pPr marL="3196333" indent="-2458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7pPr>
            <a:lvl8pPr marL="3688077" indent="-2458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8pPr>
            <a:lvl9pPr marL="4179820" indent="-24587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9pPr>
          </a:lstStyle>
          <a:p>
            <a:pPr eaLnBrk="1" hangingPunct="1"/>
            <a:fld id="{9C79F15C-48CD-49E7-9CE1-22D1486BF9E1}" type="slidenum">
              <a:rPr lang="en-US" altLang="zh-TW" smtClean="0"/>
              <a:pPr eaLnBrk="1" hangingPunct="1"/>
              <a:t>13</a:t>
            </a:fld>
            <a:endParaRPr lang="en-US" altLang="zh-TW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Times New Roman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57066" indent="-291179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64717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30604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96491" indent="-232943" defTabSz="983539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62377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3028264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94151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960038" indent="-232943" defTabSz="98353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 eaLnBrk="1" hangingPunct="1"/>
            <a:fld id="{DFA7C19D-B60B-466E-8E0B-70A1BF0721F9}" type="slidenum">
              <a:rPr lang="en-US" smtClean="0"/>
              <a:pPr eaLnBrk="1" hangingPunct="1"/>
              <a:t>34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AAB87C2-2E1F-4FBC-8E57-AE04414B961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42900" y="6324600"/>
            <a:ext cx="8458200" cy="349250"/>
          </a:xfrm>
        </p:spPr>
        <p:txBody>
          <a:bodyPr/>
          <a:lstStyle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03C5116-FE5E-4423-93B1-DE61EE614D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42900" y="6946900"/>
            <a:ext cx="8191500" cy="173038"/>
          </a:xfrm>
        </p:spPr>
        <p:txBody>
          <a:bodyPr/>
          <a:lstStyle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608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04/03/2015</a:t>
            </a:r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Hafiz Zaheer Hussain</a:t>
            </a:r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53AA1-DA93-4BE7-863A-D274DA4C5D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90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03663"/>
            <a:ext cx="4038600" cy="2152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04/03/2015</a:t>
            </a:r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Hafiz Zaheer Hussain</a:t>
            </a:r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1959F-94C4-473A-A7A4-0B945FDF0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16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>
                <a:latin typeface="Times New Roman" panose="02020603050405020304" pitchFamily="18" charset="0"/>
              </a:defRPr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®</a:t>
            </a:r>
            <a:endParaRPr lang="en-US" sz="1600" spc="40" baseline="60000" dirty="0">
              <a:latin typeface="Times New Roman" panose="02020603050405020304" pitchFamily="18" charset="0"/>
            </a:endParaRPr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6" r:id="rId7"/>
    <p:sldLayoutId id="2147483707" r:id="rId8"/>
    <p:sldLayoutId id="2147483708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e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5.emf"/><Relationship Id="rId4" Type="http://schemas.openxmlformats.org/officeDocument/2006/relationships/oleObject" Target="../embeddings/oleObject4.bin"/><Relationship Id="rId5" Type="http://schemas.openxmlformats.org/officeDocument/2006/relationships/image" Target="../media/image6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5.bin"/><Relationship Id="rId3" Type="http://schemas.openxmlformats.org/officeDocument/2006/relationships/image" Target="../media/image7.wmf"/><Relationship Id="rId4" Type="http://schemas.openxmlformats.org/officeDocument/2006/relationships/image" Target="../media/image8.jpe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10.wmf"/><Relationship Id="rId4" Type="http://schemas.openxmlformats.org/officeDocument/2006/relationships/oleObject" Target="../embeddings/oleObject7.bin"/><Relationship Id="rId5" Type="http://schemas.openxmlformats.org/officeDocument/2006/relationships/image" Target="../media/image11.wmf"/><Relationship Id="rId6" Type="http://schemas.openxmlformats.org/officeDocument/2006/relationships/image" Target="../media/image12.jpe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oleObject" Target="../embeddings/oleObject9.bin"/><Relationship Id="rId3" Type="http://schemas.openxmlformats.org/officeDocument/2006/relationships/image" Target="../media/image16.wmf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7.wmf"/><Relationship Id="rId6" Type="http://schemas.openxmlformats.org/officeDocument/2006/relationships/oleObject" Target="../embeddings/oleObject11.bin"/><Relationship Id="rId7" Type="http://schemas.openxmlformats.org/officeDocument/2006/relationships/image" Target="../media/image18.wmf"/><Relationship Id="rId8" Type="http://schemas.openxmlformats.org/officeDocument/2006/relationships/oleObject" Target="../embeddings/oleObject12.bin"/><Relationship Id="rId9" Type="http://schemas.openxmlformats.org/officeDocument/2006/relationships/image" Target="../media/image19.wmf"/><Relationship Id="rId10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customXml" Target="../ink/ink1.xml"/><Relationship Id="rId6" Type="http://schemas.openxmlformats.org/officeDocument/2006/relationships/image" Target="../media/image41.png"/><Relationship Id="rId7" Type="http://schemas.openxmlformats.org/officeDocument/2006/relationships/customXml" Target="../ink/ink2.xml"/><Relationship Id="rId8" Type="http://schemas.openxmlformats.org/officeDocument/2006/relationships/image" Target="../media/image42.png"/><Relationship Id="rId9" Type="http://schemas.openxmlformats.org/officeDocument/2006/relationships/customXml" Target="../ink/ink3.xml"/><Relationship Id="rId10" Type="http://schemas.openxmlformats.org/officeDocument/2006/relationships/image" Target="../media/image43.png"/><Relationship Id="rId11" Type="http://schemas.openxmlformats.org/officeDocument/2006/relationships/customXml" Target="../ink/ink4.xml"/><Relationship Id="rId12" Type="http://schemas.openxmlformats.org/officeDocument/2006/relationships/image" Target="../media/image44.png"/><Relationship Id="rId13" Type="http://schemas.openxmlformats.org/officeDocument/2006/relationships/customXml" Target="../ink/ink5.xml"/><Relationship Id="rId14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13.bin"/><Relationship Id="rId3" Type="http://schemas.openxmlformats.org/officeDocument/2006/relationships/image" Target="../media/image48.emf"/><Relationship Id="rId4" Type="http://schemas.openxmlformats.org/officeDocument/2006/relationships/oleObject" Target="../embeddings/oleObject14.bin"/><Relationship Id="rId5" Type="http://schemas.openxmlformats.org/officeDocument/2006/relationships/image" Target="../media/image49.emf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15.bin"/><Relationship Id="rId3" Type="http://schemas.openxmlformats.org/officeDocument/2006/relationships/image" Target="../media/image53.emf"/><Relationship Id="rId4" Type="http://schemas.openxmlformats.org/officeDocument/2006/relationships/oleObject" Target="../embeddings/oleObject16.bin"/><Relationship Id="rId5" Type="http://schemas.openxmlformats.org/officeDocument/2006/relationships/image" Target="../media/image54.emf"/><Relationship Id="rId6" Type="http://schemas.openxmlformats.org/officeDocument/2006/relationships/image" Target="../media/image55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oleObject" Target="../embeddings/oleObject17.bin"/><Relationship Id="rId3" Type="http://schemas.openxmlformats.org/officeDocument/2006/relationships/image" Target="../media/image56.wmf"/><Relationship Id="rId4" Type="http://schemas.openxmlformats.org/officeDocument/2006/relationships/oleObject" Target="../embeddings/oleObject18.bin"/><Relationship Id="rId5" Type="http://schemas.openxmlformats.org/officeDocument/2006/relationships/image" Target="../media/image57.wmf"/><Relationship Id="rId6" Type="http://schemas.openxmlformats.org/officeDocument/2006/relationships/oleObject" Target="../embeddings/oleObject19.bin"/><Relationship Id="rId7" Type="http://schemas.openxmlformats.org/officeDocument/2006/relationships/image" Target="../media/image58.wmf"/><Relationship Id="rId8" Type="http://schemas.openxmlformats.org/officeDocument/2006/relationships/oleObject" Target="../embeddings/oleObject20.bin"/><Relationship Id="rId9" Type="http://schemas.openxmlformats.org/officeDocument/2006/relationships/image" Target="../media/image59.wmf"/><Relationship Id="rId10" Type="http://schemas.openxmlformats.org/officeDocument/2006/relationships/oleObject" Target="../embeddings/oleObject21.bin"/><Relationship Id="rId11" Type="http://schemas.openxmlformats.org/officeDocument/2006/relationships/image" Target="../media/image60.wmf"/><Relationship Id="rId12" Type="http://schemas.openxmlformats.org/officeDocument/2006/relationships/oleObject" Target="../embeddings/oleObject22.bin"/><Relationship Id="rId13" Type="http://schemas.openxmlformats.org/officeDocument/2006/relationships/image" Target="../media/image61.wmf"/><Relationship Id="rId14" Type="http://schemas.openxmlformats.org/officeDocument/2006/relationships/oleObject" Target="../embeddings/oleObject23.bin"/><Relationship Id="rId15" Type="http://schemas.openxmlformats.org/officeDocument/2006/relationships/image" Target="../media/image62.wmf"/><Relationship Id="rId16" Type="http://schemas.openxmlformats.org/officeDocument/2006/relationships/oleObject" Target="../embeddings/oleObject24.bin"/><Relationship Id="rId17" Type="http://schemas.openxmlformats.org/officeDocument/2006/relationships/image" Target="../media/image63.wmf"/><Relationship Id="rId18" Type="http://schemas.openxmlformats.org/officeDocument/2006/relationships/image" Target="../media/image64.png"/><Relationship Id="rId19" Type="http://schemas.openxmlformats.org/officeDocument/2006/relationships/customXml" Target="../ink/ink6.xml"/><Relationship Id="rId20" Type="http://schemas.openxmlformats.org/officeDocument/2006/relationships/image" Target="../media/image69.png"/><Relationship Id="rId21" Type="http://schemas.openxmlformats.org/officeDocument/2006/relationships/customXml" Target="../ink/ink7.xml"/><Relationship Id="rId22" Type="http://schemas.openxmlformats.org/officeDocument/2006/relationships/image" Target="../media/image7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65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26.bin"/><Relationship Id="rId3" Type="http://schemas.openxmlformats.org/officeDocument/2006/relationships/image" Target="../media/image66.emf"/><Relationship Id="rId4" Type="http://schemas.openxmlformats.org/officeDocument/2006/relationships/image" Target="../media/image67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68.wmf"/><Relationship Id="rId4" Type="http://schemas.openxmlformats.org/officeDocument/2006/relationships/oleObject" Target="../embeddings/oleObject28.bin"/><Relationship Id="rId5" Type="http://schemas.openxmlformats.org/officeDocument/2006/relationships/image" Target="../media/image69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0.jpeg"/><Relationship Id="rId3" Type="http://schemas.openxmlformats.org/officeDocument/2006/relationships/image" Target="../media/image7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2.jpeg"/><Relationship Id="rId3" Type="http://schemas.openxmlformats.org/officeDocument/2006/relationships/oleObject" Target="../embeddings/oleObject29.bin"/><Relationship Id="rId4" Type="http://schemas.openxmlformats.org/officeDocument/2006/relationships/image" Target="../media/image73.wmf"/><Relationship Id="rId5" Type="http://schemas.openxmlformats.org/officeDocument/2006/relationships/oleObject" Target="../embeddings/oleObject30.bin"/><Relationship Id="rId6" Type="http://schemas.openxmlformats.org/officeDocument/2006/relationships/image" Target="../media/image74.wmf"/><Relationship Id="rId7" Type="http://schemas.openxmlformats.org/officeDocument/2006/relationships/oleObject" Target="../embeddings/oleObject31.bin"/><Relationship Id="rId8" Type="http://schemas.openxmlformats.org/officeDocument/2006/relationships/image" Target="../media/image75.wmf"/><Relationship Id="rId9" Type="http://schemas.openxmlformats.org/officeDocument/2006/relationships/oleObject" Target="../embeddings/oleObject32.bin"/><Relationship Id="rId10" Type="http://schemas.openxmlformats.org/officeDocument/2006/relationships/image" Target="../media/image76.wmf"/><Relationship Id="rId11" Type="http://schemas.openxmlformats.org/officeDocument/2006/relationships/oleObject" Target="../embeddings/oleObject33.bin"/><Relationship Id="rId12" Type="http://schemas.openxmlformats.org/officeDocument/2006/relationships/image" Target="../media/image77.w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4.bin"/><Relationship Id="rId3" Type="http://schemas.openxmlformats.org/officeDocument/2006/relationships/image" Target="../media/image79.emf"/><Relationship Id="rId4" Type="http://schemas.openxmlformats.org/officeDocument/2006/relationships/oleObject" Target="../embeddings/oleObject35.bin"/><Relationship Id="rId5" Type="http://schemas.openxmlformats.org/officeDocument/2006/relationships/image" Target="../media/image80.emf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6.bin"/><Relationship Id="rId3" Type="http://schemas.openxmlformats.org/officeDocument/2006/relationships/image" Target="../media/image83.wmf"/><Relationship Id="rId4" Type="http://schemas.openxmlformats.org/officeDocument/2006/relationships/oleObject" Target="../embeddings/oleObject37.bin"/><Relationship Id="rId5" Type="http://schemas.openxmlformats.org/officeDocument/2006/relationships/image" Target="../media/image84.wmf"/><Relationship Id="rId6" Type="http://schemas.openxmlformats.org/officeDocument/2006/relationships/oleObject" Target="../embeddings/oleObject38.bin"/><Relationship Id="rId7" Type="http://schemas.openxmlformats.org/officeDocument/2006/relationships/image" Target="../media/image85.wmf"/><Relationship Id="rId8" Type="http://schemas.openxmlformats.org/officeDocument/2006/relationships/oleObject" Target="../embeddings/oleObject39.bin"/><Relationship Id="rId9" Type="http://schemas.openxmlformats.org/officeDocument/2006/relationships/image" Target="../media/image86.wmf"/><Relationship Id="rId10" Type="http://schemas.openxmlformats.org/officeDocument/2006/relationships/oleObject" Target="../embeddings/oleObject40.bin"/><Relationship Id="rId11" Type="http://schemas.openxmlformats.org/officeDocument/2006/relationships/image" Target="../media/image87.wmf"/><Relationship Id="rId12" Type="http://schemas.openxmlformats.org/officeDocument/2006/relationships/oleObject" Target="../embeddings/oleObject41.bin"/><Relationship Id="rId13" Type="http://schemas.openxmlformats.org/officeDocument/2006/relationships/image" Target="../media/image88.wmf"/><Relationship Id="rId14" Type="http://schemas.openxmlformats.org/officeDocument/2006/relationships/image" Target="../media/image89.png"/><Relationship Id="rId15" Type="http://schemas.openxmlformats.org/officeDocument/2006/relationships/image" Target="../media/image9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customXml" Target="../ink/ink8.xml"/><Relationship Id="rId11" Type="http://schemas.openxmlformats.org/officeDocument/2006/relationships/image" Target="../media/image10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7.png"/><Relationship Id="rId3" Type="http://schemas.openxmlformats.org/officeDocument/2006/relationships/image" Target="../media/image95.png"/><Relationship Id="rId4" Type="http://schemas.openxmlformats.org/officeDocument/2006/relationships/image" Target="../media/image9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42.bin"/><Relationship Id="rId3" Type="http://schemas.openxmlformats.org/officeDocument/2006/relationships/image" Target="../media/image102.wmf"/><Relationship Id="rId4" Type="http://schemas.openxmlformats.org/officeDocument/2006/relationships/image" Target="../media/image104.png"/><Relationship Id="rId5" Type="http://schemas.openxmlformats.org/officeDocument/2006/relationships/image" Target="../media/image9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oleObject" Target="../embeddings/oleObject43.bin"/><Relationship Id="rId4" Type="http://schemas.openxmlformats.org/officeDocument/2006/relationships/image" Target="../media/image105.png"/><Relationship Id="rId5" Type="http://schemas.openxmlformats.org/officeDocument/2006/relationships/oleObject" Target="../embeddings/oleObject44.bin"/><Relationship Id="rId6" Type="http://schemas.openxmlformats.org/officeDocument/2006/relationships/image" Target="../media/image106.png"/><Relationship Id="rId7" Type="http://schemas.openxmlformats.org/officeDocument/2006/relationships/image" Target="../media/image10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8.jpeg"/><Relationship Id="rId3" Type="http://schemas.openxmlformats.org/officeDocument/2006/relationships/image" Target="../media/image109.jpeg"/><Relationship Id="rId4" Type="http://schemas.openxmlformats.org/officeDocument/2006/relationships/oleObject" Target="../embeddings/oleObject45.bin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3.jpeg"/><Relationship Id="rId3" Type="http://schemas.openxmlformats.org/officeDocument/2006/relationships/image" Target="../media/image114.jpe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oleObject" Target="../embeddings/oleObject46.bin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15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128.png"/><Relationship Id="rId13" Type="http://schemas.openxmlformats.org/officeDocument/2006/relationships/image" Target="../media/image12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0.jpeg"/><Relationship Id="rId3" Type="http://schemas.openxmlformats.org/officeDocument/2006/relationships/image" Target="../media/image131.jpe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5.png"/><Relationship Id="rId3" Type="http://schemas.openxmlformats.org/officeDocument/2006/relationships/image" Target="../media/image133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3.jpeg"/><Relationship Id="rId3" Type="http://schemas.openxmlformats.org/officeDocument/2006/relationships/image" Target="../media/image144.jpeg"/><Relationship Id="rId4" Type="http://schemas.openxmlformats.org/officeDocument/2006/relationships/image" Target="../media/image145.jpeg"/><Relationship Id="rId5" Type="http://schemas.openxmlformats.org/officeDocument/2006/relationships/image" Target="../media/image146.jpeg"/><Relationship Id="rId6" Type="http://schemas.openxmlformats.org/officeDocument/2006/relationships/image" Target="../media/image147.jpeg"/><Relationship Id="rId7" Type="http://schemas.openxmlformats.org/officeDocument/2006/relationships/image" Target="../media/image148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9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47.bin"/><Relationship Id="rId3" Type="http://schemas.openxmlformats.org/officeDocument/2006/relationships/image" Target="../media/image152.emf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48.bin"/><Relationship Id="rId3" Type="http://schemas.openxmlformats.org/officeDocument/2006/relationships/image" Target="../media/image153.wmf"/><Relationship Id="rId4" Type="http://schemas.openxmlformats.org/officeDocument/2006/relationships/oleObject" Target="../embeddings/oleObject49.bin"/><Relationship Id="rId5" Type="http://schemas.openxmlformats.org/officeDocument/2006/relationships/image" Target="../media/image154.wm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50.bin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Relationship Id="rId8" Type="http://schemas.openxmlformats.org/officeDocument/2006/relationships/image" Target="../media/image16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1.jpeg"/><Relationship Id="rId3" Type="http://schemas.openxmlformats.org/officeDocument/2006/relationships/oleObject" Target="../embeddings/oleObject51.bin"/><Relationship Id="rId4" Type="http://schemas.openxmlformats.org/officeDocument/2006/relationships/image" Target="../media/image162.wmf"/><Relationship Id="rId5" Type="http://schemas.openxmlformats.org/officeDocument/2006/relationships/oleObject" Target="../embeddings/oleObject52.bin"/><Relationship Id="rId6" Type="http://schemas.openxmlformats.org/officeDocument/2006/relationships/image" Target="../media/image163.wmf"/><Relationship Id="rId7" Type="http://schemas.openxmlformats.org/officeDocument/2006/relationships/oleObject" Target="../embeddings/oleObject53.bin"/><Relationship Id="rId8" Type="http://schemas.openxmlformats.org/officeDocument/2006/relationships/image" Target="../media/image164.wmf"/><Relationship Id="rId9" Type="http://schemas.openxmlformats.org/officeDocument/2006/relationships/oleObject" Target="../embeddings/oleObject54.bin"/><Relationship Id="rId10" Type="http://schemas.openxmlformats.org/officeDocument/2006/relationships/image" Target="../media/image165.wm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55.bin"/><Relationship Id="rId3" Type="http://schemas.openxmlformats.org/officeDocument/2006/relationships/image" Target="../media/image16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oleObject" Target="../embeddings/oleObject56.bin"/><Relationship Id="rId3" Type="http://schemas.openxmlformats.org/officeDocument/2006/relationships/image" Target="../media/image167.e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8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57.bin"/><Relationship Id="rId3" Type="http://schemas.openxmlformats.org/officeDocument/2006/relationships/image" Target="../media/image171.wmf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2.jpeg"/><Relationship Id="rId3" Type="http://schemas.openxmlformats.org/officeDocument/2006/relationships/oleObject" Target="../embeddings/oleObject58.bin"/><Relationship Id="rId4" Type="http://schemas.openxmlformats.org/officeDocument/2006/relationships/image" Target="../media/image173.emf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59.bin"/><Relationship Id="rId3" Type="http://schemas.openxmlformats.org/officeDocument/2006/relationships/image" Target="../media/image174.emf"/><Relationship Id="rId4" Type="http://schemas.openxmlformats.org/officeDocument/2006/relationships/oleObject" Target="../embeddings/oleObject60.bin"/><Relationship Id="rId5" Type="http://schemas.openxmlformats.org/officeDocument/2006/relationships/image" Target="../media/image175.emf"/><Relationship Id="rId6" Type="http://schemas.openxmlformats.org/officeDocument/2006/relationships/image" Target="../media/image176.jpeg"/><Relationship Id="rId7" Type="http://schemas.openxmlformats.org/officeDocument/2006/relationships/oleObject" Target="../embeddings/oleObject61.bin"/><Relationship Id="rId8" Type="http://schemas.openxmlformats.org/officeDocument/2006/relationships/image" Target="../media/image177.wmf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8.jpeg"/><Relationship Id="rId3" Type="http://schemas.openxmlformats.org/officeDocument/2006/relationships/oleObject" Target="../embeddings/oleObject62.bin"/><Relationship Id="rId4" Type="http://schemas.openxmlformats.org/officeDocument/2006/relationships/image" Target="../media/image179.emf"/><Relationship Id="rId5" Type="http://schemas.openxmlformats.org/officeDocument/2006/relationships/oleObject" Target="../embeddings/oleObject63.bin"/><Relationship Id="rId6" Type="http://schemas.openxmlformats.org/officeDocument/2006/relationships/image" Target="../media/image180.wmf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64.bin"/><Relationship Id="rId3" Type="http://schemas.openxmlformats.org/officeDocument/2006/relationships/image" Target="../media/image18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65.bin"/><Relationship Id="rId3" Type="http://schemas.openxmlformats.org/officeDocument/2006/relationships/image" Target="../media/image184.emf"/><Relationship Id="rId4" Type="http://schemas.openxmlformats.org/officeDocument/2006/relationships/oleObject" Target="../embeddings/oleObject66.bin"/><Relationship Id="rId5" Type="http://schemas.openxmlformats.org/officeDocument/2006/relationships/image" Target="../media/image185.emf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oleObject" Target="../embeddings/oleObject67.bin"/><Relationship Id="rId3" Type="http://schemas.openxmlformats.org/officeDocument/2006/relationships/image" Target="../media/image186.wmf"/><Relationship Id="rId4" Type="http://schemas.openxmlformats.org/officeDocument/2006/relationships/oleObject" Target="../embeddings/oleObject68.bin"/><Relationship Id="rId5" Type="http://schemas.openxmlformats.org/officeDocument/2006/relationships/image" Target="../media/image187.wmf"/><Relationship Id="rId6" Type="http://schemas.openxmlformats.org/officeDocument/2006/relationships/oleObject" Target="../embeddings/oleObject69.bin"/><Relationship Id="rId7" Type="http://schemas.openxmlformats.org/officeDocument/2006/relationships/image" Target="../media/image188.wmf"/><Relationship Id="rId8" Type="http://schemas.openxmlformats.org/officeDocument/2006/relationships/oleObject" Target="../embeddings/oleObject70.bin"/><Relationship Id="rId9" Type="http://schemas.openxmlformats.org/officeDocument/2006/relationships/image" Target="../media/image189.wmf"/><Relationship Id="rId10" Type="http://schemas.openxmlformats.org/officeDocument/2006/relationships/oleObject" Target="../embeddings/oleObject71.bin"/><Relationship Id="rId11" Type="http://schemas.openxmlformats.org/officeDocument/2006/relationships/image" Target="../media/image190.wmf"/><Relationship Id="rId12" Type="http://schemas.openxmlformats.org/officeDocument/2006/relationships/oleObject" Target="../embeddings/oleObject72.bin"/><Relationship Id="rId13" Type="http://schemas.openxmlformats.org/officeDocument/2006/relationships/image" Target="../media/image191.wmf"/><Relationship Id="rId14" Type="http://schemas.openxmlformats.org/officeDocument/2006/relationships/image" Target="../media/image192.jpe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5.png"/><Relationship Id="rId3" Type="http://schemas.openxmlformats.org/officeDocument/2006/relationships/image" Target="../media/image196.png"/><Relationship Id="rId4" Type="http://schemas.openxmlformats.org/officeDocument/2006/relationships/image" Target="../media/image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Overview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2746" y="2696989"/>
            <a:ext cx="8458200" cy="4472738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This chapter will cover </a:t>
            </a:r>
            <a:r>
              <a:rPr lang="en-US" altLang="en-US" b="1" noProof="0" dirty="0"/>
              <a:t>alternating current</a:t>
            </a:r>
            <a:r>
              <a:rPr lang="en-US" altLang="en-US" noProof="0" dirty="0"/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 discussion of </a:t>
            </a:r>
            <a:r>
              <a:rPr lang="en-US" altLang="en-US" b="1" noProof="0" dirty="0"/>
              <a:t>complex numbers </a:t>
            </a:r>
            <a:r>
              <a:rPr lang="en-US" altLang="en-US" noProof="0" dirty="0"/>
              <a:t>is included prior to introducing </a:t>
            </a:r>
            <a:r>
              <a:rPr lang="en-US" altLang="en-US" b="1" noProof="0" dirty="0"/>
              <a:t>phasors</a:t>
            </a:r>
            <a:r>
              <a:rPr lang="en-US" altLang="en-US" noProof="0" dirty="0"/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Applications of phasors and frequency domain analysis for circuits including resistors, capacitors, and inductors will be covered.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concept of </a:t>
            </a:r>
            <a:r>
              <a:rPr lang="en-US" altLang="en-US" b="1" noProof="0" dirty="0"/>
              <a:t>impedance</a:t>
            </a:r>
            <a:r>
              <a:rPr lang="en-US" altLang="en-US" noProof="0" dirty="0"/>
              <a:t> and</a:t>
            </a:r>
            <a:r>
              <a:rPr lang="en-US" altLang="en-US" b="1" noProof="0" dirty="0"/>
              <a:t> admittance </a:t>
            </a:r>
            <a:r>
              <a:rPr lang="en-US" altLang="en-US" noProof="0" dirty="0"/>
              <a:t>is also introduced.</a:t>
            </a: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DDA29-9075-4945-A9A9-CF00C1C7D81A}"/>
              </a:ext>
            </a:extLst>
          </p:cNvPr>
          <p:cNvSpPr/>
          <p:nvPr/>
        </p:nvSpPr>
        <p:spPr>
          <a:xfrm>
            <a:off x="393192" y="983411"/>
            <a:ext cx="84079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now begin the analysis of circuits in which the source voltage or current is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time-varying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this chapter, we are particularly interested in sinusoidally time-varying excitation, or simply, excitation by a </a:t>
            </a:r>
            <a:r>
              <a:rPr 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sinusoid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Alternating Current</a:t>
            </a:r>
            <a:endParaRPr lang="en-US" sz="1000" b="0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A883F-C03A-4BC6-97D5-127BFA7612C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Alternating Current, or A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is the dominant form of electrical power that is delivered to homes and industry.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late 1800’s there was a battle between proponents of D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and A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won out due to its efficiency for long distance transmission.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is a sinusoidal current, meaning the current reverses at regular times and has alternating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Sinusoids </a:t>
            </a:r>
            <a:endParaRPr lang="en-US" sz="1000" b="0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A883F-C03A-4BC6-97D5-127BFA7612C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Sinusoids are interesting to us because there are a number of natural phenomenon that are sinusoidal in nature.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is also a very easy signal to generate and transmit.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Also, through Fourier analysis, any practical periodic function can be made by adding sinusoids.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Lastly, they are very easy to handle mathematically.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602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1A50-DBED-4448-B4CB-0FA13F7C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Sinusoids 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2723-8F29-4528-9FB9-B2E2540B66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411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sinusoidal forcing function produces both a </a:t>
            </a:r>
            <a:r>
              <a:rPr lang="en-US" altLang="en-US" sz="2400" b="1" noProof="0" dirty="0"/>
              <a:t>transient</a:t>
            </a:r>
            <a:r>
              <a:rPr lang="en-US" altLang="en-US" sz="2400" noProof="0" dirty="0"/>
              <a:t> and a </a:t>
            </a:r>
            <a:r>
              <a:rPr lang="en-US" altLang="en-US" sz="2400" b="1" noProof="0" dirty="0"/>
              <a:t>steady state </a:t>
            </a:r>
            <a:r>
              <a:rPr lang="en-US" altLang="en-US" sz="2400" noProof="0" dirty="0"/>
              <a:t>response.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When the transient has died out, we say the circuit is in sinusoidal steady state.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sinusoidal voltage may be represented as:</a:t>
            </a:r>
            <a:endParaRPr lang="en-US" sz="2400" noProof="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569A5A4-0F49-489D-863A-F0D9CD86AC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647942"/>
              </p:ext>
            </p:extLst>
          </p:nvPr>
        </p:nvGraphicFramePr>
        <p:xfrm>
          <a:off x="870370" y="3591869"/>
          <a:ext cx="2018460" cy="51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7325" imgH="371475" progId="Equation.DSMT4">
                  <p:embed/>
                </p:oleObj>
              </mc:Choice>
              <mc:Fallback>
                <p:oleObj name="Equation" r:id="rId2" imgW="1457325" imgH="371475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569A5A4-0F49-489D-863A-F0D9CD86AC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0370" y="3591869"/>
                        <a:ext cx="2018460" cy="514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D89C1-E404-4305-98A9-B276916847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205382"/>
            <a:ext cx="8458200" cy="1342489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From the waveform shown below, one characteristic is clear: The function repeats itself every </a:t>
            </a:r>
            <a:r>
              <a:rPr lang="en-US" altLang="en-US" sz="2400" noProof="0" dirty="0">
                <a:solidFill>
                  <a:srgbClr val="FF0000"/>
                </a:solidFill>
              </a:rPr>
              <a:t>T</a:t>
            </a:r>
            <a:r>
              <a:rPr lang="en-US" altLang="en-US" sz="2400" noProof="0" dirty="0"/>
              <a:t> seconds.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This is called the period.</a:t>
            </a:r>
            <a:endParaRPr lang="en-US" sz="2400" noProof="0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020022A-356F-45BF-BA7F-F7DBD26F1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855970"/>
              </p:ext>
            </p:extLst>
          </p:nvPr>
        </p:nvGraphicFramePr>
        <p:xfrm>
          <a:off x="989674" y="5682311"/>
          <a:ext cx="990134" cy="780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6275" imgH="533281" progId="Equation.DSMT4">
                  <p:embed/>
                </p:oleObj>
              </mc:Choice>
              <mc:Fallback>
                <p:oleObj name="Equation" r:id="rId4" imgW="676275" imgH="533281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020022A-356F-45BF-BA7F-F7DBD26F1A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9674" y="5682311"/>
                        <a:ext cx="990134" cy="780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9A3254-7B76-411B-B2AF-1FC95BD1D893}"/>
              </a:ext>
            </a:extLst>
          </p:cNvPr>
          <p:cNvSpPr/>
          <p:nvPr/>
        </p:nvSpPr>
        <p:spPr>
          <a:xfrm>
            <a:off x="758952" y="3517900"/>
            <a:ext cx="2286000" cy="68748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AC039C-78FB-44F1-9DBA-9F9E0FCDB2A4}"/>
              </a:ext>
            </a:extLst>
          </p:cNvPr>
          <p:cNvSpPr/>
          <p:nvPr/>
        </p:nvSpPr>
        <p:spPr>
          <a:xfrm>
            <a:off x="937162" y="5581291"/>
            <a:ext cx="1095158" cy="98499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159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42D9-C020-4304-B0CE-12A070B3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 noProof="0" dirty="0"/>
              <a:t>Sinusoids 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95F00-6066-43A7-B64C-F4C0E8E728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98389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period is inversely related to another important characteristic, the </a:t>
            </a:r>
            <a:r>
              <a:rPr lang="en-US" altLang="en-US" b="1" noProof="0" dirty="0"/>
              <a:t>frequency</a:t>
            </a:r>
            <a:r>
              <a:rPr lang="en-US" altLang="en-US" noProof="0" dirty="0"/>
              <a:t>.</a:t>
            </a:r>
            <a:endParaRPr lang="en-US" noProof="0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527D3A1-6B20-4760-B9B1-DBC7E68E5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672706"/>
              </p:ext>
            </p:extLst>
          </p:nvPr>
        </p:nvGraphicFramePr>
        <p:xfrm>
          <a:off x="883439" y="2325299"/>
          <a:ext cx="900122" cy="82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6275" imgH="619006" progId="Equation.DSMT4">
                  <p:embed/>
                </p:oleObj>
              </mc:Choice>
              <mc:Fallback>
                <p:oleObj name="Equation" r:id="rId2" imgW="676275" imgH="619006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2527D3A1-6B20-4760-B9B1-DBC7E68E55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83439" y="2325299"/>
                        <a:ext cx="900122" cy="82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27EBC-4282-4368-A570-D2EFF28D98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276684"/>
            <a:ext cx="8661400" cy="148494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units of this is cycles per second, or </a:t>
            </a:r>
            <a:r>
              <a:rPr lang="en-US" altLang="en-US" b="1" noProof="0" dirty="0"/>
              <a:t>Hertz</a:t>
            </a:r>
            <a:r>
              <a:rPr lang="en-US" altLang="en-US" noProof="0" dirty="0"/>
              <a:t> (Hz).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is often useful to refer to </a:t>
            </a:r>
            <a:r>
              <a:rPr lang="en-US" altLang="en-US" i="1" noProof="0" dirty="0"/>
              <a:t>frequency in angular </a:t>
            </a:r>
            <a:r>
              <a:rPr lang="en-US" altLang="en-US" noProof="0" dirty="0"/>
              <a:t>terms:</a:t>
            </a:r>
            <a:endParaRPr lang="en-US" noProof="0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6D4EB90-3A31-4951-A3CB-540113812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811266"/>
              </p:ext>
            </p:extLst>
          </p:nvPr>
        </p:nvGraphicFramePr>
        <p:xfrm>
          <a:off x="883439" y="4888959"/>
          <a:ext cx="1371505" cy="472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3475" imgH="390406" progId="Equation.DSMT4">
                  <p:embed/>
                </p:oleObj>
              </mc:Choice>
              <mc:Fallback>
                <p:oleObj name="Equation" r:id="rId4" imgW="1133475" imgH="390406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6D4EB90-3A31-4951-A3CB-540113812D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3439" y="4888959"/>
                        <a:ext cx="1371505" cy="472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0D36C2-2614-4704-918B-1D8FE72B03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518547"/>
            <a:ext cx="8458200" cy="896383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Here the </a:t>
            </a:r>
            <a:r>
              <a:rPr lang="en-US" altLang="en-US" b="1" noProof="0" dirty="0"/>
              <a:t>angular frequency </a:t>
            </a:r>
            <a:r>
              <a:rPr lang="en-US" altLang="en-US" noProof="0" dirty="0"/>
              <a:t>is in </a:t>
            </a:r>
            <a:r>
              <a:rPr lang="en-US" altLang="en-US" b="1" noProof="0" dirty="0"/>
              <a:t>radians per second (rad/s)</a:t>
            </a:r>
            <a:r>
              <a:rPr lang="en-US" altLang="en-US" noProof="0" dirty="0"/>
              <a:t>.</a:t>
            </a:r>
            <a:endParaRPr lang="en-US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F99C70-9955-485D-A8B4-EAF76642E98C}"/>
              </a:ext>
            </a:extLst>
          </p:cNvPr>
          <p:cNvSpPr/>
          <p:nvPr/>
        </p:nvSpPr>
        <p:spPr>
          <a:xfrm>
            <a:off x="768096" y="2317794"/>
            <a:ext cx="1261872" cy="88036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18CE66-71D3-4D4F-B9B7-7373D86B3DB3}"/>
              </a:ext>
            </a:extLst>
          </p:cNvPr>
          <p:cNvSpPr/>
          <p:nvPr/>
        </p:nvSpPr>
        <p:spPr>
          <a:xfrm>
            <a:off x="768096" y="4700926"/>
            <a:ext cx="1486848" cy="88036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4139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9AC0-BEDE-418B-A4E7-B6F9A0BA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Sinusoids</a:t>
            </a:r>
            <a:endParaRPr lang="en-CA" dirty="0"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3EF1D8-8DDA-4481-A1D5-0075EBB49625}"/>
              </a:ext>
            </a:extLst>
          </p:cNvPr>
          <p:cNvSpPr/>
          <p:nvPr/>
        </p:nvSpPr>
        <p:spPr>
          <a:xfrm>
            <a:off x="649224" y="983411"/>
            <a:ext cx="8394192" cy="4696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sinusoid is a signal that has the form of the sine or cosine function. 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general expression for the sinusoid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 = 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sinusoid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ω  = the angular frequency in radians/s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Ф =  the phase</a:t>
            </a:r>
          </a:p>
        </p:txBody>
      </p:sp>
      <p:graphicFrame>
        <p:nvGraphicFramePr>
          <p:cNvPr id="10" name="Object 29">
            <a:extLst>
              <a:ext uri="{FF2B5EF4-FFF2-40B4-BE49-F238E27FC236}">
                <a16:creationId xmlns:a16="http://schemas.microsoft.com/office/drawing/2014/main" id="{A63CDF1D-43C2-4614-BADE-738A8DA274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828800"/>
          <a:ext cx="2971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70000" imgH="228600" progId="Equation.3">
                  <p:embed/>
                </p:oleObj>
              </mc:Choice>
              <mc:Fallback>
                <p:oleObj name="Equation" r:id="rId2" imgW="1270000" imgH="228600" progId="Equation.3">
                  <p:embed/>
                  <p:pic>
                    <p:nvPicPr>
                      <p:cNvPr id="10" name="Object 29">
                        <a:extLst>
                          <a:ext uri="{FF2B5EF4-FFF2-40B4-BE49-F238E27FC236}">
                            <a16:creationId xmlns:a16="http://schemas.microsoft.com/office/drawing/2014/main" id="{A63CDF1D-43C2-4614-BADE-738A8DA274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828800"/>
                        <a:ext cx="2971800" cy="536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35" descr="09-001">
            <a:extLst>
              <a:ext uri="{FF2B5EF4-FFF2-40B4-BE49-F238E27FC236}">
                <a16:creationId xmlns:a16="http://schemas.microsoft.com/office/drawing/2014/main" id="{BDCD3012-E273-4377-97AC-F1F050440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04" y="2417663"/>
            <a:ext cx="5984748" cy="2280470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2FC94A-3125-379B-02B7-06BBFD86D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724" y="5874590"/>
            <a:ext cx="2560313" cy="31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Sinusoids </a:t>
            </a:r>
            <a:endParaRPr lang="en-US" sz="1000" b="0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A883F-C03A-4BC6-97D5-127BFA7612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7452" y="866257"/>
            <a:ext cx="8458200" cy="1351766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More generally, we need to account for relative timing of one wave versus another.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This can be done by including a phase shift,</a:t>
            </a:r>
            <a:endParaRPr lang="en-US" altLang="en-US" sz="2400" noProof="0" dirty="0">
              <a:sym typeface="Symbol" panose="05050102010706020507" pitchFamily="18" charset="2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5BD632F-C0C5-4233-873E-06EB47584B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254130"/>
              </p:ext>
            </p:extLst>
          </p:nvPr>
        </p:nvGraphicFramePr>
        <p:xfrm>
          <a:off x="6083400" y="1697560"/>
          <a:ext cx="460204" cy="52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203040" progId="Equation.DSMT4">
                  <p:embed/>
                </p:oleObj>
              </mc:Choice>
              <mc:Fallback>
                <p:oleObj name="Equation" r:id="rId2" imgW="17748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5BD632F-C0C5-4233-873E-06EB47584B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83400" y="1697560"/>
                        <a:ext cx="460204" cy="527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42900" y="2218023"/>
            <a:ext cx="8458200" cy="415564"/>
          </a:xfrm>
        </p:spPr>
        <p:txBody>
          <a:bodyPr>
            <a:noAutofit/>
          </a:bodyPr>
          <a:lstStyle/>
          <a:p>
            <a:pPr marL="291600" indent="-291600"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ym typeface="Symbol" panose="05050102010706020507" pitchFamily="18" charset="2"/>
              </a:rPr>
              <a:t>Consider the two sinusoids:</a:t>
            </a:r>
            <a:endParaRPr lang="en-US" sz="2400" noProof="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5BD632F-C0C5-4233-873E-06EB47584B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111641"/>
              </p:ext>
            </p:extLst>
          </p:nvPr>
        </p:nvGraphicFramePr>
        <p:xfrm>
          <a:off x="4282184" y="2324947"/>
          <a:ext cx="4446836" cy="397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4720" imgH="253800" progId="Equation.DSMT4">
                  <p:embed/>
                </p:oleObj>
              </mc:Choice>
              <mc:Fallback>
                <p:oleObj name="Equation" r:id="rId4" imgW="2844720" imgH="253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5BD632F-C0C5-4233-873E-06EB47584B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82184" y="2324947"/>
                        <a:ext cx="4446836" cy="397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8">
            <a:extLst>
              <a:ext uri="{FF2B5EF4-FFF2-40B4-BE49-F238E27FC236}">
                <a16:creationId xmlns:a16="http://schemas.microsoft.com/office/drawing/2014/main" id="{ADED3CC8-CF66-40C7-A57A-CF6D2EEBE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55" y="2726710"/>
            <a:ext cx="3484926" cy="2506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781246-F884-44CA-B3BF-C762C04B240C}"/>
              </a:ext>
            </a:extLst>
          </p:cNvPr>
          <p:cNvSpPr/>
          <p:nvPr/>
        </p:nvSpPr>
        <p:spPr>
          <a:xfrm>
            <a:off x="385120" y="5322094"/>
            <a:ext cx="84582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7663" indent="-347663" eaLnBrk="0" hangingPunct="0">
              <a:buFontTx/>
              <a:buChar char="•"/>
              <a:tabLst>
                <a:tab pos="29051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two sinusoidal values with the </a:t>
            </a: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frequency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compared by their amplitude and phase difference. </a:t>
            </a:r>
          </a:p>
          <a:p>
            <a:pPr marL="347663" indent="-347663" eaLnBrk="0" hangingPunct="0">
              <a:buClr>
                <a:schemeClr val="tx1"/>
              </a:buClr>
              <a:buFontTx/>
              <a:buChar char="•"/>
              <a:tabLst>
                <a:tab pos="290513" algn="l"/>
              </a:tabLst>
            </a:pPr>
            <a:r>
              <a:rPr lang="en-US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phase difference is zero(        ) , they are in phase;</a:t>
            </a:r>
          </a:p>
          <a:p>
            <a:pPr marL="347663" indent="-347663" eaLnBrk="0" hangingPunct="0">
              <a:buClr>
                <a:schemeClr val="tx1"/>
              </a:buClr>
              <a:buFontTx/>
              <a:buChar char="•"/>
              <a:tabLst>
                <a:tab pos="290513" algn="l"/>
              </a:tabLst>
            </a:pPr>
            <a:r>
              <a:rPr lang="en-US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phase difference is not zero(           ) , they are out of phase</a:t>
            </a:r>
            <a:r>
              <a:rPr 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31">
            <a:extLst>
              <a:ext uri="{FF2B5EF4-FFF2-40B4-BE49-F238E27FC236}">
                <a16:creationId xmlns:a16="http://schemas.microsoft.com/office/drawing/2014/main" id="{76B97601-3911-42DB-87A7-BAAC22836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727" y="5937647"/>
            <a:ext cx="44767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1">
            <a:extLst>
              <a:ext uri="{FF2B5EF4-FFF2-40B4-BE49-F238E27FC236}">
                <a16:creationId xmlns:a16="http://schemas.microsoft.com/office/drawing/2014/main" id="{2BDBBE5A-38D6-452E-A2B2-57D9BBD1B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046" y="6245423"/>
            <a:ext cx="447675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F93F654C-F539-4256-A504-2434C7A31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020" y="4627631"/>
            <a:ext cx="38100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950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16EC-C721-4FC2-AB51-906506FC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Sinusoids</a:t>
            </a:r>
            <a:endParaRPr lang="en-CA" dirty="0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AB352928-6BFF-43BB-9B27-B457F3E83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719765"/>
              </p:ext>
            </p:extLst>
          </p:nvPr>
        </p:nvGraphicFramePr>
        <p:xfrm>
          <a:off x="640652" y="1268095"/>
          <a:ext cx="6985000" cy="512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009524" imgH="4048690" progId="PBrush">
                  <p:embed/>
                </p:oleObj>
              </mc:Choice>
              <mc:Fallback>
                <p:oleObj name="Bitmap Image" r:id="rId2" imgW="6009524" imgH="4048690" progId="PBrush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AB352928-6BFF-43BB-9B27-B457F3E83FC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652" y="1268095"/>
                        <a:ext cx="6985000" cy="512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2721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Sinusoids</a:t>
            </a:r>
            <a:endParaRPr lang="en-US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00B9B9-E883-4A7C-9F18-B40C770153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8498" y="882184"/>
            <a:ext cx="8458200" cy="249519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If two sinusoids are </a:t>
            </a:r>
            <a:r>
              <a:rPr lang="en-US" altLang="en-US" b="1" noProof="0" dirty="0"/>
              <a:t>in phase</a:t>
            </a:r>
            <a:r>
              <a:rPr lang="en-US" altLang="en-US" noProof="0" dirty="0"/>
              <a:t>, then this means that the reach their </a:t>
            </a:r>
            <a:r>
              <a:rPr lang="en-US" altLang="en-US" b="1" noProof="0" dirty="0"/>
              <a:t>maximum and minimum </a:t>
            </a:r>
            <a:r>
              <a:rPr lang="en-US" altLang="en-US" noProof="0" dirty="0"/>
              <a:t>at the </a:t>
            </a:r>
            <a:r>
              <a:rPr lang="en-US" altLang="en-US" b="1" noProof="0" dirty="0"/>
              <a:t>same</a:t>
            </a:r>
            <a:r>
              <a:rPr lang="en-US" altLang="en-US" noProof="0" dirty="0"/>
              <a:t> time.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Sinusoids may be expressed as sine or cosine.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conversion between them is:</a:t>
            </a:r>
            <a:endParaRPr lang="en-US" noProof="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3618EF5-FAE1-4F7E-9E73-C9C10DB19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77684"/>
              </p:ext>
            </p:extLst>
          </p:nvPr>
        </p:nvGraphicFramePr>
        <p:xfrm>
          <a:off x="2938585" y="3917304"/>
          <a:ext cx="3266830" cy="598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279360" progId="Equation.DSMT4">
                  <p:embed/>
                </p:oleObj>
              </mc:Choice>
              <mc:Fallback>
                <p:oleObj name="Equation" r:id="rId2" imgW="1523880" imgH="2793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3618EF5-FAE1-4F7E-9E73-C9C10DB195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38585" y="3917304"/>
                        <a:ext cx="3266830" cy="598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CB9EAD0-2DC3-47CB-B3E7-DD8870399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468933"/>
              </p:ext>
            </p:extLst>
          </p:nvPr>
        </p:nvGraphicFramePr>
        <p:xfrm>
          <a:off x="2897749" y="4605122"/>
          <a:ext cx="3348501" cy="598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279360" progId="Equation.DSMT4">
                  <p:embed/>
                </p:oleObj>
              </mc:Choice>
              <mc:Fallback>
                <p:oleObj name="Equation" r:id="rId4" imgW="1562040" imgH="2793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CB9EAD0-2DC3-47CB-B3E7-DD88703991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7749" y="4605122"/>
                        <a:ext cx="3348501" cy="598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E4C8795-3C72-4137-8EDA-DFD6BC7E3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73474"/>
              </p:ext>
            </p:extLst>
          </p:nvPr>
        </p:nvGraphicFramePr>
        <p:xfrm>
          <a:off x="2979419" y="5273531"/>
          <a:ext cx="3185159" cy="598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279360" progId="Equation.DSMT4">
                  <p:embed/>
                </p:oleObj>
              </mc:Choice>
              <mc:Fallback>
                <p:oleObj name="Equation" r:id="rId6" imgW="1485720" imgH="2793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E4C8795-3C72-4137-8EDA-DFD6BC7E39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79419" y="5273531"/>
                        <a:ext cx="3185159" cy="598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BA46434-A2F9-4B21-8E31-5ED565BDB6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89241"/>
              </p:ext>
            </p:extLst>
          </p:nvPr>
        </p:nvGraphicFramePr>
        <p:xfrm>
          <a:off x="2979418" y="5941940"/>
          <a:ext cx="3185159" cy="598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720" imgH="279360" progId="Equation.DSMT4">
                  <p:embed/>
                </p:oleObj>
              </mc:Choice>
              <mc:Fallback>
                <p:oleObj name="Equation" r:id="rId8" imgW="1485720" imgH="2793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EBA46434-A2F9-4B21-8E31-5ED565BDB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79418" y="5941940"/>
                        <a:ext cx="3185159" cy="598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5">
            <a:extLst>
              <a:ext uri="{FF2B5EF4-FFF2-40B4-BE49-F238E27FC236}">
                <a16:creationId xmlns:a16="http://schemas.microsoft.com/office/drawing/2014/main" id="{8253BF70-760C-4C5D-BC77-37DD2D99E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59" y="2961091"/>
            <a:ext cx="524827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4AF7920-3DD6-4761-9770-CBB7E5AC8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798" y="3285120"/>
            <a:ext cx="85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   (9.9)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7ED8D3-9A91-46B9-BF59-67489597F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798" y="4031819"/>
            <a:ext cx="9797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   (9.10)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6C0EFC-9F43-4296-AD33-51F79B8A7FAE}"/>
              </a:ext>
            </a:extLst>
          </p:cNvPr>
          <p:cNvSpPr/>
          <p:nvPr/>
        </p:nvSpPr>
        <p:spPr>
          <a:xfrm>
            <a:off x="1947859" y="2971508"/>
            <a:ext cx="5376485" cy="88672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9A0184-BFC8-4060-99BF-23A23B0A135F}"/>
              </a:ext>
            </a:extLst>
          </p:cNvPr>
          <p:cNvSpPr/>
          <p:nvPr/>
        </p:nvSpPr>
        <p:spPr>
          <a:xfrm>
            <a:off x="2615185" y="3954758"/>
            <a:ext cx="3822192" cy="2586099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968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71248" y="1029979"/>
            <a:ext cx="545000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approach may be used to relate or compare sinusoids as an alternative to using the trigonometric identities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(9.9) and (9.10). Consider the set of axes shown in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9.3(a).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horizontal axis represents the magnitude of cosine, while the vertical axis (pointing down) denotes the magnitude of sine.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Angles are measured positively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counterclockwise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usual in polar coordinates. This graphical technique can be used to relate two sinusoids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4" y="671004"/>
            <a:ext cx="3634854" cy="528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5" name="Rectangle 19"/>
          <p:cNvSpPr>
            <a:spLocks noChangeArrowheads="1"/>
          </p:cNvSpPr>
          <p:nvPr/>
        </p:nvSpPr>
        <p:spPr bwMode="auto">
          <a:xfrm>
            <a:off x="0" y="3286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2394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876300"/>
            <a:ext cx="48196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4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1565275"/>
            <a:ext cx="1600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4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1470025"/>
            <a:ext cx="123825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9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650" y="1565275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20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1295400"/>
            <a:ext cx="5715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49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4" y="2855912"/>
            <a:ext cx="3533775" cy="280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50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2967393"/>
            <a:ext cx="38481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23" name="Picture 1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5777481"/>
            <a:ext cx="539115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52" name="Picture 1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2209800"/>
            <a:ext cx="401955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25" name="Picture 1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13" y="5800725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26" name="Picture 1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5559425"/>
            <a:ext cx="3048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3955" name="Picture 1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2497138"/>
            <a:ext cx="360045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60350" y="2476500"/>
            <a:ext cx="1282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/>
              <a:t>We obtain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26FB1F-1B82-4272-9419-78DFB7C8FC6E}"/>
              </a:ext>
            </a:extLst>
          </p:cNvPr>
          <p:cNvSpPr/>
          <p:nvPr/>
        </p:nvSpPr>
        <p:spPr>
          <a:xfrm>
            <a:off x="296484" y="795397"/>
            <a:ext cx="5376485" cy="5492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E42E6A4-5E02-42E9-AAC8-E7BE7730F931}"/>
              </a:ext>
            </a:extLst>
          </p:cNvPr>
          <p:cNvSpPr/>
          <p:nvPr/>
        </p:nvSpPr>
        <p:spPr>
          <a:xfrm>
            <a:off x="296485" y="1541430"/>
            <a:ext cx="5376485" cy="5745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C5919-D955-B1A1-299D-4C6E5405B5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593" y="91370"/>
            <a:ext cx="8353425" cy="6943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609600" y="1196975"/>
            <a:ext cx="792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</a:rPr>
              <a:t>Given v(t) = Vm sin (</a:t>
            </a:r>
            <a:r>
              <a:rPr lang="pt-BR" sz="2800" dirty="0">
                <a:latin typeface="Times New Roman" pitchFamily="18" charset="0"/>
              </a:rPr>
              <a:t>ω</a:t>
            </a:r>
            <a:r>
              <a:rPr lang="en-US" sz="2800" dirty="0">
                <a:latin typeface="Times New Roman" pitchFamily="18" charset="0"/>
              </a:rPr>
              <a:t>t +10</a:t>
            </a:r>
            <a:r>
              <a:rPr lang="en-US" sz="2800" baseline="30000" dirty="0">
                <a:latin typeface="Times New Roman" pitchFamily="18" charset="0"/>
              </a:rPr>
              <a:t>o</a:t>
            </a:r>
            <a:r>
              <a:rPr lang="en-US" sz="2800" dirty="0">
                <a:latin typeface="Times New Roman" pitchFamily="18" charset="0"/>
              </a:rPr>
              <a:t>). Transform to Cosine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533400" y="3876675"/>
            <a:ext cx="3048000" cy="466725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sz="2400" dirty="0">
                <a:latin typeface="Times New Roman" pitchFamily="18" charset="0"/>
              </a:rPr>
              <a:t>v(t) = V</a:t>
            </a:r>
            <a:r>
              <a:rPr lang="pt-BR" sz="2400" baseline="-25000" dirty="0">
                <a:latin typeface="Times New Roman" pitchFamily="18" charset="0"/>
              </a:rPr>
              <a:t>m</a:t>
            </a:r>
            <a:r>
              <a:rPr lang="pt-BR" sz="2400" dirty="0">
                <a:latin typeface="Times New Roman" pitchFamily="18" charset="0"/>
              </a:rPr>
              <a:t> sin (ωt +10</a:t>
            </a:r>
            <a:r>
              <a:rPr lang="pt-BR" sz="2400" baseline="30000" dirty="0">
                <a:latin typeface="Times New Roman" pitchFamily="18" charset="0"/>
              </a:rPr>
              <a:t>o</a:t>
            </a:r>
            <a:r>
              <a:rPr lang="pt-BR" sz="2400" dirty="0">
                <a:latin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4684713" y="3876675"/>
            <a:ext cx="3773487" cy="466725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sz="2400" dirty="0">
                <a:latin typeface="Times New Roman" pitchFamily="18" charset="0"/>
              </a:rPr>
              <a:t>v(t) = V</a:t>
            </a:r>
            <a:r>
              <a:rPr lang="pt-BR" sz="2400" baseline="-25000" dirty="0">
                <a:latin typeface="Times New Roman" pitchFamily="18" charset="0"/>
              </a:rPr>
              <a:t>m</a:t>
            </a:r>
            <a:r>
              <a:rPr lang="pt-BR" sz="2400" dirty="0">
                <a:latin typeface="Times New Roman" pitchFamily="18" charset="0"/>
              </a:rPr>
              <a:t> cos (ωt + 10</a:t>
            </a:r>
            <a:r>
              <a:rPr lang="pt-BR" sz="2400" baseline="30000" dirty="0">
                <a:latin typeface="Times New Roman" pitchFamily="18" charset="0"/>
              </a:rPr>
              <a:t>o</a:t>
            </a:r>
            <a:r>
              <a:rPr lang="pt-BR" sz="2400" dirty="0">
                <a:latin typeface="Times New Roman" pitchFamily="18" charset="0"/>
              </a:rPr>
              <a:t> - 90</a:t>
            </a:r>
            <a:r>
              <a:rPr lang="pt-BR" sz="2400" baseline="30000" dirty="0">
                <a:latin typeface="Times New Roman" pitchFamily="18" charset="0"/>
              </a:rPr>
              <a:t>o</a:t>
            </a:r>
            <a:r>
              <a:rPr lang="pt-BR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4856163" y="5400675"/>
            <a:ext cx="3094037" cy="466725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sz="2400" dirty="0">
                <a:latin typeface="Times New Roman" pitchFamily="18" charset="0"/>
              </a:rPr>
              <a:t>v(t) = V</a:t>
            </a:r>
            <a:r>
              <a:rPr lang="pt-BR" sz="2400" baseline="-25000" dirty="0">
                <a:latin typeface="Times New Roman" pitchFamily="18" charset="0"/>
              </a:rPr>
              <a:t>m</a:t>
            </a:r>
            <a:r>
              <a:rPr lang="pt-BR" sz="2400" dirty="0">
                <a:latin typeface="Times New Roman" pitchFamily="18" charset="0"/>
              </a:rPr>
              <a:t> cos (ωt – 80</a:t>
            </a:r>
            <a:r>
              <a:rPr lang="pt-BR" sz="2400" baseline="30000" dirty="0">
                <a:latin typeface="Times New Roman" pitchFamily="18" charset="0"/>
              </a:rPr>
              <a:t>o</a:t>
            </a:r>
            <a:r>
              <a:rPr lang="pt-BR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56329" name="AutoShape 9"/>
          <p:cNvSpPr>
            <a:spLocks noChangeArrowheads="1"/>
          </p:cNvSpPr>
          <p:nvPr/>
        </p:nvSpPr>
        <p:spPr bwMode="auto">
          <a:xfrm>
            <a:off x="3733800" y="396240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0" name="AutoShape 10"/>
          <p:cNvSpPr>
            <a:spLocks noChangeArrowheads="1"/>
          </p:cNvSpPr>
          <p:nvPr/>
        </p:nvSpPr>
        <p:spPr bwMode="auto">
          <a:xfrm>
            <a:off x="6248400" y="4419600"/>
            <a:ext cx="381000" cy="914400"/>
          </a:xfrm>
          <a:prstGeom prst="downArrow">
            <a:avLst>
              <a:gd name="adj1" fmla="val 50000"/>
              <a:gd name="adj2" fmla="val 6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305566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 </a:t>
            </a:r>
          </a:p>
        </p:txBody>
      </p:sp>
    </p:spTree>
    <p:extLst>
      <p:ext uri="{BB962C8B-B14F-4D97-AF65-F5344CB8AC3E}">
        <p14:creationId xmlns:p14="http://schemas.microsoft.com/office/powerpoint/2010/main" val="20477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/>
      <p:bldP spid="56325" grpId="0" animBg="1"/>
      <p:bldP spid="56326" grpId="0" animBg="1"/>
      <p:bldP spid="56327" grpId="0" animBg="1"/>
      <p:bldP spid="56329" grpId="0" animBg="1"/>
      <p:bldP spid="563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98BC5B-DC76-43EA-C982-175BEE082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90"/>
            <a:ext cx="9144000" cy="118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04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>
            <a:extLst>
              <a:ext uri="{FF2B5EF4-FFF2-40B4-BE49-F238E27FC236}">
                <a16:creationId xmlns:a16="http://schemas.microsoft.com/office/drawing/2014/main" id="{52E688AF-3DEF-4D4B-8AC2-BEF314D70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83" y="2913888"/>
            <a:ext cx="8061325" cy="3362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5520362B-9828-4ADC-AB86-4C20D4B72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" y="1343851"/>
            <a:ext cx="85201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calculate the phase in three ways. The first two methods use trigonometric identities, while the third method uses the graphical approach.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70B4637-4B73-453E-B31A-FBE48AA2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" y="2267776"/>
            <a:ext cx="8229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compare v1 and v2 we must express them in the same form. If we express them in cosine form with positive amplitudes,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93D392-294C-4D22-9135-8C5A30E35363}"/>
              </a:ext>
            </a:extLst>
          </p:cNvPr>
          <p:cNvGrpSpPr/>
          <p:nvPr/>
        </p:nvGrpSpPr>
        <p:grpSpPr>
          <a:xfrm>
            <a:off x="0" y="85066"/>
            <a:ext cx="9144000" cy="1146866"/>
            <a:chOff x="0" y="85066"/>
            <a:chExt cx="9144000" cy="114686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E8684A-9314-478F-BB8C-3E76B137E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5066"/>
              <a:ext cx="9144000" cy="1000022"/>
            </a:xfrm>
            <a:prstGeom prst="rect">
              <a:avLst/>
            </a:prstGeom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BCFCD58-DD67-4C3D-AB16-5DF12A83B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" y="679482"/>
              <a:ext cx="7658100" cy="55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A4893CB-9510-BC20-BE4B-50C303E4089E}"/>
              </a:ext>
            </a:extLst>
          </p:cNvPr>
          <p:cNvGrpSpPr/>
          <p:nvPr/>
        </p:nvGrpSpPr>
        <p:grpSpPr>
          <a:xfrm>
            <a:off x="3477319" y="5650267"/>
            <a:ext cx="1196640" cy="207000"/>
            <a:chOff x="3477319" y="5650267"/>
            <a:chExt cx="119664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E43163-A2B6-3D42-4BC0-5F2B7F27DEC2}"/>
                    </a:ext>
                  </a:extLst>
                </p14:cNvPr>
                <p14:cNvContentPartPr/>
                <p14:nvPr/>
              </p14:nvContentPartPr>
              <p14:xfrm>
                <a:off x="4551199" y="5717587"/>
                <a:ext cx="122760" cy="84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E43163-A2B6-3D42-4BC0-5F2B7F27DE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45079" y="5711467"/>
                  <a:ext cx="135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1C258E-BCB1-CB44-DE3A-75A86C1FDE73}"/>
                    </a:ext>
                  </a:extLst>
                </p14:cNvPr>
                <p14:cNvContentPartPr/>
                <p14:nvPr/>
              </p14:nvContentPartPr>
              <p14:xfrm>
                <a:off x="3477319" y="5650267"/>
                <a:ext cx="1135800" cy="207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1C258E-BCB1-CB44-DE3A-75A86C1FDE7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71199" y="5644147"/>
                  <a:ext cx="114804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D801C3-22C0-C404-3FE1-4B4729282B4D}"/>
                  </a:ext>
                </a:extLst>
              </p14:cNvPr>
              <p14:cNvContentPartPr/>
              <p14:nvPr/>
            </p14:nvContentPartPr>
            <p14:xfrm>
              <a:off x="2340079" y="5673307"/>
              <a:ext cx="2400480" cy="18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D801C3-22C0-C404-3FE1-4B4729282B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77439" y="5610307"/>
                <a:ext cx="2526120" cy="30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50E48-4EA9-5F34-6705-FB2E48A02EBC}"/>
              </a:ext>
            </a:extLst>
          </p:cNvPr>
          <p:cNvGrpSpPr/>
          <p:nvPr/>
        </p:nvGrpSpPr>
        <p:grpSpPr>
          <a:xfrm>
            <a:off x="621079" y="5631547"/>
            <a:ext cx="1809000" cy="218520"/>
            <a:chOff x="621079" y="5631547"/>
            <a:chExt cx="180900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79288D-5F42-62F7-777B-90A115AB8768}"/>
                    </a:ext>
                  </a:extLst>
                </p14:cNvPr>
                <p14:cNvContentPartPr/>
                <p14:nvPr/>
              </p14:nvContentPartPr>
              <p14:xfrm>
                <a:off x="621079" y="5631547"/>
                <a:ext cx="1809000" cy="197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79288D-5F42-62F7-777B-90A115AB876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8439" y="5568907"/>
                  <a:ext cx="19346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C70BE37-E882-FECB-C000-C8CC80AC4DEA}"/>
                    </a:ext>
                  </a:extLst>
                </p14:cNvPr>
                <p14:cNvContentPartPr/>
                <p14:nvPr/>
              </p14:nvContentPartPr>
              <p14:xfrm>
                <a:off x="892519" y="5808667"/>
                <a:ext cx="159840" cy="41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C70BE37-E882-FECB-C000-C8CC80AC4DE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9519" y="5746027"/>
                  <a:ext cx="285480" cy="16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4481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6B80CD2-FC54-45A9-B9BD-4C710625E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47" y="411480"/>
            <a:ext cx="8040872" cy="14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ADC12637-27AD-4FF9-B05E-195896689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50" y="1565924"/>
            <a:ext cx="8023600" cy="756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57876424-4CC4-451F-8D11-5DF21D918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50" y="2316480"/>
            <a:ext cx="8215300" cy="1284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6099B59-6DE7-41D8-A3E5-890204E8D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450" y="3497580"/>
            <a:ext cx="5388214" cy="2528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0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1A50-DBED-4448-B4CB-0FA13F7C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Complex Numbers 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2723-8F29-4528-9FB9-B2E2540B66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52059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powerful method for representing sinusoids is the phasor.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But in order to understand how they work, we need to cover some complex numbers first.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 complex number </a:t>
            </a:r>
            <a:r>
              <a:rPr lang="en-US" altLang="en-US" sz="2400" i="1" noProof="0" dirty="0"/>
              <a:t>z</a:t>
            </a:r>
            <a:r>
              <a:rPr lang="en-US" altLang="en-US" sz="2400" noProof="0" dirty="0"/>
              <a:t> can be represented in </a:t>
            </a:r>
            <a:r>
              <a:rPr lang="en-US" altLang="en-US" sz="2400" noProof="0" dirty="0">
                <a:solidFill>
                  <a:srgbClr val="FF0000"/>
                </a:solidFill>
              </a:rPr>
              <a:t>rectangular</a:t>
            </a:r>
            <a:r>
              <a:rPr lang="en-US" altLang="en-US" sz="2400" noProof="0" dirty="0"/>
              <a:t> form as:</a:t>
            </a:r>
            <a:endParaRPr lang="en-US" sz="2400" noProof="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C3035FA-5419-4DED-BD00-31ED864BA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795514"/>
              </p:ext>
            </p:extLst>
          </p:nvPr>
        </p:nvGraphicFramePr>
        <p:xfrm>
          <a:off x="962834" y="3797300"/>
          <a:ext cx="17716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1650" imgH="523994" progId="Equation.DSMT4">
                  <p:embed/>
                </p:oleObj>
              </mc:Choice>
              <mc:Fallback>
                <p:oleObj name="Equation" r:id="rId2" imgW="1771650" imgH="523994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C3035FA-5419-4DED-BD00-31ED864BA2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2834" y="3797300"/>
                        <a:ext cx="177165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D89C1-E404-4305-98A9-B276916847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4884" y="4447222"/>
            <a:ext cx="8458200" cy="458730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It can also be written in</a:t>
            </a:r>
            <a:r>
              <a:rPr lang="en-US" altLang="en-US" sz="2400" noProof="0" dirty="0">
                <a:solidFill>
                  <a:srgbClr val="FF0000"/>
                </a:solidFill>
              </a:rPr>
              <a:t> polar </a:t>
            </a:r>
            <a:r>
              <a:rPr lang="en-US" altLang="en-US" sz="2400" noProof="0" dirty="0"/>
              <a:t>or </a:t>
            </a:r>
            <a:r>
              <a:rPr lang="en-US" altLang="en-US" sz="2400" noProof="0" dirty="0">
                <a:solidFill>
                  <a:srgbClr val="FF0000"/>
                </a:solidFill>
              </a:rPr>
              <a:t>exponential</a:t>
            </a:r>
            <a:r>
              <a:rPr lang="en-US" altLang="en-US" sz="2400" noProof="0" dirty="0"/>
              <a:t> form as: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2851D15-F50D-493A-8148-B6E59F0ED4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057566"/>
              </p:ext>
            </p:extLst>
          </p:nvPr>
        </p:nvGraphicFramePr>
        <p:xfrm>
          <a:off x="962834" y="5238929"/>
          <a:ext cx="2604707" cy="633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2650" imgH="523994" progId="Equation.DSMT4">
                  <p:embed/>
                </p:oleObj>
              </mc:Choice>
              <mc:Fallback>
                <p:oleObj name="Equation" r:id="rId4" imgW="2152650" imgH="523994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2851D15-F50D-493A-8148-B6E59F0ED4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2834" y="5238929"/>
                        <a:ext cx="2604707" cy="633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A42358-A9B8-4CEA-935B-D21045B13367}"/>
              </a:ext>
            </a:extLst>
          </p:cNvPr>
          <p:cNvSpPr/>
          <p:nvPr/>
        </p:nvSpPr>
        <p:spPr>
          <a:xfrm>
            <a:off x="688848" y="3815991"/>
            <a:ext cx="2665730" cy="5492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EA17B7-9583-4C67-810B-C16FD00EF77E}"/>
              </a:ext>
            </a:extLst>
          </p:cNvPr>
          <p:cNvSpPr/>
          <p:nvPr/>
        </p:nvSpPr>
        <p:spPr>
          <a:xfrm>
            <a:off x="827055" y="5238928"/>
            <a:ext cx="2876264" cy="6338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7A9872-1645-FBC5-CB87-253CF74DE1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095714"/>
            <a:ext cx="9144000" cy="6665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8BD419-5CF3-9258-D3E8-58F683961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22" y="6065016"/>
            <a:ext cx="4772691" cy="400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0B2725-9D79-A11B-DD7B-0AF192A40C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5517" y="5033527"/>
            <a:ext cx="3105583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7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1A50-DBED-4448-B4CB-0FA13F7C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Complex Numbers 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2723-8F29-4528-9FB9-B2E2540B66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572000" cy="2012591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different forms can be interconverted.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Starting with </a:t>
            </a:r>
            <a:r>
              <a:rPr lang="en-US" altLang="en-US" b="1" noProof="0" dirty="0"/>
              <a:t>rectangular </a:t>
            </a:r>
            <a:r>
              <a:rPr lang="en-US" altLang="en-US" noProof="0" dirty="0"/>
              <a:t>form, one can go </a:t>
            </a:r>
            <a:r>
              <a:rPr lang="en-US" altLang="en-US" b="1" noProof="0" dirty="0"/>
              <a:t>to</a:t>
            </a:r>
            <a:r>
              <a:rPr lang="en-US" altLang="en-US" noProof="0" dirty="0"/>
              <a:t> </a:t>
            </a:r>
            <a:r>
              <a:rPr lang="en-US" altLang="en-US" b="1" noProof="0" dirty="0"/>
              <a:t>polar</a:t>
            </a:r>
            <a:r>
              <a:rPr lang="en-US" altLang="en-US" noProof="0" dirty="0"/>
              <a:t>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5457D8B-DCFB-493F-B53C-E5BBF6D9F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316015"/>
              </p:ext>
            </p:extLst>
          </p:nvPr>
        </p:nvGraphicFramePr>
        <p:xfrm>
          <a:off x="864786" y="3381796"/>
          <a:ext cx="3528226" cy="843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0750" imgH="523994" progId="Equation.DSMT4">
                  <p:embed/>
                </p:oleObj>
              </mc:Choice>
              <mc:Fallback>
                <p:oleObj name="Equation" r:id="rId2" imgW="2190750" imgH="523994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5457D8B-DCFB-493F-B53C-E5BBF6D9F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4786" y="3381796"/>
                        <a:ext cx="3528226" cy="843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D89C1-E404-4305-98A9-B276916847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356100"/>
            <a:ext cx="4572000" cy="13970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Likewise, from </a:t>
            </a:r>
            <a:r>
              <a:rPr lang="en-US" altLang="en-US" b="1" noProof="0" dirty="0"/>
              <a:t>polar to rectangular</a:t>
            </a:r>
            <a:r>
              <a:rPr lang="en-US" altLang="en-US" noProof="0" dirty="0"/>
              <a:t> form goes as follows: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B1923B0-CB49-4FF8-84C5-E0D258F614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586578"/>
              </p:ext>
            </p:extLst>
          </p:nvPr>
        </p:nvGraphicFramePr>
        <p:xfrm>
          <a:off x="961772" y="5855566"/>
          <a:ext cx="3334255" cy="494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5075" imgH="371475" progId="Equation.DSMT4">
                  <p:embed/>
                </p:oleObj>
              </mc:Choice>
              <mc:Fallback>
                <p:oleObj name="Equation" r:id="rId4" imgW="2505075" imgH="371475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B1923B0-CB49-4FF8-84C5-E0D258F614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1772" y="5855566"/>
                        <a:ext cx="3334255" cy="494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6">
            <a:extLst>
              <a:ext uri="{FF2B5EF4-FFF2-40B4-BE49-F238E27FC236}">
                <a16:creationId xmlns:a16="http://schemas.microsoft.com/office/drawing/2014/main" id="{16C6912C-10AE-44E6-B4E5-55E133A51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470" y="1945404"/>
            <a:ext cx="3570061" cy="3716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0C5F56-3053-4306-80ED-9BA2089E2A49}"/>
              </a:ext>
            </a:extLst>
          </p:cNvPr>
          <p:cNvSpPr/>
          <p:nvPr/>
        </p:nvSpPr>
        <p:spPr>
          <a:xfrm>
            <a:off x="578166" y="3368893"/>
            <a:ext cx="4101465" cy="8266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20B237-4ACC-4277-B59B-201E03950BF4}"/>
              </a:ext>
            </a:extLst>
          </p:cNvPr>
          <p:cNvSpPr/>
          <p:nvPr/>
        </p:nvSpPr>
        <p:spPr>
          <a:xfrm>
            <a:off x="744854" y="5800785"/>
            <a:ext cx="3717417" cy="5492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95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7781FB-D573-4AE2-8CFA-A83FE168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09" y="0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Complex Numbers </a:t>
            </a:r>
            <a:endParaRPr lang="en-US" noProof="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908490B-92AC-4A00-A884-291B697843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5009" y="608890"/>
            <a:ext cx="8458200" cy="896526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following mathematical operations are important.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B0D3B78-2371-4618-9356-2F5C86ED05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3602" y="1366333"/>
            <a:ext cx="1143000" cy="408234"/>
          </a:xfrm>
        </p:spPr>
        <p:txBody>
          <a:bodyPr>
            <a:normAutofit/>
          </a:bodyPr>
          <a:lstStyle/>
          <a:p>
            <a:r>
              <a:rPr lang="en-US" altLang="en-US" sz="1800" noProof="0" dirty="0"/>
              <a:t>Addition</a:t>
            </a:r>
            <a:endParaRPr lang="en-US" sz="1800" noProof="0" dirty="0"/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3C93423C-9394-4F84-A649-0E3E4F0C6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824110"/>
              </p:ext>
            </p:extLst>
          </p:nvPr>
        </p:nvGraphicFramePr>
        <p:xfrm>
          <a:off x="1781384" y="1338856"/>
          <a:ext cx="3179691" cy="438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253800" progId="Equation.DSMT4">
                  <p:embed/>
                </p:oleObj>
              </mc:Choice>
              <mc:Fallback>
                <p:oleObj name="Equation" r:id="rId2" imgW="1841400" imgH="2538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3C93423C-9394-4F84-A649-0E3E4F0C6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1384" y="1338856"/>
                        <a:ext cx="3179691" cy="438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6E5B6E7-A6E2-48FA-97AB-12C9A3CB843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83602" y="1994630"/>
            <a:ext cx="1473200" cy="408234"/>
          </a:xfrm>
        </p:spPr>
        <p:txBody>
          <a:bodyPr>
            <a:normAutofit/>
          </a:bodyPr>
          <a:lstStyle/>
          <a:p>
            <a:r>
              <a:rPr lang="en-US" altLang="en-US" sz="1800" noProof="0" dirty="0"/>
              <a:t>Subtraction</a:t>
            </a:r>
            <a:endParaRPr lang="en-US" sz="1800" noProof="0" dirty="0"/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F22A6C97-F28E-46B5-A37E-096FC6E6A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439760"/>
              </p:ext>
            </p:extLst>
          </p:nvPr>
        </p:nvGraphicFramePr>
        <p:xfrm>
          <a:off x="1757029" y="2032121"/>
          <a:ext cx="3157761" cy="438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253800" progId="Equation.DSMT4">
                  <p:embed/>
                </p:oleObj>
              </mc:Choice>
              <mc:Fallback>
                <p:oleObj name="Equation" r:id="rId4" imgW="1828800" imgH="2538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F22A6C97-F28E-46B5-A37E-096FC6E6A1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7029" y="2032121"/>
                        <a:ext cx="3157761" cy="438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4FFB154-23A5-4A67-B98E-460D5F7F991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9759" y="2847399"/>
            <a:ext cx="1663700" cy="408234"/>
          </a:xfrm>
        </p:spPr>
        <p:txBody>
          <a:bodyPr>
            <a:normAutofit/>
          </a:bodyPr>
          <a:lstStyle/>
          <a:p>
            <a:r>
              <a:rPr lang="en-US" altLang="en-US" sz="1800" noProof="0" dirty="0"/>
              <a:t>Multiplication</a:t>
            </a:r>
            <a:endParaRPr lang="en-US" sz="1800" noProof="0" dirty="0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A6BD018D-93AE-4A5F-ACF2-21ACD91FD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826350"/>
              </p:ext>
            </p:extLst>
          </p:nvPr>
        </p:nvGraphicFramePr>
        <p:xfrm>
          <a:off x="1781384" y="2819735"/>
          <a:ext cx="2182387" cy="449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53800" progId="Equation.DSMT4">
                  <p:embed/>
                </p:oleObj>
              </mc:Choice>
              <mc:Fallback>
                <p:oleObj name="Equation" r:id="rId6" imgW="1231560" imgH="2538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A6BD018D-93AE-4A5F-ACF2-21ACD91FDB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1384" y="2819735"/>
                        <a:ext cx="2182387" cy="449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FF517B4-BDD1-421C-92A9-C0E61084A8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3602" y="3627541"/>
            <a:ext cx="1143000" cy="408234"/>
          </a:xfrm>
        </p:spPr>
        <p:txBody>
          <a:bodyPr>
            <a:normAutofit/>
          </a:bodyPr>
          <a:lstStyle/>
          <a:p>
            <a:r>
              <a:rPr lang="en-US" sz="1800" noProof="0" dirty="0"/>
              <a:t>Division</a:t>
            </a: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685C043B-6554-415B-9025-050A03BDC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097926"/>
              </p:ext>
            </p:extLst>
          </p:nvPr>
        </p:nvGraphicFramePr>
        <p:xfrm>
          <a:off x="1799593" y="3471081"/>
          <a:ext cx="1951671" cy="74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431640" progId="Equation.DSMT4">
                  <p:embed/>
                </p:oleObj>
              </mc:Choice>
              <mc:Fallback>
                <p:oleObj name="Equation" r:id="rId8" imgW="1130040" imgH="43164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685C043B-6554-415B-9025-050A03BDC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99593" y="3471081"/>
                        <a:ext cx="1951671" cy="745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B1287A0-B56B-494E-8173-47E6C5C8D67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1901" y="4468756"/>
            <a:ext cx="1473200" cy="408235"/>
          </a:xfrm>
        </p:spPr>
        <p:txBody>
          <a:bodyPr>
            <a:normAutofit/>
          </a:bodyPr>
          <a:lstStyle/>
          <a:p>
            <a:r>
              <a:rPr lang="en-US" altLang="en-US" sz="1800" noProof="0" dirty="0"/>
              <a:t>Reciprocal</a:t>
            </a:r>
            <a:endParaRPr lang="en-US" sz="1800" noProof="0" dirty="0"/>
          </a:p>
        </p:txBody>
      </p: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0CD50D9F-DA1A-4BC0-9816-40B3B8E45C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280057"/>
              </p:ext>
            </p:extLst>
          </p:nvPr>
        </p:nvGraphicFramePr>
        <p:xfrm>
          <a:off x="1995975" y="4359572"/>
          <a:ext cx="1329477" cy="634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480" imgH="393480" progId="Equation.DSMT4">
                  <p:embed/>
                </p:oleObj>
              </mc:Choice>
              <mc:Fallback>
                <p:oleObj name="Equation" r:id="rId10" imgW="825480" imgH="3934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0CD50D9F-DA1A-4BC0-9816-40B3B8E45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95975" y="4359572"/>
                        <a:ext cx="1329477" cy="634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93E551A-A1DB-456F-862D-C26D25FB7B2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80397" y="5204883"/>
            <a:ext cx="1663700" cy="408234"/>
          </a:xfrm>
        </p:spPr>
        <p:txBody>
          <a:bodyPr>
            <a:normAutofit/>
          </a:bodyPr>
          <a:lstStyle/>
          <a:p>
            <a:r>
              <a:rPr lang="en-US" altLang="en-US" sz="1800" noProof="0" dirty="0"/>
              <a:t>Square Root</a:t>
            </a:r>
            <a:endParaRPr lang="en-US" sz="1800" noProof="0" dirty="0"/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8BDE5890-5001-4D5E-983B-0EF2E58DD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347375"/>
              </p:ext>
            </p:extLst>
          </p:nvPr>
        </p:nvGraphicFramePr>
        <p:xfrm>
          <a:off x="1813459" y="5256796"/>
          <a:ext cx="1561902" cy="390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680" imgH="266400" progId="Equation.DSMT4">
                  <p:embed/>
                </p:oleObj>
              </mc:Choice>
              <mc:Fallback>
                <p:oleObj name="Equation" r:id="rId12" imgW="1066680" imgH="26640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8BDE5890-5001-4D5E-983B-0EF2E58DD1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13459" y="5256796"/>
                        <a:ext cx="1561902" cy="390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20D3CEA-44DB-4B06-9393-BE150B9F0DE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49759" y="6027498"/>
            <a:ext cx="2456180" cy="408234"/>
          </a:xfrm>
        </p:spPr>
        <p:txBody>
          <a:bodyPr>
            <a:normAutofit/>
          </a:bodyPr>
          <a:lstStyle/>
          <a:p>
            <a:r>
              <a:rPr lang="en-US" altLang="en-US" sz="1800" noProof="0" dirty="0"/>
              <a:t>Complex Conjugate</a:t>
            </a:r>
            <a:endParaRPr lang="en-US" sz="1800" noProof="0" dirty="0"/>
          </a:p>
        </p:txBody>
      </p:sp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95AD0BDF-4A4D-41DD-8E48-0C17575EC6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737256"/>
              </p:ext>
            </p:extLst>
          </p:nvPr>
        </p:nvGraphicFramePr>
        <p:xfrm>
          <a:off x="2139711" y="6010047"/>
          <a:ext cx="2947347" cy="404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63560" imgH="228600" progId="Equation.DSMT4">
                  <p:embed/>
                </p:oleObj>
              </mc:Choice>
              <mc:Fallback>
                <p:oleObj name="Equation" r:id="rId14" imgW="1663560" imgH="22860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95AD0BDF-4A4D-41DD-8E48-0C17575EC6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39711" y="6010047"/>
                        <a:ext cx="2947347" cy="404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FF755D5-A562-44EF-8AD2-8DEA5CBE0513}"/>
              </a:ext>
            </a:extLst>
          </p:cNvPr>
          <p:cNvSpPr/>
          <p:nvPr/>
        </p:nvSpPr>
        <p:spPr>
          <a:xfrm>
            <a:off x="1718209" y="1272421"/>
            <a:ext cx="3214486" cy="5492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7AE1D10-4692-4538-847E-1E02AAC57A36}"/>
              </a:ext>
            </a:extLst>
          </p:cNvPr>
          <p:cNvSpPr/>
          <p:nvPr/>
        </p:nvSpPr>
        <p:spPr>
          <a:xfrm>
            <a:off x="1741087" y="1996799"/>
            <a:ext cx="3214486" cy="5492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3AA069-2384-4E2C-94C5-FEB6B08BEB0E}"/>
              </a:ext>
            </a:extLst>
          </p:cNvPr>
          <p:cNvSpPr/>
          <p:nvPr/>
        </p:nvSpPr>
        <p:spPr>
          <a:xfrm>
            <a:off x="1741087" y="2798318"/>
            <a:ext cx="2311368" cy="5492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A183F01-449F-4BF8-8D54-826B844F0AA4}"/>
              </a:ext>
            </a:extLst>
          </p:cNvPr>
          <p:cNvSpPr/>
          <p:nvPr/>
        </p:nvSpPr>
        <p:spPr>
          <a:xfrm>
            <a:off x="1721264" y="3492299"/>
            <a:ext cx="2331192" cy="6787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D41AEF-E904-41DC-AC0B-730C99749B62}"/>
              </a:ext>
            </a:extLst>
          </p:cNvPr>
          <p:cNvSpPr/>
          <p:nvPr/>
        </p:nvSpPr>
        <p:spPr>
          <a:xfrm>
            <a:off x="1718209" y="4326740"/>
            <a:ext cx="1786991" cy="6787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0491E6-F524-474A-A00F-E6AF6037590B}"/>
              </a:ext>
            </a:extLst>
          </p:cNvPr>
          <p:cNvSpPr/>
          <p:nvPr/>
        </p:nvSpPr>
        <p:spPr>
          <a:xfrm>
            <a:off x="1725846" y="5091099"/>
            <a:ext cx="1786992" cy="6787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BBB3BA2-803F-4B4F-8579-0FA768E915E6}"/>
              </a:ext>
            </a:extLst>
          </p:cNvPr>
          <p:cNvSpPr/>
          <p:nvPr/>
        </p:nvSpPr>
        <p:spPr>
          <a:xfrm>
            <a:off x="2139711" y="5880157"/>
            <a:ext cx="3000325" cy="6787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E51D5-3801-4A53-9407-F4E36F8BC7F8}"/>
              </a:ext>
            </a:extLst>
          </p:cNvPr>
          <p:cNvSpPr/>
          <p:nvPr/>
        </p:nvSpPr>
        <p:spPr>
          <a:xfrm>
            <a:off x="5138837" y="6060657"/>
            <a:ext cx="1898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PMingLiU" pitchFamily="18" charset="-120"/>
                <a:cs typeface="Times New Roman" panose="02020603050405020304" pitchFamily="18" charset="0"/>
              </a:rPr>
              <a:t>Euler’s identity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E13CE006-03DD-4865-A1AB-C4A0AEFB6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623353"/>
              </p:ext>
            </p:extLst>
          </p:nvPr>
        </p:nvGraphicFramePr>
        <p:xfrm>
          <a:off x="6726031" y="6003015"/>
          <a:ext cx="2362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82700" imgH="228600" progId="Equation.3">
                  <p:embed/>
                </p:oleObj>
              </mc:Choice>
              <mc:Fallback>
                <p:oleObj name="Equation" r:id="rId16" imgW="1282700" imgH="228600" progId="Equation.3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E13CE006-03DD-4865-A1AB-C4A0AEFB6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031" y="6003015"/>
                        <a:ext cx="2362200" cy="457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F6F7350-CBF6-4DD9-8A5D-0E4BF2AD04AF}"/>
              </a:ext>
            </a:extLst>
          </p:cNvPr>
          <p:cNvSpPr/>
          <p:nvPr/>
        </p:nvSpPr>
        <p:spPr>
          <a:xfrm>
            <a:off x="6674252" y="6020509"/>
            <a:ext cx="2465758" cy="4572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B5A9E-B33B-5A87-1E41-82DF475F21D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89158" y="5256995"/>
            <a:ext cx="738257" cy="47560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B65231A-ABEC-B4F1-2910-740FB291BEDF}"/>
              </a:ext>
            </a:extLst>
          </p:cNvPr>
          <p:cNvGrpSpPr/>
          <p:nvPr/>
        </p:nvGrpSpPr>
        <p:grpSpPr>
          <a:xfrm>
            <a:off x="4521319" y="5550907"/>
            <a:ext cx="200880" cy="247680"/>
            <a:chOff x="4521319" y="5550907"/>
            <a:chExt cx="20088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A907FDF-19DE-03B1-F872-34A84890D248}"/>
                    </a:ext>
                  </a:extLst>
                </p14:cNvPr>
                <p14:cNvContentPartPr/>
                <p14:nvPr/>
              </p14:nvContentPartPr>
              <p14:xfrm>
                <a:off x="4570999" y="5550907"/>
                <a:ext cx="151200" cy="22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A907FDF-19DE-03B1-F872-34A84890D2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2359" y="5541907"/>
                  <a:ext cx="168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246BE1D-3698-7E1E-801E-C22E34585466}"/>
                    </a:ext>
                  </a:extLst>
                </p14:cNvPr>
                <p14:cNvContentPartPr/>
                <p14:nvPr/>
              </p14:nvContentPartPr>
              <p14:xfrm>
                <a:off x="4521319" y="5636227"/>
                <a:ext cx="177120" cy="162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246BE1D-3698-7E1E-801E-C22E3458546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12679" y="5627227"/>
                  <a:ext cx="194760" cy="18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503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1A50-DBED-4448-B4CB-0FA13F7C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Phasors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2723-8F29-4528-9FB9-B2E2540B66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99812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idea of a phasor representation is based on </a:t>
            </a:r>
            <a:r>
              <a:rPr lang="en-US" altLang="en-US" noProof="0" dirty="0">
                <a:solidFill>
                  <a:srgbClr val="FF0000"/>
                </a:solidFill>
              </a:rPr>
              <a:t>Euler’s</a:t>
            </a:r>
            <a:r>
              <a:rPr lang="en-US" altLang="en-US" noProof="0" dirty="0"/>
              <a:t> identity: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5652BE9-A7F3-469E-815B-CB02CDB24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126323"/>
              </p:ext>
            </p:extLst>
          </p:nvPr>
        </p:nvGraphicFramePr>
        <p:xfrm>
          <a:off x="921720" y="2334616"/>
          <a:ext cx="3185760" cy="569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5075" imgH="447556" progId="Equation.DSMT4">
                  <p:embed/>
                </p:oleObj>
              </mc:Choice>
              <mc:Fallback>
                <p:oleObj name="Equation" r:id="rId2" imgW="2505075" imgH="4475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5652BE9-A7F3-469E-815B-CB02CDB24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1720" y="2334616"/>
                        <a:ext cx="3185760" cy="569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D89C1-E404-4305-98A9-B276916847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013825"/>
            <a:ext cx="8458200" cy="2959100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From this we can represent a sinusoid as the real component of a vector in the complex plane.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</a:t>
            </a:r>
            <a:r>
              <a:rPr lang="en-US" altLang="en-US" b="1" noProof="0" dirty="0"/>
              <a:t>length</a:t>
            </a:r>
            <a:r>
              <a:rPr lang="en-US" altLang="en-US" noProof="0" dirty="0"/>
              <a:t> of the vector is the </a:t>
            </a:r>
            <a:r>
              <a:rPr lang="en-US" altLang="en-US" b="1" noProof="0" dirty="0"/>
              <a:t>amplitude</a:t>
            </a:r>
            <a:r>
              <a:rPr lang="en-US" altLang="en-US" noProof="0" dirty="0"/>
              <a:t> of the sinusoid.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vector, </a:t>
            </a:r>
            <a:r>
              <a:rPr lang="en-US" altLang="en-US" b="1" noProof="0" dirty="0"/>
              <a:t>V</a:t>
            </a:r>
            <a:r>
              <a:rPr lang="en-US" altLang="en-US" noProof="0" dirty="0"/>
              <a:t>, in polar form, is at an angle</a:t>
            </a:r>
            <a:r>
              <a:rPr lang="en-US" altLang="en-US" b="1" noProof="0" dirty="0"/>
              <a:t> </a:t>
            </a:r>
            <a:r>
              <a:rPr lang="en-US" altLang="en-US" b="1" i="1" noProof="0" dirty="0">
                <a:cs typeface="Times New Roman" panose="02020603050405020304" pitchFamily="18" charset="0"/>
                <a:sym typeface="Symbol" panose="05050102010706020507" pitchFamily="18" charset="2"/>
              </a:rPr>
              <a:t>ϕ</a:t>
            </a:r>
            <a:r>
              <a:rPr lang="en-US" altLang="en-US" b="1" noProof="0" dirty="0">
                <a:sym typeface="Symbol" panose="05050102010706020507" pitchFamily="18" charset="2"/>
              </a:rPr>
              <a:t> </a:t>
            </a:r>
            <a:r>
              <a:rPr lang="en-US" altLang="en-US" noProof="0" dirty="0">
                <a:sym typeface="Symbol" panose="05050102010706020507" pitchFamily="18" charset="2"/>
              </a:rPr>
              <a:t>with respect to the positive real axis.</a:t>
            </a:r>
            <a:endParaRPr lang="en-US" altLang="en-US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85BBF2-6835-48C8-8239-B41F51C6F6EF}"/>
              </a:ext>
            </a:extLst>
          </p:cNvPr>
          <p:cNvSpPr/>
          <p:nvPr/>
        </p:nvSpPr>
        <p:spPr>
          <a:xfrm>
            <a:off x="676335" y="2304969"/>
            <a:ext cx="3529905" cy="6787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9141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1A50-DBED-4448-B4CB-0FA13F7C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Phasors 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2723-8F29-4528-9FB9-B2E2540B66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2316" y="910949"/>
            <a:ext cx="8458200" cy="1453965"/>
          </a:xfrm>
        </p:spPr>
        <p:txBody>
          <a:bodyPr>
            <a:noAutofit/>
          </a:bodyPr>
          <a:lstStyle/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Phasors are typically represented at </a:t>
            </a:r>
            <a:r>
              <a:rPr lang="en-US" altLang="en-US" sz="2600" i="1" noProof="0" dirty="0"/>
              <a:t>t = 0</a:t>
            </a:r>
            <a:r>
              <a:rPr lang="en-US" altLang="en-US" sz="2600" noProof="0" dirty="0"/>
              <a:t>.</a:t>
            </a:r>
          </a:p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As such, the transformation between </a:t>
            </a:r>
            <a:r>
              <a:rPr lang="en-US" altLang="en-US" sz="2600" b="1" noProof="0" dirty="0"/>
              <a:t>time domain </a:t>
            </a:r>
            <a:r>
              <a:rPr lang="en-US" altLang="en-US" sz="2600" noProof="0" dirty="0"/>
              <a:t>to </a:t>
            </a:r>
            <a:r>
              <a:rPr lang="en-US" altLang="en-US" sz="2600" b="1" noProof="0" dirty="0"/>
              <a:t>phasor domain </a:t>
            </a:r>
            <a:r>
              <a:rPr lang="en-US" altLang="en-US" sz="2600" noProof="0" dirty="0"/>
              <a:t>is: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4D9AF06-6377-415A-9C63-9F4BA8CED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783675"/>
              </p:ext>
            </p:extLst>
          </p:nvPr>
        </p:nvGraphicFramePr>
        <p:xfrm>
          <a:off x="1925254" y="2465714"/>
          <a:ext cx="5092323" cy="93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6650" imgH="676156" progId="Equation.DSMT4">
                  <p:embed/>
                </p:oleObj>
              </mc:Choice>
              <mc:Fallback>
                <p:oleObj name="Equation" r:id="rId2" imgW="3676650" imgH="6761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4D9AF06-6377-415A-9C63-9F4BA8CED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25254" y="2465714"/>
                        <a:ext cx="5092323" cy="936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D89C1-E404-4305-98A9-B276916847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530121"/>
            <a:ext cx="8458200" cy="47810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They can be graphically represented as shown here.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05B963E-14E4-4E55-B5AD-CA1EE2053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76" y="4135966"/>
            <a:ext cx="5604903" cy="226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6FCC13-8A3A-4949-8467-97972D61B7F8}"/>
              </a:ext>
            </a:extLst>
          </p:cNvPr>
          <p:cNvSpPr/>
          <p:nvPr/>
        </p:nvSpPr>
        <p:spPr>
          <a:xfrm>
            <a:off x="1906645" y="2364914"/>
            <a:ext cx="5761041" cy="10374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5805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7239494E-A4C3-4CFB-8A06-04A096D3D786}"/>
              </a:ext>
            </a:extLst>
          </p:cNvPr>
          <p:cNvSpPr txBox="1">
            <a:spLocks noChangeArrowheads="1"/>
          </p:cNvSpPr>
          <p:nvPr/>
        </p:nvSpPr>
        <p:spPr>
          <a:xfrm>
            <a:off x="114641" y="530352"/>
            <a:ext cx="8305800" cy="243681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344488" indent="-3429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Font typeface="Arial" panose="020B0604020202020204" pitchFamily="34" charset="0"/>
              <a:buChar char="•"/>
              <a:defRPr sz="260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517525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741363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398463">
              <a:lnSpc>
                <a:spcPct val="90000"/>
              </a:lnSpc>
            </a:pPr>
            <a:r>
              <a:rPr lang="en-US" sz="2400">
                <a:cs typeface="Times New Roman" panose="02020603050405020304" pitchFamily="18" charset="0"/>
              </a:rPr>
              <a:t>Transform a sinusoid </a:t>
            </a:r>
            <a:r>
              <a:rPr lang="en-US" altLang="zh-TW" sz="2400">
                <a:ea typeface="PMingLiU" pitchFamily="18" charset="-120"/>
                <a:cs typeface="Times New Roman" panose="02020603050405020304" pitchFamily="18" charset="0"/>
              </a:rPr>
              <a:t>to and from the time  domain to the phasor domain:</a:t>
            </a:r>
          </a:p>
          <a:p>
            <a:pPr marL="623888" indent="-398463">
              <a:lnSpc>
                <a:spcPct val="90000"/>
              </a:lnSpc>
              <a:buFontTx/>
              <a:buNone/>
            </a:pPr>
            <a:r>
              <a:rPr lang="en-US" altLang="zh-TW" sz="2400">
                <a:ea typeface="PMingLiU" pitchFamily="18" charset="-120"/>
                <a:cs typeface="Times New Roman" panose="02020603050405020304" pitchFamily="18" charset="0"/>
              </a:rPr>
              <a:t>    </a:t>
            </a:r>
          </a:p>
          <a:p>
            <a:pPr marL="623888" indent="-398463">
              <a:lnSpc>
                <a:spcPct val="90000"/>
              </a:lnSpc>
              <a:buFontTx/>
              <a:buNone/>
            </a:pPr>
            <a:endParaRPr lang="en-US" altLang="zh-TW" sz="2400">
              <a:ea typeface="PMingLiU" pitchFamily="18" charset="-120"/>
              <a:cs typeface="Times New Roman" panose="02020603050405020304" pitchFamily="18" charset="0"/>
            </a:endParaRPr>
          </a:p>
          <a:p>
            <a:pPr marL="623888" indent="-398463">
              <a:lnSpc>
                <a:spcPct val="90000"/>
              </a:lnSpc>
              <a:buFontTx/>
              <a:buNone/>
            </a:pPr>
            <a:r>
              <a:rPr lang="en-US" altLang="zh-TW">
                <a:ea typeface="PMingLiU" pitchFamily="18" charset="-120"/>
                <a:cs typeface="Times New Roman" panose="02020603050405020304" pitchFamily="18" charset="0"/>
              </a:rPr>
              <a:t>	</a:t>
            </a:r>
          </a:p>
          <a:p>
            <a:pPr marL="623888" indent="-398463">
              <a:lnSpc>
                <a:spcPct val="90000"/>
              </a:lnSpc>
              <a:buFontTx/>
              <a:buNone/>
            </a:pPr>
            <a:r>
              <a:rPr lang="en-US" altLang="zh-TW">
                <a:ea typeface="PMingLiU" pitchFamily="18" charset="-120"/>
                <a:cs typeface="Times New Roman" panose="02020603050405020304" pitchFamily="18" charset="0"/>
              </a:rPr>
              <a:t> (time domain) 		(phasor domain)</a:t>
            </a:r>
            <a:endParaRPr lang="en-US">
              <a:cs typeface="Times New Roman" panose="02020603050405020304" pitchFamily="18" charset="0"/>
            </a:endParaRPr>
          </a:p>
          <a:p>
            <a:pPr marL="623888" indent="-398463">
              <a:lnSpc>
                <a:spcPct val="90000"/>
              </a:lnSpc>
              <a:buFontTx/>
              <a:buNone/>
            </a:pP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A3B6A2A2-4A88-4919-B639-B93388CB6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20" y="-79731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33444DB8-7B05-4712-A558-E67AAFEE4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20" y="-79731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28">
            <a:extLst>
              <a:ext uri="{FF2B5EF4-FFF2-40B4-BE49-F238E27FC236}">
                <a16:creationId xmlns:a16="http://schemas.microsoft.com/office/drawing/2014/main" id="{63845A69-46B2-4CDD-A658-EEF8480D839C}"/>
              </a:ext>
            </a:extLst>
          </p:cNvPr>
          <p:cNvGrpSpPr>
            <a:grpSpLocks/>
          </p:cNvGrpSpPr>
          <p:nvPr/>
        </p:nvGrpSpPr>
        <p:grpSpPr bwMode="auto">
          <a:xfrm>
            <a:off x="754380" y="1673351"/>
            <a:ext cx="7048500" cy="668338"/>
            <a:chOff x="264" y="1605"/>
            <a:chExt cx="4440" cy="421"/>
          </a:xfrm>
        </p:grpSpPr>
        <p:graphicFrame>
          <p:nvGraphicFramePr>
            <p:cNvPr id="16" name="Object 17">
              <a:extLst>
                <a:ext uri="{FF2B5EF4-FFF2-40B4-BE49-F238E27FC236}">
                  <a16:creationId xmlns:a16="http://schemas.microsoft.com/office/drawing/2014/main" id="{F4AEC943-295A-480C-9B8B-BEF5FFBCED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5671989"/>
                </p:ext>
              </p:extLst>
            </p:nvPr>
          </p:nvGraphicFramePr>
          <p:xfrm>
            <a:off x="264" y="1605"/>
            <a:ext cx="2352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95400" imgH="228600" progId="Equation.3">
                    <p:embed/>
                  </p:oleObj>
                </mc:Choice>
                <mc:Fallback>
                  <p:oleObj name="Equation" r:id="rId2" imgW="1295400" imgH="228600" progId="Equation.3">
                    <p:embed/>
                    <p:pic>
                      <p:nvPicPr>
                        <p:cNvPr id="16" name="Object 17">
                          <a:extLst>
                            <a:ext uri="{FF2B5EF4-FFF2-40B4-BE49-F238E27FC236}">
                              <a16:creationId xmlns:a16="http://schemas.microsoft.com/office/drawing/2014/main" id="{F4AEC943-295A-480C-9B8B-BEF5FFBCED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" y="1605"/>
                          <a:ext cx="2352" cy="4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3">
              <a:extLst>
                <a:ext uri="{FF2B5EF4-FFF2-40B4-BE49-F238E27FC236}">
                  <a16:creationId xmlns:a16="http://schemas.microsoft.com/office/drawing/2014/main" id="{07D37426-6A6C-4041-93E0-2BC11ADC84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1607187"/>
                </p:ext>
              </p:extLst>
            </p:nvPr>
          </p:nvGraphicFramePr>
          <p:xfrm>
            <a:off x="3408" y="1605"/>
            <a:ext cx="1296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11200" imgH="228600" progId="Equation.3">
                    <p:embed/>
                  </p:oleObj>
                </mc:Choice>
                <mc:Fallback>
                  <p:oleObj name="Equation" r:id="rId4" imgW="711200" imgH="228600" progId="Equation.3">
                    <p:embed/>
                    <p:pic>
                      <p:nvPicPr>
                        <p:cNvPr id="17" name="Object 23">
                          <a:extLst>
                            <a:ext uri="{FF2B5EF4-FFF2-40B4-BE49-F238E27FC236}">
                              <a16:creationId xmlns:a16="http://schemas.microsoft.com/office/drawing/2014/main" id="{07D37426-6A6C-4041-93E0-2BC11ADC84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605"/>
                          <a:ext cx="1296" cy="4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26583EA3-0D37-4037-98A7-B53FB0BBB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1797"/>
              <a:ext cx="4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Text Box 29">
            <a:extLst>
              <a:ext uri="{FF2B5EF4-FFF2-40B4-BE49-F238E27FC236}">
                <a16:creationId xmlns:a16="http://schemas.microsoft.com/office/drawing/2014/main" id="{9FA835B6-1DE9-4234-8BED-8C442FFB0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" y="3883152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0" name="Text Box 30">
            <a:extLst>
              <a:ext uri="{FF2B5EF4-FFF2-40B4-BE49-F238E27FC236}">
                <a16:creationId xmlns:a16="http://schemas.microsoft.com/office/drawing/2014/main" id="{7FC8A785-8EDD-4D0A-9E64-1857B21F7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32" y="3289427"/>
            <a:ext cx="839564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06400" indent="-347663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>
              <a:buClr>
                <a:schemeClr val="tx1"/>
              </a:buClr>
              <a:buFontTx/>
              <a:buChar char="•"/>
            </a:pPr>
            <a:r>
              <a:rPr lang="en-US" sz="20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Amplitude</a:t>
            </a:r>
            <a:r>
              <a:rPr lang="en-US" sz="2000" dirty="0">
                <a:latin typeface="Times New Roman" panose="02020603050405020304" pitchFamily="18" charset="0"/>
              </a:rPr>
              <a:t> and </a:t>
            </a:r>
            <a:r>
              <a:rPr lang="en-US" sz="20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phase difference</a:t>
            </a:r>
            <a:r>
              <a:rPr lang="en-US" sz="2000" dirty="0">
                <a:latin typeface="Times New Roman" panose="02020603050405020304" pitchFamily="18" charset="0"/>
              </a:rPr>
              <a:t> are two principal concerns in the study of voltage and current sinusoids. </a:t>
            </a:r>
          </a:p>
          <a:p>
            <a:pPr marL="58737" indent="0">
              <a:buClr>
                <a:schemeClr val="tx1"/>
              </a:buClr>
            </a:pPr>
            <a:endParaRPr lang="en-US" sz="2000" dirty="0">
              <a:latin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Phasor will be defined from the </a:t>
            </a:r>
            <a:r>
              <a:rPr lang="en-US" sz="20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cosine function</a:t>
            </a:r>
            <a:r>
              <a:rPr lang="en-US" sz="2000" dirty="0">
                <a:latin typeface="Times New Roman" panose="02020603050405020304" pitchFamily="18" charset="0"/>
              </a:rPr>
              <a:t> in all our proceeding study. If a voltage or current expression is in the form of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sine</a:t>
            </a:r>
            <a:r>
              <a:rPr lang="en-US" sz="2000" dirty="0">
                <a:latin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it will be changed to a cosine by subtracting from the phase.</a:t>
            </a:r>
          </a:p>
        </p:txBody>
      </p:sp>
    </p:spTree>
    <p:extLst>
      <p:ext uri="{BB962C8B-B14F-4D97-AF65-F5344CB8AC3E}">
        <p14:creationId xmlns:p14="http://schemas.microsoft.com/office/powerpoint/2010/main" val="390339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18FC92E5-E289-4398-9264-6317A8FB7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056" y="-87456"/>
            <a:ext cx="8243887" cy="75795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zh-TW" sz="2800" dirty="0">
                <a:ea typeface="PMingLiU" pitchFamily="18" charset="-120"/>
                <a:cs typeface="Times New Roman" panose="02020603050405020304" pitchFamily="18" charset="0"/>
              </a:rPr>
            </a:br>
            <a:br>
              <a:rPr lang="en-US" altLang="zh-TW" sz="2800" dirty="0">
                <a:ea typeface="PMingLiU" pitchFamily="18" charset="-120"/>
                <a:cs typeface="Times New Roman" panose="02020603050405020304" pitchFamily="18" charset="0"/>
              </a:rPr>
            </a:br>
            <a:br>
              <a:rPr lang="en-US" altLang="zh-TW" sz="2800" dirty="0">
                <a:ea typeface="PMingLiU" pitchFamily="18" charset="-120"/>
                <a:cs typeface="Times New Roman" panose="02020603050405020304" pitchFamily="18" charset="0"/>
              </a:rPr>
            </a:br>
            <a:br>
              <a:rPr lang="en-US" altLang="zh-TW" sz="2800" dirty="0">
                <a:ea typeface="PMingLiU" pitchFamily="18" charset="-120"/>
                <a:cs typeface="Times New Roman" panose="02020603050405020304" pitchFamily="18" charset="0"/>
              </a:rPr>
            </a:br>
            <a:br>
              <a:rPr lang="en-US" altLang="zh-TW" sz="2800" dirty="0">
                <a:ea typeface="PMingLiU" pitchFamily="18" charset="-120"/>
                <a:cs typeface="Times New Roman" panose="02020603050405020304" pitchFamily="18" charset="0"/>
              </a:rPr>
            </a:br>
            <a:r>
              <a:rPr lang="en-US" altLang="zh-TW" sz="2800" dirty="0">
                <a:ea typeface="PMingLiU" pitchFamily="18" charset="-120"/>
                <a:cs typeface="Times New Roman" panose="02020603050405020304" pitchFamily="18" charset="0"/>
              </a:rPr>
              <a:t>Lead or Lag seen Via Phasors</a:t>
            </a:r>
          </a:p>
        </p:txBody>
      </p:sp>
      <p:sp>
        <p:nvSpPr>
          <p:cNvPr id="13" name="Rectangle 3" descr="aLe77183_09008">
            <a:extLst>
              <a:ext uri="{FF2B5EF4-FFF2-40B4-BE49-F238E27FC236}">
                <a16:creationId xmlns:a16="http://schemas.microsoft.com/office/drawing/2014/main" id="{4D1C1122-4F92-42D8-9705-595C0EFE6C23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926911" y="2157984"/>
            <a:ext cx="5181600" cy="310903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82879" dir="135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AFA309F-8899-4E0A-BFE7-CF6BA4B26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11" y="5394630"/>
            <a:ext cx="3276600" cy="792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EC14B0F-2C8E-4C51-A230-E122DEEBBBDA}"/>
              </a:ext>
            </a:extLst>
          </p:cNvPr>
          <p:cNvSpPr/>
          <p:nvPr/>
        </p:nvSpPr>
        <p:spPr>
          <a:xfrm>
            <a:off x="355316" y="1526942"/>
            <a:ext cx="8191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graphical representation of phasors is known as a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phasor diagram.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81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35F6073-D12F-48AA-9A8B-E351D541DE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57784" y="1047052"/>
            <a:ext cx="4953000" cy="258921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>
                <a:cs typeface="Times New Roman" panose="02020603050405020304" pitchFamily="18" charset="0"/>
              </a:rPr>
              <a:t>A phasor is a complex number that represents the amplitude and phase of a sinusoid.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400" dirty="0">
                <a:cs typeface="Times New Roman" panose="02020603050405020304" pitchFamily="18" charset="0"/>
              </a:rPr>
              <a:t>It can be represented in one of the following three forms:</a:t>
            </a:r>
          </a:p>
        </p:txBody>
      </p:sp>
      <p:pic>
        <p:nvPicPr>
          <p:cNvPr id="3" name="Picture 9" descr="09-006">
            <a:extLst>
              <a:ext uri="{FF2B5EF4-FFF2-40B4-BE49-F238E27FC236}">
                <a16:creationId xmlns:a16="http://schemas.microsoft.com/office/drawing/2014/main" id="{63D5A9AE-9DE2-474E-8F57-6F14D0E6A8A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91784" y="1047052"/>
            <a:ext cx="2819400" cy="2757487"/>
          </a:xfrm>
          <a:noFill/>
          <a:ln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</p:pic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2B48EA63-DC24-4829-B80D-A311F01BD2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240079"/>
              </p:ext>
            </p:extLst>
          </p:nvPr>
        </p:nvGraphicFramePr>
        <p:xfrm>
          <a:off x="2988247" y="4322064"/>
          <a:ext cx="10747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1252" imgH="203112" progId="Equation.3">
                  <p:embed/>
                </p:oleObj>
              </mc:Choice>
              <mc:Fallback>
                <p:oleObj name="Equation" r:id="rId3" imgW="571252" imgH="203112" progId="Equation.3">
                  <p:embed/>
                  <p:pic>
                    <p:nvPicPr>
                      <p:cNvPr id="4" name="Object 13">
                        <a:extLst>
                          <a:ext uri="{FF2B5EF4-FFF2-40B4-BE49-F238E27FC236}">
                            <a16:creationId xmlns:a16="http://schemas.microsoft.com/office/drawing/2014/main" id="{2B48EA63-DC24-4829-B80D-A311F01BD2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8247" y="4322064"/>
                        <a:ext cx="10747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CB8C3BE0-9585-4380-8189-F99E55B3C4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218847"/>
              </p:ext>
            </p:extLst>
          </p:nvPr>
        </p:nvGraphicFramePr>
        <p:xfrm>
          <a:off x="2997772" y="4693539"/>
          <a:ext cx="9890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780" imgH="203112" progId="Equation.3">
                  <p:embed/>
                </p:oleObj>
              </mc:Choice>
              <mc:Fallback>
                <p:oleObj name="Equation" r:id="rId5" imgW="507780" imgH="203112" progId="Equation.3">
                  <p:embed/>
                  <p:pic>
                    <p:nvPicPr>
                      <p:cNvPr id="5" name="Object 15">
                        <a:extLst>
                          <a:ext uri="{FF2B5EF4-FFF2-40B4-BE49-F238E27FC236}">
                            <a16:creationId xmlns:a16="http://schemas.microsoft.com/office/drawing/2014/main" id="{CB8C3BE0-9585-4380-8189-F99E55B3C4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772" y="4693539"/>
                        <a:ext cx="9890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1AA21F7A-F20F-428F-A786-D875E9A3A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882846"/>
              </p:ext>
            </p:extLst>
          </p:nvPr>
        </p:nvGraphicFramePr>
        <p:xfrm>
          <a:off x="3004122" y="3880739"/>
          <a:ext cx="33448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7229" imgH="203112" progId="Equation.3">
                  <p:embed/>
                </p:oleObj>
              </mc:Choice>
              <mc:Fallback>
                <p:oleObj name="Equation" r:id="rId7" imgW="1777229" imgH="203112" progId="Equation.3">
                  <p:embed/>
                  <p:pic>
                    <p:nvPicPr>
                      <p:cNvPr id="6" name="Object 17">
                        <a:extLst>
                          <a:ext uri="{FF2B5EF4-FFF2-40B4-BE49-F238E27FC236}">
                            <a16:creationId xmlns:a16="http://schemas.microsoft.com/office/drawing/2014/main" id="{1AA21F7A-F20F-428F-A786-D875E9A3A1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122" y="3880739"/>
                        <a:ext cx="334486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9">
            <a:extLst>
              <a:ext uri="{FF2B5EF4-FFF2-40B4-BE49-F238E27FC236}">
                <a16:creationId xmlns:a16="http://schemas.microsoft.com/office/drawing/2014/main" id="{448A17AB-C411-4B44-82B5-41593E1A0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784" y="3864864"/>
            <a:ext cx="2133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38138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itchFamily="2" charset="2"/>
              <a:buAutoNum type="alphaLcPeriod"/>
            </a:pPr>
            <a:r>
              <a:rPr lang="en-US" sz="2000" dirty="0">
                <a:latin typeface="Times New Roman" panose="02020603050405020304" pitchFamily="18" charset="0"/>
              </a:rPr>
              <a:t>Rectangular</a:t>
            </a:r>
          </a:p>
          <a:p>
            <a:pPr>
              <a:spcBef>
                <a:spcPct val="50000"/>
              </a:spcBef>
              <a:buFont typeface="Wingdings" pitchFamily="2" charset="2"/>
              <a:buAutoNum type="alphaLcPeriod"/>
            </a:pPr>
            <a:r>
              <a:rPr lang="en-US" sz="2000" dirty="0">
                <a:latin typeface="Times New Roman" panose="02020603050405020304" pitchFamily="18" charset="0"/>
              </a:rPr>
              <a:t>Polar</a:t>
            </a:r>
          </a:p>
          <a:p>
            <a:pPr>
              <a:spcBef>
                <a:spcPct val="50000"/>
              </a:spcBef>
              <a:buFont typeface="Wingdings" pitchFamily="2" charset="2"/>
              <a:buAutoNum type="alphaLcPeriod"/>
            </a:pPr>
            <a:r>
              <a:rPr lang="en-US" sz="2000" dirty="0">
                <a:latin typeface="Times New Roman" panose="02020603050405020304" pitchFamily="18" charset="0"/>
              </a:rPr>
              <a:t>Exponential</a:t>
            </a:r>
          </a:p>
        </p:txBody>
      </p:sp>
      <p:grpSp>
        <p:nvGrpSpPr>
          <p:cNvPr id="8" name="Group 30">
            <a:extLst>
              <a:ext uri="{FF2B5EF4-FFF2-40B4-BE49-F238E27FC236}">
                <a16:creationId xmlns:a16="http://schemas.microsoft.com/office/drawing/2014/main" id="{977BB9BA-E0B2-482B-B169-4974BB633A3A}"/>
              </a:ext>
            </a:extLst>
          </p:cNvPr>
          <p:cNvGrpSpPr>
            <a:grpSpLocks/>
          </p:cNvGrpSpPr>
          <p:nvPr/>
        </p:nvGrpSpPr>
        <p:grpSpPr bwMode="auto">
          <a:xfrm>
            <a:off x="5629656" y="4554574"/>
            <a:ext cx="2971800" cy="1371600"/>
            <a:chOff x="3120" y="3177"/>
            <a:chExt cx="1872" cy="864"/>
          </a:xfrm>
        </p:grpSpPr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10DE93C7-1FF9-48CF-9559-BAF757D28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177"/>
              <a:ext cx="1872" cy="864"/>
            </a:xfrm>
            <a:prstGeom prst="rect">
              <a:avLst/>
            </a:prstGeom>
            <a:solidFill>
              <a:srgbClr val="FFFF00">
                <a:alpha val="52156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28">
              <a:extLst>
                <a:ext uri="{FF2B5EF4-FFF2-40B4-BE49-F238E27FC236}">
                  <a16:creationId xmlns:a16="http://schemas.microsoft.com/office/drawing/2014/main" id="{FAFBA29B-7FD9-4B02-B0E5-596E26129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3312"/>
              <a:ext cx="1536" cy="672"/>
              <a:chOff x="3072" y="3312"/>
              <a:chExt cx="1536" cy="672"/>
            </a:xfrm>
          </p:grpSpPr>
          <p:graphicFrame>
            <p:nvGraphicFramePr>
              <p:cNvPr id="11" name="Object 20">
                <a:extLst>
                  <a:ext uri="{FF2B5EF4-FFF2-40B4-BE49-F238E27FC236}">
                    <a16:creationId xmlns:a16="http://schemas.microsoft.com/office/drawing/2014/main" id="{2348CD61-29E7-48E4-9D71-8148A851BB3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4" y="3312"/>
              <a:ext cx="864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863225" imgH="279279" progId="Equation.3">
                      <p:embed/>
                    </p:oleObj>
                  </mc:Choice>
                  <mc:Fallback>
                    <p:oleObj name="Equation" r:id="rId9" imgW="863225" imgH="279279" progId="Equation.3">
                      <p:embed/>
                      <p:pic>
                        <p:nvPicPr>
                          <p:cNvPr id="11" name="Object 20">
                            <a:extLst>
                              <a:ext uri="{FF2B5EF4-FFF2-40B4-BE49-F238E27FC236}">
                                <a16:creationId xmlns:a16="http://schemas.microsoft.com/office/drawing/2014/main" id="{2348CD61-29E7-48E4-9D71-8148A851BB3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312"/>
                            <a:ext cx="864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Object 24">
                <a:extLst>
                  <a:ext uri="{FF2B5EF4-FFF2-40B4-BE49-F238E27FC236}">
                    <a16:creationId xmlns:a16="http://schemas.microsoft.com/office/drawing/2014/main" id="{70D15008-FD3D-412D-BDC6-D38F9BC3C93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92" y="3600"/>
              <a:ext cx="720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736280" imgH="393529" progId="Equation.3">
                      <p:embed/>
                    </p:oleObj>
                  </mc:Choice>
                  <mc:Fallback>
                    <p:oleObj name="Equation" r:id="rId11" imgW="736280" imgH="393529" progId="Equation.3">
                      <p:embed/>
                      <p:pic>
                        <p:nvPicPr>
                          <p:cNvPr id="12" name="Object 24">
                            <a:extLst>
                              <a:ext uri="{FF2B5EF4-FFF2-40B4-BE49-F238E27FC236}">
                                <a16:creationId xmlns:a16="http://schemas.microsoft.com/office/drawing/2014/main" id="{70D15008-FD3D-412D-BDC6-D38F9BC3C93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3600"/>
                            <a:ext cx="720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Text Box 26">
                <a:extLst>
                  <a:ext uri="{FF2B5EF4-FFF2-40B4-BE49-F238E27FC236}">
                    <a16:creationId xmlns:a16="http://schemas.microsoft.com/office/drawing/2014/main" id="{5D53F59F-77B5-4DBB-9BA7-295499A4B3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3513"/>
                <a:ext cx="6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itchFamily="34" charset="0"/>
                    <a:cs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dirty="0">
                    <a:latin typeface="Times New Roman" panose="02020603050405020304" pitchFamily="18" charset="0"/>
                  </a:rPr>
                  <a:t>where </a:t>
                </a:r>
              </a:p>
            </p:txBody>
          </p:sp>
        </p:grp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789B2B53-9DCC-4BEA-AA7F-F74E243E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Summery: Phasors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149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4419-7FBD-4E16-B66B-DAD510AF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Sinusoid-Phasor Transformation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6BAC6-EEC4-4EC5-847D-B7FA8D95A5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97119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Here is a handy table for transforming various time domain sinusoids into phasor domain:</a:t>
            </a:r>
            <a:endParaRPr lang="en-US" noProof="0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4F55900-7EDC-4808-BDE4-FCD3C22EC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82" y="2441448"/>
            <a:ext cx="7623602" cy="3987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ECBF12-05AD-4EBF-8D1D-28D0FBA06D34}"/>
              </a:ext>
            </a:extLst>
          </p:cNvPr>
          <p:cNvSpPr/>
          <p:nvPr/>
        </p:nvSpPr>
        <p:spPr>
          <a:xfrm>
            <a:off x="270164" y="2618509"/>
            <a:ext cx="8530936" cy="3810000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5748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01D4-C52C-46A1-9D5E-3823AD1F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Sinusoid-Phasor Transformation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70EE3-1E96-4876-8F35-B177C9EBF8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233078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Note that the frequency of the phasor is not explicitly shown in the phasor diagram.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For this reason phasor domain is also known as frequency domain.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Applying a derivative to a phasor yields:</a:t>
            </a:r>
            <a:endParaRPr lang="en-US" sz="2600" noProof="0" dirty="0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2433794-2C20-47FC-B580-A213CF7532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657778"/>
              </p:ext>
            </p:extLst>
          </p:nvPr>
        </p:nvGraphicFramePr>
        <p:xfrm>
          <a:off x="1527586" y="3734163"/>
          <a:ext cx="3193532" cy="99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1225" imgH="676156" progId="Equation.DSMT4">
                  <p:embed/>
                </p:oleObj>
              </mc:Choice>
              <mc:Fallback>
                <p:oleObj name="Equation" r:id="rId2" imgW="2181225" imgH="676156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2433794-2C20-47FC-B580-A213CF753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7586" y="3734163"/>
                        <a:ext cx="3193532" cy="990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66F83-7732-4C58-A5E4-E75CB810CB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836093"/>
            <a:ext cx="8458200" cy="47952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600" noProof="0" dirty="0"/>
              <a:t>Applying an integral to a phasor yields:</a:t>
            </a:r>
            <a:endParaRPr lang="en-US" sz="2600" noProof="0" dirty="0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B3A21069-C373-403C-B634-0734A5E14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483775"/>
              </p:ext>
            </p:extLst>
          </p:nvPr>
        </p:nvGraphicFramePr>
        <p:xfrm>
          <a:off x="1656696" y="5469178"/>
          <a:ext cx="3193532" cy="1045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81225" imgH="714375" progId="Equation.DSMT4">
                  <p:embed/>
                </p:oleObj>
              </mc:Choice>
              <mc:Fallback>
                <p:oleObj name="Equation" r:id="rId4" imgW="2181225" imgH="714375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B3A21069-C373-403C-B634-0734A5E14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56696" y="5469178"/>
                        <a:ext cx="3193532" cy="1045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C52207-6597-4DAB-B181-E976B677780F}"/>
              </a:ext>
            </a:extLst>
          </p:cNvPr>
          <p:cNvSpPr/>
          <p:nvPr/>
        </p:nvSpPr>
        <p:spPr>
          <a:xfrm>
            <a:off x="1375186" y="3649423"/>
            <a:ext cx="3756552" cy="10739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3CA0CB-36DE-4793-A27D-179B71D9EB43}"/>
              </a:ext>
            </a:extLst>
          </p:cNvPr>
          <p:cNvSpPr/>
          <p:nvPr/>
        </p:nvSpPr>
        <p:spPr>
          <a:xfrm>
            <a:off x="1401524" y="5401678"/>
            <a:ext cx="3756552" cy="10739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5335AA-D498-7BE1-4E8B-D19D371B9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1118" y="3607496"/>
            <a:ext cx="4075938" cy="479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1B9114-2869-6375-4027-2B058EB832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228" y="5383115"/>
            <a:ext cx="4118589" cy="50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67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0">
            <a:extLst>
              <a:ext uri="{FF2B5EF4-FFF2-40B4-BE49-F238E27FC236}">
                <a16:creationId xmlns:a16="http://schemas.microsoft.com/office/drawing/2014/main" id="{D49967E1-736B-4EB9-A1F7-39FEAA31F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295" y="1126331"/>
            <a:ext cx="4953000" cy="32766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25">
            <a:extLst>
              <a:ext uri="{FF2B5EF4-FFF2-40B4-BE49-F238E27FC236}">
                <a16:creationId xmlns:a16="http://schemas.microsoft.com/office/drawing/2014/main" id="{CD5D44EB-BF46-4087-A0A7-08F5F1D9F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82057"/>
              </p:ext>
            </p:extLst>
          </p:nvPr>
        </p:nvGraphicFramePr>
        <p:xfrm>
          <a:off x="1941195" y="1363389"/>
          <a:ext cx="7302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69" imgH="203024" progId="Equation.3">
                  <p:embed/>
                </p:oleObj>
              </mc:Choice>
              <mc:Fallback>
                <p:oleObj name="Equation" r:id="rId2" imgW="266469" imgH="203024" progId="Equation.3">
                  <p:embed/>
                  <p:pic>
                    <p:nvPicPr>
                      <p:cNvPr id="15" name="Object 25">
                        <a:extLst>
                          <a:ext uri="{FF2B5EF4-FFF2-40B4-BE49-F238E27FC236}">
                            <a16:creationId xmlns:a16="http://schemas.microsoft.com/office/drawing/2014/main" id="{CD5D44EB-BF46-4087-A0A7-08F5F1D9F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195" y="1363389"/>
                        <a:ext cx="73025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7">
            <a:extLst>
              <a:ext uri="{FF2B5EF4-FFF2-40B4-BE49-F238E27FC236}">
                <a16:creationId xmlns:a16="http://schemas.microsoft.com/office/drawing/2014/main" id="{1F11B993-73B5-400C-AE88-889546DC0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158242"/>
              </p:ext>
            </p:extLst>
          </p:nvPr>
        </p:nvGraphicFramePr>
        <p:xfrm>
          <a:off x="4608195" y="1363389"/>
          <a:ext cx="16081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641" imgH="203112" progId="Equation.3">
                  <p:embed/>
                </p:oleObj>
              </mc:Choice>
              <mc:Fallback>
                <p:oleObj name="Equation" r:id="rId4" imgW="596641" imgH="203112" progId="Equation.3">
                  <p:embed/>
                  <p:pic>
                    <p:nvPicPr>
                      <p:cNvPr id="16" name="Object 27">
                        <a:extLst>
                          <a:ext uri="{FF2B5EF4-FFF2-40B4-BE49-F238E27FC236}">
                            <a16:creationId xmlns:a16="http://schemas.microsoft.com/office/drawing/2014/main" id="{1F11B993-73B5-400C-AE88-889546DC0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195" y="1363389"/>
                        <a:ext cx="160813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9">
            <a:extLst>
              <a:ext uri="{FF2B5EF4-FFF2-40B4-BE49-F238E27FC236}">
                <a16:creationId xmlns:a16="http://schemas.microsoft.com/office/drawing/2014/main" id="{802A81AC-8FC8-42E0-86F8-E0663CFF9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99105"/>
              </p:ext>
            </p:extLst>
          </p:nvPr>
        </p:nvGraphicFramePr>
        <p:xfrm>
          <a:off x="2093595" y="2125389"/>
          <a:ext cx="51435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713" imgH="393359" progId="Equation.3">
                  <p:embed/>
                </p:oleObj>
              </mc:Choice>
              <mc:Fallback>
                <p:oleObj name="Equation" r:id="rId6" imgW="215713" imgH="393359" progId="Equation.3">
                  <p:embed/>
                  <p:pic>
                    <p:nvPicPr>
                      <p:cNvPr id="17" name="Object 29">
                        <a:extLst>
                          <a:ext uri="{FF2B5EF4-FFF2-40B4-BE49-F238E27FC236}">
                            <a16:creationId xmlns:a16="http://schemas.microsoft.com/office/drawing/2014/main" id="{802A81AC-8FC8-42E0-86F8-E0663CFF9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595" y="2125389"/>
                        <a:ext cx="51435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1">
            <a:extLst>
              <a:ext uri="{FF2B5EF4-FFF2-40B4-BE49-F238E27FC236}">
                <a16:creationId xmlns:a16="http://schemas.microsoft.com/office/drawing/2014/main" id="{792C5288-E5A8-4AB9-8EC5-E7678D0B1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631135"/>
              </p:ext>
            </p:extLst>
          </p:nvPr>
        </p:nvGraphicFramePr>
        <p:xfrm>
          <a:off x="4666933" y="2430189"/>
          <a:ext cx="9318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51" imgH="203112" progId="Equation.3">
                  <p:embed/>
                </p:oleObj>
              </mc:Choice>
              <mc:Fallback>
                <p:oleObj name="Equation" r:id="rId8" imgW="342751" imgH="203112" progId="Equation.3">
                  <p:embed/>
                  <p:pic>
                    <p:nvPicPr>
                      <p:cNvPr id="18" name="Object 31">
                        <a:extLst>
                          <a:ext uri="{FF2B5EF4-FFF2-40B4-BE49-F238E27FC236}">
                            <a16:creationId xmlns:a16="http://schemas.microsoft.com/office/drawing/2014/main" id="{792C5288-E5A8-4AB9-8EC5-E7678D0B19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6933" y="2430189"/>
                        <a:ext cx="93186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ine 33">
            <a:extLst>
              <a:ext uri="{FF2B5EF4-FFF2-40B4-BE49-F238E27FC236}">
                <a16:creationId xmlns:a16="http://schemas.microsoft.com/office/drawing/2014/main" id="{D94E33B1-B9DE-4244-8CB5-001A1ACA4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0395" y="1591989"/>
            <a:ext cx="800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4">
            <a:extLst>
              <a:ext uri="{FF2B5EF4-FFF2-40B4-BE49-F238E27FC236}">
                <a16:creationId xmlns:a16="http://schemas.microsoft.com/office/drawing/2014/main" id="{D7F0F4D7-7C49-4BB7-8E1D-9CD9C14B6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595" y="2658789"/>
            <a:ext cx="800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1" name="Object 35">
            <a:extLst>
              <a:ext uri="{FF2B5EF4-FFF2-40B4-BE49-F238E27FC236}">
                <a16:creationId xmlns:a16="http://schemas.microsoft.com/office/drawing/2014/main" id="{237E2FCC-2561-4136-9D71-81A427532B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337445"/>
              </p:ext>
            </p:extLst>
          </p:nvPr>
        </p:nvGraphicFramePr>
        <p:xfrm>
          <a:off x="2017395" y="3519214"/>
          <a:ext cx="7620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279400" progId="Equation.3">
                  <p:embed/>
                </p:oleObj>
              </mc:Choice>
              <mc:Fallback>
                <p:oleObj name="Equation" r:id="rId10" imgW="330200" imgH="279400" progId="Equation.3">
                  <p:embed/>
                  <p:pic>
                    <p:nvPicPr>
                      <p:cNvPr id="21" name="Object 35">
                        <a:extLst>
                          <a:ext uri="{FF2B5EF4-FFF2-40B4-BE49-F238E27FC236}">
                            <a16:creationId xmlns:a16="http://schemas.microsoft.com/office/drawing/2014/main" id="{237E2FCC-2561-4136-9D71-81A427532B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395" y="3519214"/>
                        <a:ext cx="7620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7">
            <a:extLst>
              <a:ext uri="{FF2B5EF4-FFF2-40B4-BE49-F238E27FC236}">
                <a16:creationId xmlns:a16="http://schemas.microsoft.com/office/drawing/2014/main" id="{1FE90D45-5C90-4A3E-98F0-AF42512E7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043452"/>
              </p:ext>
            </p:extLst>
          </p:nvPr>
        </p:nvGraphicFramePr>
        <p:xfrm>
          <a:off x="4724083" y="3344589"/>
          <a:ext cx="64611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418918" progId="Equation.3">
                  <p:embed/>
                </p:oleObj>
              </mc:Choice>
              <mc:Fallback>
                <p:oleObj name="Equation" r:id="rId12" imgW="253890" imgH="418918" progId="Equation.3">
                  <p:embed/>
                  <p:pic>
                    <p:nvPicPr>
                      <p:cNvPr id="22" name="Object 37">
                        <a:extLst>
                          <a:ext uri="{FF2B5EF4-FFF2-40B4-BE49-F238E27FC236}">
                            <a16:creationId xmlns:a16="http://schemas.microsoft.com/office/drawing/2014/main" id="{1FE90D45-5C90-4A3E-98F0-AF42512E73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083" y="3344589"/>
                        <a:ext cx="64611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Line 39">
            <a:extLst>
              <a:ext uri="{FF2B5EF4-FFF2-40B4-BE49-F238E27FC236}">
                <a16:creationId xmlns:a16="http://schemas.microsoft.com/office/drawing/2014/main" id="{20324A09-E8F5-495C-A4B3-7334CB3AD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4695" y="3801789"/>
            <a:ext cx="800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19EF2F-9128-EB63-0B83-1B816AD388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2861" y="404265"/>
            <a:ext cx="9144000" cy="6556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B8D674-52DB-8BF8-0C43-D19BCE98C5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70643" y="4508716"/>
            <a:ext cx="9144000" cy="23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62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4672E862-6AA3-4E6C-807C-10E1203D7C11}"/>
              </a:ext>
            </a:extLst>
          </p:cNvPr>
          <p:cNvSpPr txBox="1">
            <a:spLocks noChangeArrowheads="1"/>
          </p:cNvSpPr>
          <p:nvPr/>
        </p:nvSpPr>
        <p:spPr>
          <a:xfrm>
            <a:off x="365760" y="408432"/>
            <a:ext cx="8134004" cy="48006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344488" indent="-3429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Font typeface="Arial" panose="020B0604020202020204" pitchFamily="34" charset="0"/>
              <a:buChar char="•"/>
              <a:defRPr sz="260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517525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741363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1550" indent="-28575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798513" algn="just">
              <a:lnSpc>
                <a:spcPct val="90000"/>
              </a:lnSpc>
              <a:buFontTx/>
              <a:buNone/>
            </a:pPr>
            <a:r>
              <a:rPr lang="en-US" sz="2400" b="1" dirty="0"/>
              <a:t>The differences between v(t) and V:</a:t>
            </a:r>
          </a:p>
          <a:p>
            <a:pPr marL="914400" indent="-798513" algn="just">
              <a:lnSpc>
                <a:spcPct val="90000"/>
              </a:lnSpc>
            </a:pPr>
            <a:r>
              <a:rPr lang="en-US" sz="2400" dirty="0"/>
              <a:t>v(t) is instantaneous or </a:t>
            </a:r>
            <a:r>
              <a:rPr lang="en-US" sz="2400" u="sng" dirty="0">
                <a:solidFill>
                  <a:srgbClr val="FF3300"/>
                </a:solidFill>
              </a:rPr>
              <a:t>time-domain </a:t>
            </a:r>
            <a:r>
              <a:rPr lang="en-US" sz="2400" dirty="0"/>
              <a:t>representation</a:t>
            </a:r>
            <a:br>
              <a:rPr lang="en-US" sz="2400" dirty="0"/>
            </a:br>
            <a:r>
              <a:rPr lang="en-US" sz="2400" u="sng" dirty="0">
                <a:solidFill>
                  <a:srgbClr val="FF3300"/>
                </a:solidFill>
              </a:rPr>
              <a:t>V is the frequency</a:t>
            </a:r>
            <a:r>
              <a:rPr lang="en-US" sz="2400" dirty="0"/>
              <a:t> or phasor-domain representation</a:t>
            </a:r>
            <a:r>
              <a:rPr lang="en-US" altLang="zh-TW" sz="2400" dirty="0">
                <a:ea typeface="PMingLiU" pitchFamily="18" charset="-120"/>
              </a:rPr>
              <a:t>.</a:t>
            </a:r>
          </a:p>
          <a:p>
            <a:pPr marL="914400" indent="-798513" algn="just"/>
            <a:r>
              <a:rPr lang="en-US" altLang="zh-TW" sz="2400" dirty="0">
                <a:ea typeface="PMingLiU" pitchFamily="18" charset="-120"/>
              </a:rPr>
              <a:t>v(t) is time dependent, V is not.</a:t>
            </a:r>
          </a:p>
          <a:p>
            <a:pPr marL="914400" indent="-798513" algn="just"/>
            <a:r>
              <a:rPr lang="en-US" altLang="zh-TW" sz="2400" dirty="0">
                <a:ea typeface="PMingLiU" pitchFamily="18" charset="-120"/>
              </a:rPr>
              <a:t>v(t) is always real with no complex term, V is generally complex.</a:t>
            </a:r>
          </a:p>
          <a:p>
            <a:pPr marL="115887" algn="just"/>
            <a:endParaRPr lang="en-US" altLang="zh-TW" sz="2400" dirty="0">
              <a:ea typeface="PMingLiU" pitchFamily="18" charset="-120"/>
            </a:endParaRPr>
          </a:p>
          <a:p>
            <a:pPr marL="115887" algn="just"/>
            <a:endParaRPr lang="en-US" altLang="zh-TW" sz="2400" dirty="0">
              <a:ea typeface="PMingLiU" pitchFamily="18" charset="-120"/>
            </a:endParaRPr>
          </a:p>
          <a:p>
            <a:pPr marL="914400" indent="-798513" algn="just">
              <a:buFontTx/>
              <a:buNone/>
            </a:pPr>
            <a:r>
              <a:rPr lang="en-US" sz="2400" u="sng" dirty="0"/>
              <a:t>Note</a:t>
            </a:r>
            <a:r>
              <a:rPr lang="en-US" sz="2400" dirty="0"/>
              <a:t>: Phasor analysis applies only when frequency is  constant; when it is applied to </a:t>
            </a:r>
            <a:r>
              <a:rPr lang="en-US" sz="2400" u="sng" dirty="0">
                <a:solidFill>
                  <a:srgbClr val="FF3300"/>
                </a:solidFill>
              </a:rPr>
              <a:t>two or more</a:t>
            </a:r>
            <a:r>
              <a:rPr lang="en-US" sz="2400" dirty="0">
                <a:solidFill>
                  <a:srgbClr val="FF3300"/>
                </a:solidFill>
              </a:rPr>
              <a:t> sinusoid </a:t>
            </a:r>
            <a:r>
              <a:rPr lang="en-US" sz="2400" dirty="0"/>
              <a:t>signals only if they have the </a:t>
            </a:r>
            <a:r>
              <a:rPr lang="en-US" sz="2400" u="sng" dirty="0">
                <a:solidFill>
                  <a:srgbClr val="FF3300"/>
                </a:solidFill>
              </a:rPr>
              <a:t>same frequency</a:t>
            </a:r>
            <a:r>
              <a:rPr lang="en-US" sz="2400" dirty="0">
                <a:solidFill>
                  <a:srgbClr val="FF33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03218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FC8CBAD-E7FC-4D5A-82C2-DECA9C011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66"/>
            <a:ext cx="9144000" cy="1593691"/>
          </a:xfrm>
          <a:prstGeom prst="rect">
            <a:avLst/>
          </a:prstGeom>
        </p:spPr>
      </p:pic>
      <p:pic>
        <p:nvPicPr>
          <p:cNvPr id="5" name="Picture 53">
            <a:extLst>
              <a:ext uri="{FF2B5EF4-FFF2-40B4-BE49-F238E27FC236}">
                <a16:creationId xmlns:a16="http://schemas.microsoft.com/office/drawing/2014/main" id="{412DAEDE-9091-411B-9E19-ED92C63C4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" y="486085"/>
            <a:ext cx="4123944" cy="1712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FF9D2B-4F16-4E0C-E6F0-7FAB5F244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101" y="1452293"/>
            <a:ext cx="3038899" cy="685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C85D44-E4D1-D4B0-5735-C520BC5BB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627" y="497709"/>
            <a:ext cx="3029373" cy="1095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AB641-401B-DE2E-94AA-D4CABE14A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965" y="1980117"/>
            <a:ext cx="2667372" cy="581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B9709D-203A-2715-F149-CCBE0C6A7E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3574" y="2379242"/>
            <a:ext cx="3410426" cy="6192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15E01A-482D-403F-9B73-DFD6576D0BF0}"/>
                  </a:ext>
                </a:extLst>
              </p14:cNvPr>
              <p14:cNvContentPartPr/>
              <p14:nvPr/>
            </p14:nvContentPartPr>
            <p14:xfrm>
              <a:off x="5288839" y="673267"/>
              <a:ext cx="3790440" cy="2263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15E01A-482D-403F-9B73-DFD6576D0B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80199" y="664627"/>
                <a:ext cx="3808080" cy="228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521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>
            <a:extLst>
              <a:ext uri="{FF2B5EF4-FFF2-40B4-BE49-F238E27FC236}">
                <a16:creationId xmlns:a16="http://schemas.microsoft.com/office/drawing/2014/main" id="{FB83AE34-616F-44BB-8B67-B43684C28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4" y="457200"/>
            <a:ext cx="779621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26FE1D-0BDF-4E5D-FFAB-EC77DBD3A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628" y="714375"/>
            <a:ext cx="2667372" cy="581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5C0183-7A4F-F371-CD22-C10F93C25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734" y="1110210"/>
            <a:ext cx="2517380" cy="56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04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4">
            <a:extLst>
              <a:ext uri="{FF2B5EF4-FFF2-40B4-BE49-F238E27FC236}">
                <a16:creationId xmlns:a16="http://schemas.microsoft.com/office/drawing/2014/main" id="{648B790F-7A67-4683-8B2A-34F8E9015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2" y="571534"/>
            <a:ext cx="79248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ea typeface="PMingLiU" pitchFamily="18" charset="-120"/>
              </a:defRPr>
            </a:lvl9pPr>
          </a:lstStyle>
          <a:p>
            <a:pPr marL="463550" indent="-463550" eaLnBrk="1" hangingPunct="1">
              <a:buFont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following sinusoids to phasors:</a:t>
            </a:r>
          </a:p>
          <a:p>
            <a:pPr marL="1092200" lvl="1" indent="-514350" eaLnBrk="1" hangingPunct="1">
              <a:buClr>
                <a:schemeClr val="tx1"/>
              </a:buClr>
              <a:buFont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6cos(50t – 40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</a:t>
            </a:r>
          </a:p>
          <a:p>
            <a:pPr marL="1092200" lvl="1" indent="-514350" eaLnBrk="1" hangingPunct="1">
              <a:buClr>
                <a:schemeClr val="tx1"/>
              </a:buClr>
              <a:buFont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–4sin(30t + 50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</a:t>
            </a:r>
          </a:p>
          <a:p>
            <a:pPr eaLnBrk="1" hangingPunct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B769F1-7FD3-40EF-849E-EED4B5E8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" y="41767"/>
            <a:ext cx="9135750" cy="419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4FDA7-B0FB-B951-1270-D176CCEF7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951" y="1153019"/>
            <a:ext cx="4472385" cy="99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84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238090-151A-4FB3-9131-7BEB6E687C7F}"/>
              </a:ext>
            </a:extLst>
          </p:cNvPr>
          <p:cNvGrpSpPr/>
          <p:nvPr/>
        </p:nvGrpSpPr>
        <p:grpSpPr>
          <a:xfrm>
            <a:off x="0" y="82067"/>
            <a:ext cx="9144000" cy="1726921"/>
            <a:chOff x="0" y="82067"/>
            <a:chExt cx="9144000" cy="172692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8A8927F-ACF3-4557-AC26-BF569DA96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2067"/>
              <a:ext cx="9144000" cy="1262330"/>
            </a:xfrm>
            <a:prstGeom prst="rect">
              <a:avLst/>
            </a:prstGeom>
          </p:spPr>
        </p:pic>
        <p:pic>
          <p:nvPicPr>
            <p:cNvPr id="5" name="Picture 80">
              <a:extLst>
                <a:ext uri="{FF2B5EF4-FFF2-40B4-BE49-F238E27FC236}">
                  <a16:creationId xmlns:a16="http://schemas.microsoft.com/office/drawing/2014/main" id="{D6C16FF4-F340-4943-8A93-D49AB5E3FC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448" y="513588"/>
              <a:ext cx="7620000" cy="1295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39E4FF8-C14D-ECA7-4BED-90E6D58D5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319" y="954960"/>
            <a:ext cx="2653233" cy="598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D2960-170E-4D98-7BE2-247C6E1F1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183" y="1482784"/>
            <a:ext cx="2328857" cy="507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0688B8-DCCE-10C7-4033-5A0AD2AB7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792" y="1881909"/>
            <a:ext cx="2977610" cy="54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32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23">
            <a:extLst>
              <a:ext uri="{FF2B5EF4-FFF2-40B4-BE49-F238E27FC236}">
                <a16:creationId xmlns:a16="http://schemas.microsoft.com/office/drawing/2014/main" id="{CE8F2826-A970-4AD9-A37F-2B3B9610A9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842576"/>
              </p:ext>
            </p:extLst>
          </p:nvPr>
        </p:nvGraphicFramePr>
        <p:xfrm>
          <a:off x="1356608" y="1544912"/>
          <a:ext cx="5334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900" imgH="393700" progId="Equation.3">
                  <p:embed/>
                </p:oleObj>
              </mc:Choice>
              <mc:Fallback>
                <p:oleObj name="Equation" r:id="rId2" imgW="2120900" imgH="393700" progId="Equation.3">
                  <p:embed/>
                  <p:pic>
                    <p:nvPicPr>
                      <p:cNvPr id="18" name="Object 23">
                        <a:extLst>
                          <a:ext uri="{FF2B5EF4-FFF2-40B4-BE49-F238E27FC236}">
                            <a16:creationId xmlns:a16="http://schemas.microsoft.com/office/drawing/2014/main" id="{CE8F2826-A970-4AD9-A37F-2B3B9610A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608" y="1544912"/>
                        <a:ext cx="5334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3EFBD93-E7D5-4006-91B7-4C70378D0BCB}"/>
              </a:ext>
            </a:extLst>
          </p:cNvPr>
          <p:cNvGrpSpPr/>
          <p:nvPr/>
        </p:nvGrpSpPr>
        <p:grpSpPr>
          <a:xfrm>
            <a:off x="0" y="66553"/>
            <a:ext cx="9144000" cy="1505938"/>
            <a:chOff x="0" y="66553"/>
            <a:chExt cx="9144000" cy="150593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8C49CF3-E118-49B7-93BC-088B53EAB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66553"/>
              <a:ext cx="9144000" cy="150593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CEB299E-C5D4-4D3B-99A1-3AD4C2781BBB}"/>
                </a:ext>
              </a:extLst>
            </p:cNvPr>
            <p:cNvSpPr/>
            <p:nvPr/>
          </p:nvSpPr>
          <p:spPr>
            <a:xfrm>
              <a:off x="3337560" y="1120354"/>
              <a:ext cx="2468880" cy="42066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B93CA9E-F515-BE7A-9BA4-25C5515E8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775" y="881387"/>
            <a:ext cx="2653233" cy="59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41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98" y="990600"/>
            <a:ext cx="89050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voltage-current relationship from the time  domain to the frequency domain for each element.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assume the passive sign convention.</a:t>
            </a:r>
          </a:p>
        </p:txBody>
      </p:sp>
      <p:graphicFrame>
        <p:nvGraphicFramePr>
          <p:cNvPr id="46" name="Object 13"/>
          <p:cNvGraphicFramePr>
            <a:graphicFrameLocks noGrp="1" noChangeAspect="1"/>
          </p:cNvGraphicFramePr>
          <p:nvPr>
            <p:ph type="title"/>
            <p:extLst>
              <p:ext uri="{D42A27DB-BD31-4B8C-83A1-F6EECF244321}">
                <p14:modId xmlns:p14="http://schemas.microsoft.com/office/powerpoint/2010/main" val="679745737"/>
              </p:ext>
            </p:extLst>
          </p:nvPr>
        </p:nvGraphicFramePr>
        <p:xfrm>
          <a:off x="1219200" y="2429017"/>
          <a:ext cx="683560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163535" imgH="514422" progId="Paint.Picture">
                  <p:embed/>
                </p:oleObj>
              </mc:Choice>
              <mc:Fallback>
                <p:oleObj name="Bitmap Image" r:id="rId3" imgW="6163535" imgH="514422" progId="Paint.Picture">
                  <p:embed/>
                  <p:pic>
                    <p:nvPicPr>
                      <p:cNvPr id="4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429017"/>
                        <a:ext cx="6835607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49130181"/>
              </p:ext>
            </p:extLst>
          </p:nvPr>
        </p:nvGraphicFramePr>
        <p:xfrm>
          <a:off x="742950" y="3048000"/>
          <a:ext cx="4246068" cy="261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3828571" imgH="3200000" progId="Paint.Picture">
                  <p:embed/>
                </p:oleObj>
              </mc:Choice>
              <mc:Fallback>
                <p:oleObj name="Bitmap Image" r:id="rId5" imgW="3828571" imgH="3200000" progId="Paint.Picture">
                  <p:embed/>
                  <p:pic>
                    <p:nvPicPr>
                      <p:cNvPr id="4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3048000"/>
                        <a:ext cx="4246068" cy="2617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343" y="2971800"/>
            <a:ext cx="3821814" cy="2468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828800" y="5791200"/>
            <a:ext cx="55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and Current are in phase in resistance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F559BC-8255-4AB7-96CB-2A57D1CC00E2}"/>
              </a:ext>
            </a:extLst>
          </p:cNvPr>
          <p:cNvSpPr/>
          <p:nvPr/>
        </p:nvSpPr>
        <p:spPr>
          <a:xfrm>
            <a:off x="86993" y="246222"/>
            <a:ext cx="63591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Phasor relationships for circuit elements</a:t>
            </a:r>
            <a:endParaRPr lang="en-C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569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EEE9-111B-4665-AAD0-D0DE17AA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Phasor Relationships for Resistors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9B9B-75CB-4D2D-8E11-23ED8575F2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896361"/>
            <a:ext cx="4711700" cy="4403655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Each circuit element has a relationship between its current and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These can be mapped into phasor relationships very simply for resistors capacitors and inductor.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For the resistor, the voltage and current are related via Ohm’s law.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As such, the voltage and current are in phase with each other.</a:t>
            </a:r>
            <a:endParaRPr lang="en-US" sz="24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887D-4993-4EED-A276-D438772F5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604" y="983411"/>
            <a:ext cx="2930679" cy="2379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055CED-91F0-4F63-8F8A-D5D5B4091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051" y="3847372"/>
            <a:ext cx="2937019" cy="251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06734F28-3B29-4384-9922-9C742D14D9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078386"/>
              </p:ext>
            </p:extLst>
          </p:nvPr>
        </p:nvGraphicFramePr>
        <p:xfrm>
          <a:off x="342899" y="1270989"/>
          <a:ext cx="3280498" cy="33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809524" imgH="495369" progId="Paint.Picture">
                  <p:embed/>
                </p:oleObj>
              </mc:Choice>
              <mc:Fallback>
                <p:oleObj name="Bitmap Image" r:id="rId4" imgW="4809524" imgH="495369" progId="Paint.Picture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06734F28-3B29-4384-9922-9C742D14D9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" y="1270989"/>
                        <a:ext cx="3280498" cy="337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2">
            <a:extLst>
              <a:ext uri="{FF2B5EF4-FFF2-40B4-BE49-F238E27FC236}">
                <a16:creationId xmlns:a16="http://schemas.microsoft.com/office/drawing/2014/main" id="{ADCEA993-C574-4E70-A69A-8C8AFED49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051" y="3430322"/>
            <a:ext cx="2999232" cy="349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4">
            <a:extLst>
              <a:ext uri="{FF2B5EF4-FFF2-40B4-BE49-F238E27FC236}">
                <a16:creationId xmlns:a16="http://schemas.microsoft.com/office/drawing/2014/main" id="{EE944A1B-E93B-44A5-8B35-6547F1374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210" y="6263289"/>
            <a:ext cx="2156934" cy="289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343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EEE9-111B-4665-AAD0-D0DE17AA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Phasor Relationships for Inductors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9B9B-75CB-4D2D-8E11-23ED8575F2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2736" y="983411"/>
            <a:ext cx="4711700" cy="51113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/>
              <a:t>Inductors on the other hand have a phase shift between the voltage and current.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/>
              <a:t>In this case, the voltage leads the current by 90°.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/>
              <a:t>Or one says the current lags the voltage, which is the standard convention.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/>
              <a:t>This is represented on the phasor diagram by a positive phase angle between the voltage and current.</a:t>
            </a:r>
            <a:endParaRPr lang="en-US" sz="20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38652-4453-4830-A1A0-AE4DF0A35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009" y="1024680"/>
            <a:ext cx="2816580" cy="251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B4054887-4AC9-48B8-996C-C6F3526BF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890" y="4171602"/>
            <a:ext cx="3245510" cy="221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0">
            <a:extLst>
              <a:ext uri="{FF2B5EF4-FFF2-40B4-BE49-F238E27FC236}">
                <a16:creationId xmlns:a16="http://schemas.microsoft.com/office/drawing/2014/main" id="{2194AFA1-EE31-46AD-8EF7-64B67E674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635" y="3580375"/>
            <a:ext cx="34004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8E1E7C3-1047-47D7-B8D4-6204BF9F2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562" y="6260396"/>
            <a:ext cx="1858027" cy="304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9">
            <a:extLst>
              <a:ext uri="{FF2B5EF4-FFF2-40B4-BE49-F238E27FC236}">
                <a16:creationId xmlns:a16="http://schemas.microsoft.com/office/drawing/2014/main" id="{9396C7A4-0313-44F9-9853-313969E91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0" y="5239127"/>
            <a:ext cx="4838529" cy="24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0">
            <a:extLst>
              <a:ext uri="{FF2B5EF4-FFF2-40B4-BE49-F238E27FC236}">
                <a16:creationId xmlns:a16="http://schemas.microsoft.com/office/drawing/2014/main" id="{CF042828-40F0-4480-B8E2-2B951A836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1" y="5570353"/>
            <a:ext cx="4911486" cy="227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1">
            <a:extLst>
              <a:ext uri="{FF2B5EF4-FFF2-40B4-BE49-F238E27FC236}">
                <a16:creationId xmlns:a16="http://schemas.microsoft.com/office/drawing/2014/main" id="{1F9AB86D-5277-4296-AADD-FC4E25EC4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1" y="5905564"/>
            <a:ext cx="2365208" cy="20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9686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19">
            <a:extLst>
              <a:ext uri="{FF2B5EF4-FFF2-40B4-BE49-F238E27FC236}">
                <a16:creationId xmlns:a16="http://schemas.microsoft.com/office/drawing/2014/main" id="{B8DB4416-74D3-4602-AE7D-5D37F637ECD2}"/>
              </a:ext>
            </a:extLst>
          </p:cNvPr>
          <p:cNvGraphicFramePr>
            <a:graphicFrameLocks noGrp="1" noChangeAspect="1"/>
          </p:cNvGraphicFramePr>
          <p:nvPr>
            <p:ph type="title" sz="quarter"/>
            <p:extLst>
              <p:ext uri="{D42A27DB-BD31-4B8C-83A1-F6EECF244321}">
                <p14:modId xmlns:p14="http://schemas.microsoft.com/office/powerpoint/2010/main" val="2773264908"/>
              </p:ext>
            </p:extLst>
          </p:nvPr>
        </p:nvGraphicFramePr>
        <p:xfrm>
          <a:off x="443484" y="663553"/>
          <a:ext cx="48006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800000" imgH="428798" progId="Paint.Picture">
                  <p:embed/>
                </p:oleObj>
              </mc:Choice>
              <mc:Fallback>
                <p:oleObj name="Bitmap Image" r:id="rId2" imgW="4800000" imgH="428798" progId="Paint.Picture">
                  <p:embed/>
                  <p:pic>
                    <p:nvPicPr>
                      <p:cNvPr id="9" name="Object 19">
                        <a:extLst>
                          <a:ext uri="{FF2B5EF4-FFF2-40B4-BE49-F238E27FC236}">
                            <a16:creationId xmlns:a16="http://schemas.microsoft.com/office/drawing/2014/main" id="{B8DB4416-74D3-4602-AE7D-5D37F637E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484" y="663553"/>
                        <a:ext cx="4800600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7">
            <a:extLst>
              <a:ext uri="{FF2B5EF4-FFF2-40B4-BE49-F238E27FC236}">
                <a16:creationId xmlns:a16="http://schemas.microsoft.com/office/drawing/2014/main" id="{22D2FC22-A84F-4EC0-AD2D-AE36AA435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5" y="1134171"/>
            <a:ext cx="786964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8">
            <a:extLst>
              <a:ext uri="{FF2B5EF4-FFF2-40B4-BE49-F238E27FC236}">
                <a16:creationId xmlns:a16="http://schemas.microsoft.com/office/drawing/2014/main" id="{BE066866-59A0-48DB-AF9A-9BC674926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61" y="1959864"/>
            <a:ext cx="31242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9">
            <a:extLst>
              <a:ext uri="{FF2B5EF4-FFF2-40B4-BE49-F238E27FC236}">
                <a16:creationId xmlns:a16="http://schemas.microsoft.com/office/drawing/2014/main" id="{978D566C-EC67-45D5-9DF4-7D60F511D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821" y="2812351"/>
            <a:ext cx="2816341" cy="2396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0">
            <a:extLst>
              <a:ext uri="{FF2B5EF4-FFF2-40B4-BE49-F238E27FC236}">
                <a16:creationId xmlns:a16="http://schemas.microsoft.com/office/drawing/2014/main" id="{07CD4035-D0F3-40DA-AC61-AB8A2C1A4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5" y="5461579"/>
            <a:ext cx="34004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1">
            <a:extLst>
              <a:ext uri="{FF2B5EF4-FFF2-40B4-BE49-F238E27FC236}">
                <a16:creationId xmlns:a16="http://schemas.microsoft.com/office/drawing/2014/main" id="{208A3270-0441-46A8-AD88-CD9459AB3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70" y="2531364"/>
            <a:ext cx="641032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2">
            <a:extLst>
              <a:ext uri="{FF2B5EF4-FFF2-40B4-BE49-F238E27FC236}">
                <a16:creationId xmlns:a16="http://schemas.microsoft.com/office/drawing/2014/main" id="{07EAEBB6-AE06-4C49-BCF3-FE1F90DB0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7" y="3114947"/>
            <a:ext cx="28289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3">
            <a:extLst>
              <a:ext uri="{FF2B5EF4-FFF2-40B4-BE49-F238E27FC236}">
                <a16:creationId xmlns:a16="http://schemas.microsoft.com/office/drawing/2014/main" id="{CCF9394B-25E1-4AE5-8680-7ED100875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04" y="3712463"/>
            <a:ext cx="2867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4">
            <a:extLst>
              <a:ext uri="{FF2B5EF4-FFF2-40B4-BE49-F238E27FC236}">
                <a16:creationId xmlns:a16="http://schemas.microsoft.com/office/drawing/2014/main" id="{E994EDA4-3AD3-44A4-B1E5-650A7290A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91" y="4263313"/>
            <a:ext cx="500062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5">
            <a:extLst>
              <a:ext uri="{FF2B5EF4-FFF2-40B4-BE49-F238E27FC236}">
                <a16:creationId xmlns:a16="http://schemas.microsoft.com/office/drawing/2014/main" id="{D73BCECC-2D76-493E-A63A-6E6F09835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70" y="4738462"/>
            <a:ext cx="48387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36">
            <a:extLst>
              <a:ext uri="{FF2B5EF4-FFF2-40B4-BE49-F238E27FC236}">
                <a16:creationId xmlns:a16="http://schemas.microsoft.com/office/drawing/2014/main" id="{A89CDC88-EFEF-4B69-A65D-C2DD1121E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57" y="5228430"/>
            <a:ext cx="1239673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BE3E8E5-85BC-4E4E-B853-DF37E2EFA3E0}"/>
              </a:ext>
            </a:extLst>
          </p:cNvPr>
          <p:cNvSpPr txBox="1">
            <a:spLocks/>
          </p:cNvSpPr>
          <p:nvPr/>
        </p:nvSpPr>
        <p:spPr>
          <a:xfrm>
            <a:off x="242316" y="15597"/>
            <a:ext cx="8458200" cy="678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r>
              <a:rPr lang="en-US" altLang="en-US"/>
              <a:t>Phasor Relationships for Inductors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185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EEE9-111B-4665-AAD0-D0DE17AA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Phasor Relationships for Capacitors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9B9B-75CB-4D2D-8E11-23ED8575F2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09"/>
            <a:ext cx="5168266" cy="48573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Capacitors have the opposite phase relationship as compared to inductors.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In their case, the current leads the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In a phasor diagram, this corresponds to a negative phase angle between the voltage and current.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A47FB-790E-457B-B835-AE00945B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904" y="1110454"/>
            <a:ext cx="2743010" cy="243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89005705-7779-4D3C-A6F8-C2D7D4DAA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503" y="4167094"/>
            <a:ext cx="3227070" cy="2197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5">
            <a:extLst>
              <a:ext uri="{FF2B5EF4-FFF2-40B4-BE49-F238E27FC236}">
                <a16:creationId xmlns:a16="http://schemas.microsoft.com/office/drawing/2014/main" id="{DA4885B4-F187-4CCF-A944-84576F237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5" y="5811982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8E1E8-BCE6-4576-A926-8F4EDB10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502" y="3653166"/>
            <a:ext cx="1517073" cy="513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id="{C43EE2B6-1A39-474B-98E6-D72BF5BB5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6154256"/>
            <a:ext cx="1697182" cy="42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328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C976540C-CAFE-461D-857F-D2977CAAC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056" y="743143"/>
            <a:ext cx="8243887" cy="427038"/>
          </a:xfrm>
        </p:spPr>
        <p:txBody>
          <a:bodyPr/>
          <a:lstStyle/>
          <a:p>
            <a:pPr eaLnBrk="1" hangingPunct="1"/>
            <a:r>
              <a:rPr lang="en-US" altLang="zh-TW" sz="2400" b="1" u="sng" dirty="0">
                <a:solidFill>
                  <a:srgbClr val="0000FF"/>
                </a:solidFill>
                <a:ea typeface="PMingLiU" pitchFamily="18" charset="-120"/>
              </a:rPr>
              <a:t>The V-I  Relationships for Capacitor</a:t>
            </a:r>
            <a:endParaRPr lang="en-US" sz="2400" b="1" u="sng" dirty="0">
              <a:solidFill>
                <a:srgbClr val="0000FF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FBAB6B6-3AE5-48B4-8BCF-AB04A3054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46" y="1304924"/>
            <a:ext cx="7467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B92C52BC-6001-4D3B-887E-65C6E0D97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905" y="5486400"/>
            <a:ext cx="2295525" cy="77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1C21FD0E-B539-4B5C-A5F0-C84E53924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09" y="3276600"/>
            <a:ext cx="4017808" cy="76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C9456850-34DF-46BC-BCB4-99674BD6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7" y="2305049"/>
            <a:ext cx="72950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9">
            <a:extLst>
              <a:ext uri="{FF2B5EF4-FFF2-40B4-BE49-F238E27FC236}">
                <a16:creationId xmlns:a16="http://schemas.microsoft.com/office/drawing/2014/main" id="{9CAC45A2-48F9-4A14-BAF9-B8E96E67B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48" y="1828799"/>
            <a:ext cx="3521831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0">
            <a:extLst>
              <a:ext uri="{FF2B5EF4-FFF2-40B4-BE49-F238E27FC236}">
                <a16:creationId xmlns:a16="http://schemas.microsoft.com/office/drawing/2014/main" id="{B9E9DDA0-BF31-4B51-AAB4-93BFE423F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88" y="3958988"/>
            <a:ext cx="258127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FA87E95A-0AA9-46AA-B692-48506517B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8" y="4953000"/>
            <a:ext cx="6676993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D494A474-34FB-457F-A301-CC607CE36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738" y="2722158"/>
            <a:ext cx="2266950" cy="2753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17596A34-CBBC-4E7A-9F9C-E3B945108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19" y="5476074"/>
            <a:ext cx="3057525" cy="33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150D1B8-7ACA-405E-AA2C-CC781104C34A}"/>
              </a:ext>
            </a:extLst>
          </p:cNvPr>
          <p:cNvSpPr txBox="1">
            <a:spLocks/>
          </p:cNvSpPr>
          <p:nvPr/>
        </p:nvSpPr>
        <p:spPr>
          <a:xfrm>
            <a:off x="112977" y="78453"/>
            <a:ext cx="8458200" cy="678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/>
              <a:t>Phasor Relationships for Capacitors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108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6" descr="09-009">
            <a:extLst>
              <a:ext uri="{FF2B5EF4-FFF2-40B4-BE49-F238E27FC236}">
                <a16:creationId xmlns:a16="http://schemas.microsoft.com/office/drawing/2014/main" id="{AA90D3C5-8892-4F1A-9881-A5ECA98D7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7309" y="1594506"/>
            <a:ext cx="2403475" cy="2284413"/>
          </a:xfrm>
          <a:prstGeom prst="rect">
            <a:avLst/>
          </a:prstGeom>
          <a:noFill/>
        </p:spPr>
      </p:pic>
      <p:pic>
        <p:nvPicPr>
          <p:cNvPr id="4" name="Picture 30" descr="09-011">
            <a:extLst>
              <a:ext uri="{FF2B5EF4-FFF2-40B4-BE49-F238E27FC236}">
                <a16:creationId xmlns:a16="http://schemas.microsoft.com/office/drawing/2014/main" id="{8DA2FF91-A5B8-4699-9E41-87DCD6DEF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1322" y="1670706"/>
            <a:ext cx="2211387" cy="2289175"/>
          </a:xfrm>
          <a:prstGeom prst="rect">
            <a:avLst/>
          </a:prstGeom>
          <a:noFill/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CC7122DD-5B4F-4EE3-AF26-44F4100E8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Text Box 23">
            <a:extLst>
              <a:ext uri="{FF2B5EF4-FFF2-40B4-BE49-F238E27FC236}">
                <a16:creationId xmlns:a16="http://schemas.microsoft.com/office/drawing/2014/main" id="{AE95EE64-2EEA-4C8B-9E77-6EE01446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709" y="1273831"/>
            <a:ext cx="205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Resistor:</a:t>
            </a:r>
          </a:p>
        </p:txBody>
      </p:sp>
      <p:sp>
        <p:nvSpPr>
          <p:cNvPr id="7" name="Text Box 24">
            <a:extLst>
              <a:ext uri="{FF2B5EF4-FFF2-40B4-BE49-F238E27FC236}">
                <a16:creationId xmlns:a16="http://schemas.microsoft.com/office/drawing/2014/main" id="{A8D1AE37-E6CA-4483-92D7-26C85860B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709" y="1289706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Inductor:</a:t>
            </a:r>
          </a:p>
        </p:txBody>
      </p:sp>
      <p:sp>
        <p:nvSpPr>
          <p:cNvPr id="9" name="Text Box 25">
            <a:extLst>
              <a:ext uri="{FF2B5EF4-FFF2-40B4-BE49-F238E27FC236}">
                <a16:creationId xmlns:a16="http://schemas.microsoft.com/office/drawing/2014/main" id="{FB7AE01C-7D1E-4A63-AA5C-873C145C3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109" y="1273831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143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/>
              <a:t>Capacitor:</a:t>
            </a:r>
          </a:p>
        </p:txBody>
      </p:sp>
      <p:pic>
        <p:nvPicPr>
          <p:cNvPr id="10" name="Picture 34" descr="09-013">
            <a:extLst>
              <a:ext uri="{FF2B5EF4-FFF2-40B4-BE49-F238E27FC236}">
                <a16:creationId xmlns:a16="http://schemas.microsoft.com/office/drawing/2014/main" id="{20FB61CE-F18C-4C5C-BDB6-61972B90C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509" y="1675469"/>
            <a:ext cx="2293938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40">
            <a:extLst>
              <a:ext uri="{FF2B5EF4-FFF2-40B4-BE49-F238E27FC236}">
                <a16:creationId xmlns:a16="http://schemas.microsoft.com/office/drawing/2014/main" id="{BAB0EE25-E47E-417B-9F70-A67CFB64CDA1}"/>
              </a:ext>
            </a:extLst>
          </p:cNvPr>
          <p:cNvGrpSpPr>
            <a:grpSpLocks/>
          </p:cNvGrpSpPr>
          <p:nvPr/>
        </p:nvGrpSpPr>
        <p:grpSpPr bwMode="auto">
          <a:xfrm>
            <a:off x="653184" y="3956706"/>
            <a:ext cx="8078788" cy="1828800"/>
            <a:chOff x="298" y="2688"/>
            <a:chExt cx="5089" cy="1152"/>
          </a:xfrm>
        </p:grpSpPr>
        <p:pic>
          <p:nvPicPr>
            <p:cNvPr id="12" name="Picture 28" descr="09-010">
              <a:extLst>
                <a:ext uri="{FF2B5EF4-FFF2-40B4-BE49-F238E27FC236}">
                  <a16:creationId xmlns:a16="http://schemas.microsoft.com/office/drawing/2014/main" id="{9B7BD626-12F5-4010-9735-BDB8B837BD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" y="2690"/>
              <a:ext cx="1382" cy="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32" descr="09-012">
              <a:extLst>
                <a:ext uri="{FF2B5EF4-FFF2-40B4-BE49-F238E27FC236}">
                  <a16:creationId xmlns:a16="http://schemas.microsoft.com/office/drawing/2014/main" id="{E5422DF8-52FA-4B4C-BCEB-76C1D10DA1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2688"/>
              <a:ext cx="1739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 descr="09-014">
              <a:extLst>
                <a:ext uri="{FF2B5EF4-FFF2-40B4-BE49-F238E27FC236}">
                  <a16:creationId xmlns:a16="http://schemas.microsoft.com/office/drawing/2014/main" id="{6F176EDB-5A98-4A74-9A86-ECD66B2DB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690"/>
              <a:ext cx="1739" cy="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E8544D1-2E2B-43D0-B2EA-4EF696EC5EFF}"/>
              </a:ext>
            </a:extLst>
          </p:cNvPr>
          <p:cNvSpPr/>
          <p:nvPr/>
        </p:nvSpPr>
        <p:spPr>
          <a:xfrm>
            <a:off x="1215538" y="375306"/>
            <a:ext cx="71055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latin typeface="Times New Roman" pitchFamily="18" charset="0"/>
                <a:ea typeface="PMingLiU" pitchFamily="18" charset="-120"/>
              </a:rPr>
              <a:t>Summary of voltage-current relationship</a:t>
            </a:r>
            <a:endParaRPr lang="en-US" sz="2800" b="1" dirty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7826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9A5762-9D57-452F-B760-49ADAF24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Voltage current relationships</a:t>
            </a:r>
            <a:endParaRPr lang="en-US" noProof="0" dirty="0"/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957C7A4E-75B4-4802-8812-27DBF9C47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94" y="1787812"/>
            <a:ext cx="7496412" cy="4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9DE8E1-FA40-426A-983E-E0CAC4701F89}"/>
              </a:ext>
            </a:extLst>
          </p:cNvPr>
          <p:cNvSpPr/>
          <p:nvPr/>
        </p:nvSpPr>
        <p:spPr>
          <a:xfrm>
            <a:off x="270164" y="2001982"/>
            <a:ext cx="8530936" cy="4270017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2883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1F1FB7-8B6C-45B6-AA46-3C4A8FE3309A}"/>
              </a:ext>
            </a:extLst>
          </p:cNvPr>
          <p:cNvGrpSpPr/>
          <p:nvPr/>
        </p:nvGrpSpPr>
        <p:grpSpPr>
          <a:xfrm>
            <a:off x="0" y="98845"/>
            <a:ext cx="9144000" cy="1015786"/>
            <a:chOff x="0" y="98845"/>
            <a:chExt cx="9144000" cy="101578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E9FC177-EF98-44FB-9DAD-CB4D14B77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8845"/>
              <a:ext cx="9144000" cy="734998"/>
            </a:xfrm>
            <a:prstGeom prst="rect">
              <a:avLst/>
            </a:prstGeom>
          </p:spPr>
        </p:pic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D07D9C06-1A91-497A-8976-FFD2512BE0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81" y="478536"/>
              <a:ext cx="8077200" cy="636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94878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01D4-C52C-46A1-9D5E-3823AD1F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Impedance and Admittance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70EE3-1E96-4876-8F35-B177C9EBF8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304129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It is possible to expand Ohm’s law to capacitors and inductors.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In time domain, this would be tricky as the ratios of voltage and current and always changing.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But in </a:t>
            </a:r>
            <a:r>
              <a:rPr lang="en-US" altLang="en-US" sz="2400" b="1" noProof="0" dirty="0"/>
              <a:t>frequency domain </a:t>
            </a:r>
            <a:r>
              <a:rPr lang="en-US" altLang="en-US" sz="2400" noProof="0" dirty="0"/>
              <a:t>it is straightforward.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The </a:t>
            </a:r>
            <a:r>
              <a:rPr lang="en-US" altLang="en-US" sz="2400" noProof="0" dirty="0">
                <a:solidFill>
                  <a:srgbClr val="FF0000"/>
                </a:solidFill>
              </a:rPr>
              <a:t>impedance </a:t>
            </a:r>
            <a:r>
              <a:rPr lang="en-US" altLang="en-US" sz="2400" noProof="0" dirty="0"/>
              <a:t>of a circuit element is the </a:t>
            </a:r>
            <a:r>
              <a:rPr lang="en-US" altLang="en-US" sz="2400" u="sng" noProof="0" dirty="0"/>
              <a:t>ratio of the phasor voltage to the phasor current.</a:t>
            </a:r>
            <a:endParaRPr lang="en-US" sz="2400" u="sng" noProof="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4849AFC-6973-4687-9103-46A597FC12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66200"/>
              </p:ext>
            </p:extLst>
          </p:nvPr>
        </p:nvGraphicFramePr>
        <p:xfrm>
          <a:off x="813959" y="4469192"/>
          <a:ext cx="2639283" cy="81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1225" imgH="676156" progId="Equation.DSMT4">
                  <p:embed/>
                </p:oleObj>
              </mc:Choice>
              <mc:Fallback>
                <p:oleObj name="Equation" r:id="rId2" imgW="2181225" imgH="676156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4849AFC-6973-4687-9103-46A597FC12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3959" y="4469192"/>
                        <a:ext cx="2639283" cy="81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66F83-7732-4C58-A5E4-E75CB810CB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438678"/>
            <a:ext cx="8458200" cy="479522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olidFill>
                  <a:srgbClr val="FF0000"/>
                </a:solidFill>
              </a:rPr>
              <a:t>Admittance</a:t>
            </a:r>
            <a:r>
              <a:rPr lang="en-US" altLang="en-US" sz="2400" noProof="0" dirty="0"/>
              <a:t> is simply the </a:t>
            </a:r>
            <a:r>
              <a:rPr lang="en-US" altLang="en-US" sz="2400" b="1" noProof="0" dirty="0"/>
              <a:t>inverse of impedance</a:t>
            </a:r>
            <a:r>
              <a:rPr lang="en-US" altLang="en-US" sz="2400" noProof="0" dirty="0"/>
              <a:t>.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1942697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5">
            <a:extLst>
              <a:ext uri="{FF2B5EF4-FFF2-40B4-BE49-F238E27FC236}">
                <a16:creationId xmlns:a16="http://schemas.microsoft.com/office/drawing/2014/main" id="{78BE6BDC-136C-49C1-B2E8-6B708BD5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19200"/>
            <a:ext cx="8153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 algn="just"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The </a:t>
            </a:r>
            <a:r>
              <a:rPr lang="en-US" sz="20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impedance Z</a:t>
            </a:r>
            <a:r>
              <a:rPr lang="en-US" sz="2000" dirty="0">
                <a:latin typeface="Times New Roman" panose="02020603050405020304" pitchFamily="18" charset="0"/>
              </a:rPr>
              <a:t> of a circuit is the </a:t>
            </a:r>
            <a:r>
              <a:rPr lang="en-US" sz="20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ratio of the </a:t>
            </a:r>
            <a:r>
              <a:rPr lang="en-US" sz="2000" u="sng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phasor</a:t>
            </a:r>
            <a:r>
              <a:rPr lang="en-US" sz="20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 voltage V to the </a:t>
            </a:r>
            <a:r>
              <a:rPr lang="en-US" sz="2000" u="sng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phasor</a:t>
            </a:r>
            <a:r>
              <a:rPr lang="en-US" sz="20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 current</a:t>
            </a:r>
            <a:r>
              <a:rPr lang="en-US" altLang="zh-TW" sz="2000" u="sng" dirty="0">
                <a:solidFill>
                  <a:srgbClr val="FF3300"/>
                </a:solidFill>
                <a:latin typeface="Times New Roman" panose="02020603050405020304" pitchFamily="18" charset="0"/>
                <a:ea typeface="PMingLiU" pitchFamily="18" charset="-120"/>
              </a:rPr>
              <a:t> I</a:t>
            </a:r>
            <a:r>
              <a:rPr lang="en-US" altLang="zh-TW" sz="2000" dirty="0">
                <a:solidFill>
                  <a:srgbClr val="FF3300"/>
                </a:solidFill>
                <a:latin typeface="Times New Roman" panose="02020603050405020304" pitchFamily="18" charset="0"/>
                <a:ea typeface="PMingLiU" pitchFamily="18" charset="-120"/>
              </a:rPr>
              <a:t>,</a:t>
            </a:r>
            <a:r>
              <a:rPr lang="en-US" altLang="zh-TW" sz="2000" dirty="0">
                <a:latin typeface="Times New Roman" panose="02020603050405020304" pitchFamily="18" charset="0"/>
                <a:ea typeface="PMingLiU" pitchFamily="18" charset="-120"/>
              </a:rPr>
              <a:t> measured in </a:t>
            </a:r>
            <a:r>
              <a:rPr lang="en-US" altLang="zh-TW" sz="2000" u="sng" dirty="0">
                <a:solidFill>
                  <a:srgbClr val="FF3300"/>
                </a:solidFill>
                <a:latin typeface="Times New Roman" panose="02020603050405020304" pitchFamily="18" charset="0"/>
                <a:ea typeface="PMingLiU" pitchFamily="18" charset="-120"/>
              </a:rPr>
              <a:t>ohms Ω</a:t>
            </a:r>
            <a:r>
              <a:rPr lang="en-US" altLang="zh-TW" sz="2000" dirty="0">
                <a:solidFill>
                  <a:srgbClr val="FF3300"/>
                </a:solidFill>
                <a:latin typeface="Times New Roman" panose="02020603050405020304" pitchFamily="18" charset="0"/>
                <a:ea typeface="PMingLiU" pitchFamily="18" charset="-120"/>
              </a:rPr>
              <a:t>.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</a:rPr>
              <a:t>			</a:t>
            </a:r>
          </a:p>
          <a:p>
            <a:pPr marL="0" indent="0" algn="just"/>
            <a:r>
              <a:rPr lang="en-US" sz="2000" b="1" dirty="0">
                <a:latin typeface="Times New Roman" panose="02020603050405020304" pitchFamily="18" charset="0"/>
              </a:rPr>
              <a:t>	V</a:t>
            </a:r>
            <a:r>
              <a:rPr lang="en-US" sz="2000" dirty="0">
                <a:latin typeface="Times New Roman" panose="02020603050405020304" pitchFamily="18" charset="0"/>
              </a:rPr>
              <a:t> = </a:t>
            </a:r>
            <a:r>
              <a:rPr lang="en-US" sz="2000" b="1" dirty="0">
                <a:latin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</a:rPr>
              <a:t>Z ,</a:t>
            </a:r>
          </a:p>
          <a:p>
            <a:pPr algn="just"/>
            <a:endParaRPr lang="en-US" altLang="zh-TW" sz="2000" dirty="0">
              <a:latin typeface="Times New Roman" panose="02020603050405020304" pitchFamily="18" charset="0"/>
              <a:ea typeface="PMingLiU" pitchFamily="18" charset="-120"/>
            </a:endParaRPr>
          </a:p>
          <a:p>
            <a:pPr algn="just"/>
            <a:endParaRPr lang="en-US" altLang="zh-TW" sz="2000" dirty="0">
              <a:latin typeface="Times New Roman" panose="02020603050405020304" pitchFamily="18" charset="0"/>
              <a:ea typeface="PMingLiU" pitchFamily="18" charset="-12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altLang="zh-TW" sz="2000" dirty="0">
                <a:solidFill>
                  <a:srgbClr val="FF3300"/>
                </a:solidFill>
                <a:latin typeface="Times New Roman" panose="02020603050405020304" pitchFamily="18" charset="0"/>
                <a:ea typeface="PMingLiU" pitchFamily="18" charset="-120"/>
              </a:rPr>
              <a:t>Positive X is for L</a:t>
            </a:r>
            <a:r>
              <a:rPr lang="en-US" altLang="zh-TW" sz="2000" dirty="0">
                <a:latin typeface="Times New Roman" panose="02020603050405020304" pitchFamily="18" charset="0"/>
                <a:ea typeface="PMingLiU" pitchFamily="18" charset="-120"/>
              </a:rPr>
              <a:t> and </a:t>
            </a:r>
            <a:r>
              <a:rPr lang="en-US" altLang="zh-TW" sz="2000" dirty="0">
                <a:solidFill>
                  <a:srgbClr val="FF3300"/>
                </a:solidFill>
                <a:latin typeface="Times New Roman" panose="02020603050405020304" pitchFamily="18" charset="0"/>
                <a:ea typeface="PMingLiU" pitchFamily="18" charset="-120"/>
              </a:rPr>
              <a:t>negative X is for C.</a:t>
            </a:r>
          </a:p>
          <a:p>
            <a:pPr algn="just"/>
            <a:endParaRPr lang="en-US" altLang="zh-TW" sz="2000" dirty="0">
              <a:latin typeface="Times New Roman" panose="02020603050405020304" pitchFamily="18" charset="0"/>
              <a:ea typeface="PMingLiU" pitchFamily="18" charset="-120"/>
            </a:endParaRPr>
          </a:p>
          <a:p>
            <a:pPr algn="just">
              <a:buFontTx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PMingLiU" pitchFamily="18" charset="-120"/>
              </a:rPr>
              <a:t>The admittance Y is the </a:t>
            </a:r>
            <a:r>
              <a:rPr lang="en-US" altLang="zh-TW" sz="2000" u="sng" dirty="0">
                <a:solidFill>
                  <a:srgbClr val="FF3300"/>
                </a:solidFill>
                <a:latin typeface="Times New Roman" panose="02020603050405020304" pitchFamily="18" charset="0"/>
                <a:ea typeface="PMingLiU" pitchFamily="18" charset="-120"/>
              </a:rPr>
              <a:t>reciprocal</a:t>
            </a:r>
            <a:r>
              <a:rPr lang="en-US" altLang="zh-TW" sz="2000" dirty="0">
                <a:latin typeface="Times New Roman" panose="02020603050405020304" pitchFamily="18" charset="0"/>
                <a:ea typeface="PMingLiU" pitchFamily="18" charset="-120"/>
              </a:rPr>
              <a:t> of impedance, measured in siemens (S</a:t>
            </a:r>
            <a:r>
              <a:rPr lang="en-US" altLang="zh-TW" dirty="0">
                <a:latin typeface="Times New Roman" panose="02020603050405020304" pitchFamily="18" charset="0"/>
                <a:ea typeface="PMingLiU" pitchFamily="18" charset="-120"/>
              </a:rPr>
              <a:t>). </a:t>
            </a:r>
            <a:endParaRPr 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" name="Object 27">
            <a:extLst>
              <a:ext uri="{FF2B5EF4-FFF2-40B4-BE49-F238E27FC236}">
                <a16:creationId xmlns:a16="http://schemas.microsoft.com/office/drawing/2014/main" id="{E5ED1762-D65B-4F4F-A83A-AAAF7C040F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297510"/>
              </p:ext>
            </p:extLst>
          </p:nvPr>
        </p:nvGraphicFramePr>
        <p:xfrm>
          <a:off x="2933700" y="1872095"/>
          <a:ext cx="2057400" cy="845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393480" progId="Equation.3">
                  <p:embed/>
                </p:oleObj>
              </mc:Choice>
              <mc:Fallback>
                <p:oleObj name="Equation" r:id="rId2" imgW="1015920" imgH="393480" progId="Equation.3">
                  <p:embed/>
                  <p:pic>
                    <p:nvPicPr>
                      <p:cNvPr id="13" name="Object 27">
                        <a:extLst>
                          <a:ext uri="{FF2B5EF4-FFF2-40B4-BE49-F238E27FC236}">
                            <a16:creationId xmlns:a16="http://schemas.microsoft.com/office/drawing/2014/main" id="{E5ED1762-D65B-4F4F-A83A-AAAF7C040F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1872095"/>
                        <a:ext cx="2057400" cy="8453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9">
            <a:extLst>
              <a:ext uri="{FF2B5EF4-FFF2-40B4-BE49-F238E27FC236}">
                <a16:creationId xmlns:a16="http://schemas.microsoft.com/office/drawing/2014/main" id="{948DA042-BBCE-4FB4-B574-4EA5B27644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824521"/>
              </p:ext>
            </p:extLst>
          </p:nvPr>
        </p:nvGraphicFramePr>
        <p:xfrm>
          <a:off x="2774950" y="4405746"/>
          <a:ext cx="179705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393480" progId="Equation.3">
                  <p:embed/>
                </p:oleObj>
              </mc:Choice>
              <mc:Fallback>
                <p:oleObj name="Equation" r:id="rId4" imgW="711000" imgH="393480" progId="Equation.3">
                  <p:embed/>
                  <p:pic>
                    <p:nvPicPr>
                      <p:cNvPr id="14" name="Object 29">
                        <a:extLst>
                          <a:ext uri="{FF2B5EF4-FFF2-40B4-BE49-F238E27FC236}">
                            <a16:creationId xmlns:a16="http://schemas.microsoft.com/office/drawing/2014/main" id="{948DA042-BBCE-4FB4-B574-4EA5B27644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4405746"/>
                        <a:ext cx="1797050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9746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4E13C7C6-2C47-49E5-9EC9-F5EE8F7F99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845041"/>
              </p:ext>
            </p:extLst>
          </p:nvPr>
        </p:nvGraphicFramePr>
        <p:xfrm>
          <a:off x="780713" y="208669"/>
          <a:ext cx="7363113" cy="4012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961905" imgH="4866667" progId="PBrush">
                  <p:embed/>
                </p:oleObj>
              </mc:Choice>
              <mc:Fallback>
                <p:oleObj name="Bitmap Image" r:id="rId2" imgW="5961905" imgH="4866667" progId="PBrush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4E13C7C6-2C47-49E5-9EC9-F5EE8F7F9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713" y="208669"/>
                        <a:ext cx="7363113" cy="40123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>
            <a:extLst>
              <a:ext uri="{FF2B5EF4-FFF2-40B4-BE49-F238E27FC236}">
                <a16:creationId xmlns:a16="http://schemas.microsoft.com/office/drawing/2014/main" id="{F281D15A-DAF3-4327-9BC6-5E7BE9586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585" y="4364969"/>
            <a:ext cx="2301923" cy="367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198143B1-D87A-46F6-8526-8D707CE90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34" y="4795454"/>
            <a:ext cx="3976276" cy="818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9A8C9CF8-F56E-4ABF-856B-0039A5F92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34" y="5515420"/>
            <a:ext cx="3847299" cy="684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0CF42B38-D926-4CA5-9BDF-C890BA7CF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15" y="4341239"/>
            <a:ext cx="3604244" cy="4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52930AF0-505B-4069-BC01-5390DC085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559" y="4302215"/>
            <a:ext cx="1393102" cy="41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598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6131-04DB-443E-B844-95ED461D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Impedance and Admittance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1384A-A4FC-4B5A-8C31-3E52D28704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7427" y="983411"/>
            <a:ext cx="4970318" cy="51748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It is important to realize that in frequency domain, the values obtained for impedance are only valid at that frequency.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Changing to a new frequency will require recalculating the values.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impedance of capacitors and inductors are shown here:</a:t>
            </a:r>
            <a:endParaRPr lang="en-US" noProof="0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5CA4F0D1-D7DE-4B89-9800-333AFC91C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325" y="933268"/>
            <a:ext cx="3341075" cy="3673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65">
            <a:extLst>
              <a:ext uri="{FF2B5EF4-FFF2-40B4-BE49-F238E27FC236}">
                <a16:creationId xmlns:a16="http://schemas.microsoft.com/office/drawing/2014/main" id="{25B26EB2-DF85-4DE1-8604-7098028C9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20759"/>
              </p:ext>
            </p:extLst>
          </p:nvPr>
        </p:nvGraphicFramePr>
        <p:xfrm>
          <a:off x="4987507" y="4775629"/>
          <a:ext cx="1241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203112" progId="Equation.3">
                  <p:embed/>
                </p:oleObj>
              </mc:Choice>
              <mc:Fallback>
                <p:oleObj name="Equation" r:id="rId3" imgW="583947" imgH="203112" progId="Equation.3">
                  <p:embed/>
                  <p:pic>
                    <p:nvPicPr>
                      <p:cNvPr id="5" name="Object 65">
                        <a:extLst>
                          <a:ext uri="{FF2B5EF4-FFF2-40B4-BE49-F238E27FC236}">
                            <a16:creationId xmlns:a16="http://schemas.microsoft.com/office/drawing/2014/main" id="{25B26EB2-DF85-4DE1-8604-7098028C960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507" y="4775629"/>
                        <a:ext cx="12414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7">
            <a:extLst>
              <a:ext uri="{FF2B5EF4-FFF2-40B4-BE49-F238E27FC236}">
                <a16:creationId xmlns:a16="http://schemas.microsoft.com/office/drawing/2014/main" id="{4FA9A87B-C63D-4392-BB0D-B7B5B6FC5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898221"/>
              </p:ext>
            </p:extLst>
          </p:nvPr>
        </p:nvGraphicFramePr>
        <p:xfrm>
          <a:off x="7152734" y="4555990"/>
          <a:ext cx="11430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80" imgH="419040" progId="Equation.3">
                  <p:embed/>
                </p:oleObj>
              </mc:Choice>
              <mc:Fallback>
                <p:oleObj name="Equation" r:id="rId5" imgW="622080" imgH="419040" progId="Equation.3">
                  <p:embed/>
                  <p:pic>
                    <p:nvPicPr>
                      <p:cNvPr id="6" name="Object 67">
                        <a:extLst>
                          <a:ext uri="{FF2B5EF4-FFF2-40B4-BE49-F238E27FC236}">
                            <a16:creationId xmlns:a16="http://schemas.microsoft.com/office/drawing/2014/main" id="{4FA9A87B-C63D-4392-BB0D-B7B5B6FC54F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2734" y="4555990"/>
                        <a:ext cx="1143000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1">
            <a:extLst>
              <a:ext uri="{FF2B5EF4-FFF2-40B4-BE49-F238E27FC236}">
                <a16:creationId xmlns:a16="http://schemas.microsoft.com/office/drawing/2014/main" id="{43B873C5-8734-49F9-B23B-5E60617C9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032723"/>
              </p:ext>
            </p:extLst>
          </p:nvPr>
        </p:nvGraphicFramePr>
        <p:xfrm>
          <a:off x="4737188" y="5438775"/>
          <a:ext cx="21161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65200" imgH="660400" progId="Equation.3">
                  <p:embed/>
                </p:oleObj>
              </mc:Choice>
              <mc:Fallback>
                <p:oleObj name="Equation" r:id="rId7" imgW="965200" imgH="660400" progId="Equation.3">
                  <p:embed/>
                  <p:pic>
                    <p:nvPicPr>
                      <p:cNvPr id="8" name="Object 71">
                        <a:extLst>
                          <a:ext uri="{FF2B5EF4-FFF2-40B4-BE49-F238E27FC236}">
                            <a16:creationId xmlns:a16="http://schemas.microsoft.com/office/drawing/2014/main" id="{43B873C5-8734-49F9-B23B-5E60617C99B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88" y="5438775"/>
                        <a:ext cx="2116137" cy="1066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3">
            <a:extLst>
              <a:ext uri="{FF2B5EF4-FFF2-40B4-BE49-F238E27FC236}">
                <a16:creationId xmlns:a16="http://schemas.microsoft.com/office/drawing/2014/main" id="{0797EED8-0541-44E1-8DF8-08F61EDAE2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728853"/>
              </p:ext>
            </p:extLst>
          </p:nvPr>
        </p:nvGraphicFramePr>
        <p:xfrm>
          <a:off x="7027862" y="5325927"/>
          <a:ext cx="2116137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25" imgH="660113" progId="Equation.3">
                  <p:embed/>
                </p:oleObj>
              </mc:Choice>
              <mc:Fallback>
                <p:oleObj name="Equation" r:id="rId9" imgW="863225" imgH="660113" progId="Equation.3">
                  <p:embed/>
                  <p:pic>
                    <p:nvPicPr>
                      <p:cNvPr id="9" name="Object 73">
                        <a:extLst>
                          <a:ext uri="{FF2B5EF4-FFF2-40B4-BE49-F238E27FC236}">
                            <a16:creationId xmlns:a16="http://schemas.microsoft.com/office/drawing/2014/main" id="{0797EED8-0541-44E1-8DF8-08F61EDAE2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7862" y="5325927"/>
                        <a:ext cx="2116137" cy="1162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2637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190E8252-AC6F-4B85-AEBD-59FAC07A2F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525532"/>
              </p:ext>
            </p:extLst>
          </p:nvPr>
        </p:nvGraphicFramePr>
        <p:xfrm>
          <a:off x="882795" y="588386"/>
          <a:ext cx="6408737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458322" imgH="3962953" progId="Paint.Picture">
                  <p:embed/>
                </p:oleObj>
              </mc:Choice>
              <mc:Fallback>
                <p:oleObj name="Bitmap Image" r:id="rId2" imgW="4458322" imgH="3962953" progId="Paint.Picture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190E8252-AC6F-4B85-AEBD-59FAC07A2F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795" y="588386"/>
                        <a:ext cx="6408737" cy="507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4935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79C7-D878-47A4-8118-930D0AB62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Impedance and Admittance </a:t>
            </a:r>
            <a:r>
              <a:rPr lang="en-US" altLang="en-US" sz="1000" b="0" noProof="0" dirty="0"/>
              <a:t>3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33A8F-E6EB-4E38-9516-197A574A447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237429" cy="4971691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As a </a:t>
            </a:r>
            <a:r>
              <a:rPr lang="en-US" altLang="en-US" b="1" noProof="0" dirty="0"/>
              <a:t>complex quantity</a:t>
            </a:r>
            <a:r>
              <a:rPr lang="en-US" altLang="en-US" noProof="0" dirty="0"/>
              <a:t>, the impedance may be expressed in </a:t>
            </a:r>
            <a:r>
              <a:rPr lang="en-US" altLang="en-US" b="1" noProof="0" dirty="0"/>
              <a:t>rectangular form</a:t>
            </a:r>
            <a:r>
              <a:rPr lang="en-US" altLang="en-US" noProof="0" dirty="0"/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separation of the real and imaginary components is useful.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real part is the </a:t>
            </a:r>
            <a:r>
              <a:rPr lang="en-US" altLang="en-US" b="1" noProof="0" dirty="0"/>
              <a:t>resistance</a:t>
            </a:r>
            <a:r>
              <a:rPr lang="en-US" altLang="en-US" noProof="0" dirty="0"/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imaginary component is called the </a:t>
            </a:r>
            <a:r>
              <a:rPr lang="en-US" altLang="en-US" b="1" noProof="0" dirty="0"/>
              <a:t>reactance</a:t>
            </a:r>
            <a:r>
              <a:rPr lang="en-US" altLang="en-US" noProof="0" dirty="0"/>
              <a:t>, </a:t>
            </a:r>
            <a:r>
              <a:rPr lang="en-US" altLang="en-US" i="1" noProof="0" dirty="0"/>
              <a:t>X</a:t>
            </a:r>
            <a:r>
              <a:rPr lang="en-US" altLang="en-US" noProof="0" dirty="0"/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When it is positive, we say the impedance is inductive, and capacitive when it is negative.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861261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5FC1A1-27A9-42AD-9160-43C4DD34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Impedance and Admittance </a:t>
            </a:r>
            <a:r>
              <a:rPr lang="en-US" altLang="en-US" sz="1000" b="0" noProof="0" dirty="0"/>
              <a:t>4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1430B4-7341-4CFF-9935-6984796057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650788" cy="3871488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Admittance, being the reciprocal of the impedance, is also a </a:t>
            </a:r>
            <a:r>
              <a:rPr lang="en-US" altLang="en-US" sz="2400" b="1" noProof="0" dirty="0"/>
              <a:t>complex number</a:t>
            </a:r>
            <a:r>
              <a:rPr lang="en-US" altLang="en-US" sz="2400" noProof="0" dirty="0"/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It is measured in units of </a:t>
            </a:r>
            <a:r>
              <a:rPr lang="en-US" altLang="en-US" sz="2400" b="1" noProof="0" dirty="0"/>
              <a:t>Siemens</a:t>
            </a:r>
            <a:r>
              <a:rPr lang="en-US" altLang="en-US" sz="2400" noProof="0" dirty="0"/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The </a:t>
            </a:r>
            <a:r>
              <a:rPr lang="en-US" altLang="en-US" sz="2400" b="1" noProof="0" dirty="0"/>
              <a:t>real part </a:t>
            </a:r>
            <a:r>
              <a:rPr lang="en-US" altLang="en-US" sz="2400" noProof="0" dirty="0"/>
              <a:t>of the admittance is called the </a:t>
            </a:r>
            <a:r>
              <a:rPr lang="en-US" altLang="en-US" sz="2400" b="1" noProof="0" dirty="0"/>
              <a:t>conductance</a:t>
            </a:r>
            <a:r>
              <a:rPr lang="en-US" altLang="en-US" sz="2400" noProof="0" dirty="0"/>
              <a:t>, </a:t>
            </a:r>
            <a:r>
              <a:rPr lang="en-US" altLang="en-US" sz="2400" i="1" noProof="0" dirty="0"/>
              <a:t>G.</a:t>
            </a:r>
            <a:endParaRPr lang="en-US" altLang="en-US" sz="2400" noProof="0" dirty="0"/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The </a:t>
            </a:r>
            <a:r>
              <a:rPr lang="en-US" altLang="en-US" sz="2400" b="1" noProof="0" dirty="0"/>
              <a:t>imaginary part </a:t>
            </a:r>
            <a:r>
              <a:rPr lang="en-US" altLang="en-US" sz="2400" noProof="0" dirty="0"/>
              <a:t>is called the </a:t>
            </a:r>
            <a:r>
              <a:rPr lang="en-US" altLang="en-US" sz="2400" b="1" noProof="0" dirty="0"/>
              <a:t>susceptance</a:t>
            </a:r>
            <a:r>
              <a:rPr lang="en-US" altLang="en-US" sz="2400" noProof="0" dirty="0"/>
              <a:t>, </a:t>
            </a:r>
            <a:r>
              <a:rPr lang="en-US" altLang="en-US" sz="2400" i="1" noProof="0" dirty="0"/>
              <a:t>B.</a:t>
            </a:r>
            <a:endParaRPr lang="en-US" altLang="en-US" sz="2400" noProof="0" dirty="0"/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These are all expressed in </a:t>
            </a:r>
            <a:r>
              <a:rPr lang="en-US" altLang="en-US" sz="2400" b="1" noProof="0" dirty="0"/>
              <a:t>Siemens</a:t>
            </a:r>
            <a:r>
              <a:rPr lang="en-US" altLang="en-US" sz="2400" noProof="0" dirty="0"/>
              <a:t> or (mhos).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The impedance and admittance components can be related to each other:</a:t>
            </a:r>
            <a:endParaRPr lang="en-US" sz="2400" noProof="0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558B9D4E-D335-4623-9A8F-4345056F5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559747"/>
              </p:ext>
            </p:extLst>
          </p:nvPr>
        </p:nvGraphicFramePr>
        <p:xfrm>
          <a:off x="852083" y="5183388"/>
          <a:ext cx="3930111" cy="81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48025" imgH="676156" progId="Equation.DSMT4">
                  <p:embed/>
                </p:oleObj>
              </mc:Choice>
              <mc:Fallback>
                <p:oleObj name="Equation" r:id="rId2" imgW="3248025" imgH="676156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558B9D4E-D335-4623-9A8F-4345056F5B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2083" y="5183388"/>
                        <a:ext cx="3930111" cy="81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99497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3817-A85A-4C80-8736-FE35321D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Impedance and Admittance </a:t>
            </a:r>
            <a:endParaRPr lang="en-US" noProof="0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08A8FC2-AC40-4679-935C-660DA49EF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17" y="1502956"/>
            <a:ext cx="6317673" cy="402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3F0A2E-0B26-4F53-B5B4-5175F4454BCA}"/>
              </a:ext>
            </a:extLst>
          </p:cNvPr>
          <p:cNvSpPr/>
          <p:nvPr/>
        </p:nvSpPr>
        <p:spPr>
          <a:xfrm>
            <a:off x="270164" y="1662545"/>
            <a:ext cx="8530936" cy="3861702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87545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>
            <a:extLst>
              <a:ext uri="{FF2B5EF4-FFF2-40B4-BE49-F238E27FC236}">
                <a16:creationId xmlns:a16="http://schemas.microsoft.com/office/drawing/2014/main" id="{9D26915C-11AD-4794-8788-C3CF3BA0E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09" y="535900"/>
            <a:ext cx="83058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8738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</a:rPr>
              <a:t>After we know how to convert RLC components from time to phasor domain, we can </a:t>
            </a:r>
            <a:r>
              <a:rPr lang="en-US" sz="2800" u="sng" dirty="0">
                <a:solidFill>
                  <a:srgbClr val="FF3300"/>
                </a:solidFill>
                <a:latin typeface="Times New Roman" pitchFamily="18" charset="0"/>
              </a:rPr>
              <a:t>transform</a:t>
            </a:r>
            <a:r>
              <a:rPr lang="en-US" sz="2800" dirty="0">
                <a:latin typeface="Times New Roman" pitchFamily="18" charset="0"/>
              </a:rPr>
              <a:t> a time domain circuit into a phasor/frequency domain circuit. 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</a:rPr>
              <a:t>Hence, we can apply the KCL laws and other theorems to </a:t>
            </a:r>
            <a:r>
              <a:rPr lang="en-US" sz="2800" u="sng" dirty="0">
                <a:solidFill>
                  <a:srgbClr val="FF3300"/>
                </a:solidFill>
                <a:latin typeface="Times New Roman" pitchFamily="18" charset="0"/>
              </a:rPr>
              <a:t>directly</a:t>
            </a:r>
            <a:r>
              <a:rPr lang="en-US" sz="2800" dirty="0">
                <a:latin typeface="Times New Roman" pitchFamily="18" charset="0"/>
              </a:rPr>
              <a:t> set up phasor equations involving our target variable(s) for solving.</a:t>
            </a:r>
          </a:p>
        </p:txBody>
      </p:sp>
    </p:spTree>
    <p:extLst>
      <p:ext uri="{BB962C8B-B14F-4D97-AF65-F5344CB8AC3E}">
        <p14:creationId xmlns:p14="http://schemas.microsoft.com/office/powerpoint/2010/main" val="2482204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6F47A5-EB83-4699-8A1E-59A420FAA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262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024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>
            <a:extLst>
              <a:ext uri="{FF2B5EF4-FFF2-40B4-BE49-F238E27FC236}">
                <a16:creationId xmlns:a16="http://schemas.microsoft.com/office/drawing/2014/main" id="{32533068-8BD9-45C6-9C80-EDDB2DCF0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3" y="0"/>
            <a:ext cx="3810000" cy="2150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4523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410D-353F-4918-B753-1542D2A2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noProof="0" dirty="0"/>
              <a:t>Kirchhoff's Laws in Frequency Domain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3A97-C758-40A7-8D9C-0A8D1D50F9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3796332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 powerful aspect of phasors is that Kirchhoff's laws apply to them as well.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This means that a circuit transformed </a:t>
            </a:r>
            <a:r>
              <a:rPr lang="en-US" altLang="en-US" b="1" noProof="0" dirty="0"/>
              <a:t>to frequency </a:t>
            </a:r>
            <a:r>
              <a:rPr lang="en-US" altLang="en-US" noProof="0" dirty="0"/>
              <a:t>domain can be evaluated by the same methodology developed for </a:t>
            </a:r>
            <a:r>
              <a:rPr lang="en-US" altLang="en-US" b="1" noProof="0" dirty="0"/>
              <a:t>K</a:t>
            </a:r>
            <a:r>
              <a:rPr lang="en-US" altLang="en-US" sz="100" b="1" noProof="0" dirty="0"/>
              <a:t> </a:t>
            </a:r>
            <a:r>
              <a:rPr lang="en-US" altLang="en-US" b="1" noProof="0" dirty="0"/>
              <a:t>V</a:t>
            </a:r>
            <a:r>
              <a:rPr lang="en-US" altLang="en-US" sz="100" b="1" noProof="0" dirty="0"/>
              <a:t> </a:t>
            </a:r>
            <a:r>
              <a:rPr lang="en-US" altLang="en-US" b="1" noProof="0" dirty="0"/>
              <a:t>L </a:t>
            </a:r>
            <a:r>
              <a:rPr lang="en-US" altLang="en-US" noProof="0" dirty="0"/>
              <a:t>and </a:t>
            </a:r>
            <a:r>
              <a:rPr lang="en-US" altLang="en-US" b="1" noProof="0" dirty="0"/>
              <a:t>K</a:t>
            </a:r>
            <a:r>
              <a:rPr lang="en-US" altLang="en-US" sz="100" b="1" noProof="0" dirty="0"/>
              <a:t> </a:t>
            </a:r>
            <a:r>
              <a:rPr lang="en-US" altLang="en-US" b="1" noProof="0" dirty="0"/>
              <a:t>C</a:t>
            </a:r>
            <a:r>
              <a:rPr lang="en-US" altLang="en-US" sz="100" b="1" noProof="0" dirty="0"/>
              <a:t> </a:t>
            </a:r>
            <a:r>
              <a:rPr lang="en-US" altLang="en-US" b="1" noProof="0" dirty="0"/>
              <a:t>L</a:t>
            </a:r>
            <a:r>
              <a:rPr lang="en-US" altLang="en-US" noProof="0" dirty="0"/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One consequence is that there will likely be </a:t>
            </a:r>
            <a:r>
              <a:rPr lang="en-US" altLang="en-US" b="1" noProof="0" dirty="0"/>
              <a:t>complex</a:t>
            </a:r>
            <a:r>
              <a:rPr lang="en-US" altLang="en-US" noProof="0" dirty="0"/>
              <a:t> values.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47755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0">
            <a:extLst>
              <a:ext uri="{FF2B5EF4-FFF2-40B4-BE49-F238E27FC236}">
                <a16:creationId xmlns:a16="http://schemas.microsoft.com/office/drawing/2014/main" id="{447BDE28-4F11-4634-90E8-78775E84C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001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90513" indent="-290513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34" charset="0"/>
                <a:cs typeface="Times New Roman" pitchFamily="18" charset="0"/>
              </a:defRPr>
            </a:lvl9pPr>
          </a:lstStyle>
          <a:p>
            <a:pPr algn="just"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Both KVL and KCL are hold in the </a:t>
            </a:r>
            <a:r>
              <a:rPr lang="en-US" sz="2400" u="sng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phasor</a:t>
            </a:r>
            <a:r>
              <a:rPr lang="en-US" sz="24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 domain</a:t>
            </a:r>
            <a:r>
              <a:rPr lang="en-US" sz="2400" dirty="0">
                <a:latin typeface="Times New Roman" panose="02020603050405020304" pitchFamily="18" charset="0"/>
              </a:rPr>
              <a:t> or more commonly called </a:t>
            </a:r>
            <a:r>
              <a:rPr lang="en-US" sz="24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frequency domain</a:t>
            </a:r>
            <a:r>
              <a:rPr lang="en-US" sz="2400" dirty="0">
                <a:latin typeface="Times New Roman" panose="02020603050405020304" pitchFamily="18" charset="0"/>
              </a:rPr>
              <a:t>.</a:t>
            </a:r>
          </a:p>
          <a:p>
            <a:pPr algn="just">
              <a:buFontTx/>
              <a:buChar char="•"/>
            </a:pPr>
            <a:endParaRPr lang="en-US" sz="2400" dirty="0">
              <a:latin typeface="Times New Roman" panose="02020603050405020304" pitchFamily="18" charset="0"/>
            </a:endParaRPr>
          </a:p>
          <a:p>
            <a:pPr algn="just"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Moreover, the variables to be handled are </a:t>
            </a:r>
            <a:r>
              <a:rPr lang="en-US" sz="24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phasors</a:t>
            </a:r>
            <a:r>
              <a:rPr 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</a:rPr>
              <a:t> which are </a:t>
            </a:r>
            <a:r>
              <a:rPr lang="en-US" sz="2400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complex numbers</a:t>
            </a:r>
            <a:r>
              <a:rPr 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buFontTx/>
              <a:buChar char="•"/>
            </a:pPr>
            <a:endParaRPr lang="en-US" sz="2400" dirty="0">
              <a:latin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</a:rPr>
              <a:t>All the mathematical operations involved are now in complex domain.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10A5E5C-1D3C-4C7E-B222-3EA0AB8D1D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911081"/>
              </p:ext>
            </p:extLst>
          </p:nvPr>
        </p:nvGraphicFramePr>
        <p:xfrm>
          <a:off x="2438400" y="3979585"/>
          <a:ext cx="4724400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685800" progId="Equation.3">
                  <p:embed/>
                </p:oleObj>
              </mc:Choice>
              <mc:Fallback>
                <p:oleObj name="Equation" r:id="rId2" imgW="1612800" imgH="68580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10A5E5C-1D3C-4C7E-B222-3EA0AB8D1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979585"/>
                        <a:ext cx="4724400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42276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410D-353F-4918-B753-1542D2A2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Impedance Combinations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3A97-C758-40A7-8D9C-0A8D1D50F9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4319" y="983411"/>
            <a:ext cx="8458200" cy="16315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Once in frequency domain, the impedance elements are generalized.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Combinations will follow the rules for resistors: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8807B217-D396-4A44-A7C5-F04AA62FA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" y="2566511"/>
            <a:ext cx="6207884" cy="3245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87BFE5D-7B51-4538-832B-F09375E3E0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604607"/>
              </p:ext>
            </p:extLst>
          </p:nvPr>
        </p:nvGraphicFramePr>
        <p:xfrm>
          <a:off x="2351088" y="5188789"/>
          <a:ext cx="6450012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38900" imgH="1362085" progId="Equation.3">
                  <p:embed/>
                </p:oleObj>
              </mc:Choice>
              <mc:Fallback>
                <p:oleObj name="Equation" r:id="rId3" imgW="6438900" imgH="1362085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87BFE5D-7B51-4538-832B-F09375E3E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188789"/>
                        <a:ext cx="6450012" cy="1371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19496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01D4-C52C-46A1-9D5E-3823AD1F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Impedance Combinations 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70EE3-1E96-4876-8F35-B177C9EBF8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5465" y="946151"/>
            <a:ext cx="8458200" cy="99013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Series combinations will result in a sum of the impedance elements:</a:t>
            </a:r>
            <a:endParaRPr lang="en-US" noProof="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09AB6E5-4C19-4B4B-B3C0-52EF852036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063675"/>
              </p:ext>
            </p:extLst>
          </p:nvPr>
        </p:nvGraphicFramePr>
        <p:xfrm>
          <a:off x="3977659" y="1478858"/>
          <a:ext cx="3870614" cy="545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57675" imgH="600075" progId="Equation.DSMT4">
                  <p:embed/>
                </p:oleObj>
              </mc:Choice>
              <mc:Fallback>
                <p:oleObj name="Equation" r:id="rId2" imgW="4257675" imgH="600075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09AB6E5-4C19-4B4B-B3C0-52EF852036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77659" y="1478858"/>
                        <a:ext cx="3870614" cy="545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66F83-7732-4C58-A5E4-E75CB810CB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696623"/>
            <a:ext cx="8458200" cy="99013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Here then </a:t>
            </a:r>
            <a:r>
              <a:rPr lang="en-US" altLang="en-US" b="1" noProof="0" dirty="0"/>
              <a:t>two elements </a:t>
            </a:r>
            <a:r>
              <a:rPr lang="en-US" altLang="en-US" noProof="0" dirty="0"/>
              <a:t>in series can act like a voltage divider.</a:t>
            </a:r>
            <a:endParaRPr lang="en-US" noProof="0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E18FC40-A44F-46BD-AB53-C56DE3B3A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212323"/>
              </p:ext>
            </p:extLst>
          </p:nvPr>
        </p:nvGraphicFramePr>
        <p:xfrm>
          <a:off x="3778500" y="5305141"/>
          <a:ext cx="4268932" cy="961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5825" imgH="1057275" progId="Equation.DSMT4">
                  <p:embed/>
                </p:oleObj>
              </mc:Choice>
              <mc:Fallback>
                <p:oleObj name="Equation" r:id="rId4" imgW="4695825" imgH="1057275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E18FC40-A44F-46BD-AB53-C56DE3B3A2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78500" y="5305141"/>
                        <a:ext cx="4268932" cy="961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8">
            <a:extLst>
              <a:ext uri="{FF2B5EF4-FFF2-40B4-BE49-F238E27FC236}">
                <a16:creationId xmlns:a16="http://schemas.microsoft.com/office/drawing/2014/main" id="{93479B78-8617-45A3-B56B-F16FC7710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42" y="4347409"/>
            <a:ext cx="3407095" cy="210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2403C6-31D7-4F90-87EA-778B7A8A28B9}"/>
              </a:ext>
            </a:extLst>
          </p:cNvPr>
          <p:cNvSpPr/>
          <p:nvPr/>
        </p:nvSpPr>
        <p:spPr>
          <a:xfrm>
            <a:off x="581564" y="2351525"/>
            <a:ext cx="2371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 impedances in series</a:t>
            </a:r>
            <a:endParaRPr lang="en-CA" b="1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908FFE95-CB35-40DD-BDB6-B30E2D2E4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169129"/>
              </p:ext>
            </p:extLst>
          </p:nvPr>
        </p:nvGraphicFramePr>
        <p:xfrm>
          <a:off x="4027488" y="3191690"/>
          <a:ext cx="4773612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775040" imgH="1447560" progId="Equation.3">
                  <p:embed/>
                </p:oleObj>
              </mc:Choice>
              <mc:Fallback>
                <p:oleObj name="方程式" r:id="rId7" imgW="4775040" imgH="144756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908FFE95-CB35-40DD-BDB6-B30E2D2E49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488" y="3191690"/>
                        <a:ext cx="4773612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81981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410D-353F-4918-B753-1542D2A2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Parallel Combination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3A97-C758-40A7-8D9C-0A8D1D50F9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908348"/>
            <a:ext cx="8663314" cy="990502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Likewise, elements combined in parallel will combine in the same fashion as resistors in parallel: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EF4D18A-AE1F-4763-A096-7B82E66CC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395" y="3793909"/>
            <a:ext cx="4391819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012F2281-89E4-4FDB-9621-87430730B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001752"/>
              </p:ext>
            </p:extLst>
          </p:nvPr>
        </p:nvGraphicFramePr>
        <p:xfrm>
          <a:off x="342900" y="1944680"/>
          <a:ext cx="4465637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55800" imgH="939600" progId="Equation.3">
                  <p:embed/>
                </p:oleObj>
              </mc:Choice>
              <mc:Fallback>
                <p:oleObj name="Equation" r:id="rId3" imgW="2755800" imgH="939600" progId="Equation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012F2281-89E4-4FDB-9621-87430730BC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1944680"/>
                        <a:ext cx="4465637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8BBBDDA0-E164-4F54-9202-D8A345B0E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964911"/>
              </p:ext>
            </p:extLst>
          </p:nvPr>
        </p:nvGraphicFramePr>
        <p:xfrm>
          <a:off x="986414" y="4024745"/>
          <a:ext cx="3325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327120" imgH="469800" progId="Equation.3">
                  <p:embed/>
                </p:oleObj>
              </mc:Choice>
              <mc:Fallback>
                <p:oleObj name="方程式" r:id="rId5" imgW="3327120" imgH="469800" progId="Equation.3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8BBBDDA0-E164-4F54-9202-D8A345B0E7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414" y="4024745"/>
                        <a:ext cx="3325813" cy="4699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93327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D127355-C6BB-452C-93B6-9D309DF222A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788874"/>
            <a:ext cx="82296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0066CC"/>
                </a:solidFill>
                <a:cs typeface="Times New Roman" pitchFamily="18" charset="0"/>
              </a:rPr>
              <a:t>2 Impedances in parallel</a:t>
            </a:r>
            <a:endParaRPr lang="en-US" sz="3600" dirty="0">
              <a:solidFill>
                <a:srgbClr val="0066CC"/>
              </a:solidFill>
              <a:cs typeface="Times New Roman" pitchFamily="18" charset="0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593C249-E058-462E-95E8-CA93AD6BA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551860"/>
              </p:ext>
            </p:extLst>
          </p:nvPr>
        </p:nvGraphicFramePr>
        <p:xfrm>
          <a:off x="838200" y="1371600"/>
          <a:ext cx="7127875" cy="510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58587" imgH="4304762" progId="Paint.Picture">
                  <p:embed/>
                </p:oleObj>
              </mc:Choice>
              <mc:Fallback>
                <p:oleObj name="Bitmap Image" r:id="rId2" imgW="5458587" imgH="4304762" progId="Paint.Picture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A593C249-E058-462E-95E8-CA93AD6BA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371600"/>
                        <a:ext cx="7127875" cy="510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1843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1F23B6-0A19-4556-8B3B-51FAAE58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9" y="0"/>
            <a:ext cx="8908472" cy="259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490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6592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C73A64-8073-41BC-8506-1158FFBC2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576"/>
            <a:ext cx="9144000" cy="284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233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5132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9155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8040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Admittance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10092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Expressed as admittance, though, they are again a sum:</a:t>
            </a:r>
            <a:endParaRPr lang="en-US" noProof="0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7AECE737-632F-4A34-B388-FC5558991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359088"/>
              </p:ext>
            </p:extLst>
          </p:nvPr>
        </p:nvGraphicFramePr>
        <p:xfrm>
          <a:off x="946308" y="2537483"/>
          <a:ext cx="3642497" cy="55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05250" imgH="600075" progId="Equation.DSMT4">
                  <p:embed/>
                </p:oleObj>
              </mc:Choice>
              <mc:Fallback>
                <p:oleObj name="Equation" r:id="rId2" imgW="3905250" imgH="600075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7AECE737-632F-4A34-B388-FC5558991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6308" y="2537483"/>
                        <a:ext cx="3642497" cy="55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386246"/>
            <a:ext cx="8458200" cy="10092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Once again, these elements can act as a current divider: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DB6D8B8E-2028-4204-B691-22CFBFF2F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99376"/>
              </p:ext>
            </p:extLst>
          </p:nvPr>
        </p:nvGraphicFramePr>
        <p:xfrm>
          <a:off x="944562" y="4574683"/>
          <a:ext cx="4095750" cy="961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05325" imgH="1057275" progId="Equation.DSMT4">
                  <p:embed/>
                </p:oleObj>
              </mc:Choice>
              <mc:Fallback>
                <p:oleObj name="Equation" r:id="rId4" imgW="4505325" imgH="1057275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DB6D8B8E-2028-4204-B691-22CFBFF2FD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4562" y="4574683"/>
                        <a:ext cx="4095750" cy="961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15198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Impedance Combinations </a:t>
            </a:r>
            <a:r>
              <a:rPr lang="en-US" altLang="en-US" sz="1000" b="0" noProof="0" dirty="0"/>
              <a:t>3</a:t>
            </a:r>
            <a:endParaRPr lang="en-US" sz="1000" b="0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CF277-E58C-4D27-B9D3-58F74A4ECD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53939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Delta-Wye transformation is:</a:t>
            </a:r>
            <a:endParaRPr lang="en-US" noProof="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CF3942D-C333-4BC0-935E-992CB479FD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659388"/>
              </p:ext>
            </p:extLst>
          </p:nvPr>
        </p:nvGraphicFramePr>
        <p:xfrm>
          <a:off x="445151" y="2090319"/>
          <a:ext cx="1957397" cy="76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431640" progId="Equation.DSMT4">
                  <p:embed/>
                </p:oleObj>
              </mc:Choice>
              <mc:Fallback>
                <p:oleObj name="Equation" r:id="rId2" imgW="110484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CF3942D-C333-4BC0-935E-992CB479FD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5151" y="2090319"/>
                        <a:ext cx="1957397" cy="764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50FBC00-FFBB-4473-A533-1357038B80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281862"/>
              </p:ext>
            </p:extLst>
          </p:nvPr>
        </p:nvGraphicFramePr>
        <p:xfrm>
          <a:off x="445151" y="3129499"/>
          <a:ext cx="1979898" cy="76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431640" progId="Equation.DSMT4">
                  <p:embed/>
                </p:oleObj>
              </mc:Choice>
              <mc:Fallback>
                <p:oleObj name="Equation" r:id="rId4" imgW="1117440" imgH="4316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50FBC00-FFBB-4473-A533-1357038B8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151" y="3129499"/>
                        <a:ext cx="1979898" cy="764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0BA587E-B1E1-4EAE-82A7-014209B93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564383"/>
              </p:ext>
            </p:extLst>
          </p:nvPr>
        </p:nvGraphicFramePr>
        <p:xfrm>
          <a:off x="445151" y="4168679"/>
          <a:ext cx="1979898" cy="76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431640" progId="Equation.DSMT4">
                  <p:embed/>
                </p:oleObj>
              </mc:Choice>
              <mc:Fallback>
                <p:oleObj name="Equation" r:id="rId6" imgW="1117440" imgH="4316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0BA587E-B1E1-4EAE-82A7-014209B93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5151" y="4168679"/>
                        <a:ext cx="1979898" cy="764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8E7A27A-2472-4731-BF5D-18696E6CC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691757"/>
              </p:ext>
            </p:extLst>
          </p:nvPr>
        </p:nvGraphicFramePr>
        <p:xfrm>
          <a:off x="2714941" y="2104400"/>
          <a:ext cx="2699859" cy="76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431640" progId="Equation.DSMT4">
                  <p:embed/>
                </p:oleObj>
              </mc:Choice>
              <mc:Fallback>
                <p:oleObj name="Equation" r:id="rId8" imgW="1523880" imgH="4316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8E7A27A-2472-4731-BF5D-18696E6CCC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14941" y="2104400"/>
                        <a:ext cx="2699859" cy="764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32E224D-A6F9-4865-9E7B-FA6A3DED4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993679"/>
              </p:ext>
            </p:extLst>
          </p:nvPr>
        </p:nvGraphicFramePr>
        <p:xfrm>
          <a:off x="2714941" y="3129499"/>
          <a:ext cx="2699859" cy="76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3880" imgH="431640" progId="Equation.DSMT4">
                  <p:embed/>
                </p:oleObj>
              </mc:Choice>
              <mc:Fallback>
                <p:oleObj name="Equation" r:id="rId10" imgW="1523880" imgH="431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832E224D-A6F9-4865-9E7B-FA6A3DED48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14941" y="3129499"/>
                        <a:ext cx="2699859" cy="764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4926645-0F40-47AA-B61B-F451E6832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634997"/>
              </p:ext>
            </p:extLst>
          </p:nvPr>
        </p:nvGraphicFramePr>
        <p:xfrm>
          <a:off x="2714941" y="4168679"/>
          <a:ext cx="2677359" cy="76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11280" imgH="431640" progId="Equation.DSMT4">
                  <p:embed/>
                </p:oleObj>
              </mc:Choice>
              <mc:Fallback>
                <p:oleObj name="Equation" r:id="rId12" imgW="1511280" imgH="4316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04926645-0F40-47AA-B61B-F451E68323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14941" y="4168679"/>
                        <a:ext cx="2677359" cy="764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6">
            <a:extLst>
              <a:ext uri="{FF2B5EF4-FFF2-40B4-BE49-F238E27FC236}">
                <a16:creationId xmlns:a16="http://schemas.microsoft.com/office/drawing/2014/main" id="{B7E52A0E-57B4-40D0-90E6-BBCB1F4AF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991" y="2275827"/>
            <a:ext cx="3108661" cy="215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8  |  Chapter 9: Sinusoids and Phasors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3021</TotalTime>
  <Words>2145</Words>
  <Application>Microsoft Office PowerPoint</Application>
  <PresentationFormat>On-screen Show (4:3)</PresentationFormat>
  <Paragraphs>233</Paragraphs>
  <Slides>68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68</vt:i4>
      </vt:variant>
    </vt:vector>
  </HeadingPairs>
  <TitlesOfParts>
    <vt:vector size="82" baseType="lpstr">
      <vt:lpstr>PMingLiU</vt:lpstr>
      <vt:lpstr>Arial</vt:lpstr>
      <vt:lpstr>Calibri</vt:lpstr>
      <vt:lpstr>Symbol</vt:lpstr>
      <vt:lpstr>Times New Roman</vt:lpstr>
      <vt:lpstr>Wingdings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Bitmap Image</vt:lpstr>
      <vt:lpstr>方程式</vt:lpstr>
      <vt:lpstr>Fundamentals of Electric Circuits</vt:lpstr>
      <vt:lpstr>Overview</vt:lpstr>
      <vt:lpstr>Alternating Current</vt:lpstr>
      <vt:lpstr>Sinusoids </vt:lpstr>
      <vt:lpstr>Sinusoids </vt:lpstr>
      <vt:lpstr>Sinusoids </vt:lpstr>
      <vt:lpstr>Sinusoids</vt:lpstr>
      <vt:lpstr>Sinusoids </vt:lpstr>
      <vt:lpstr>Sinusoids</vt:lpstr>
      <vt:lpstr>Sinusoids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Complex Numbers </vt:lpstr>
      <vt:lpstr>Complex Numbers </vt:lpstr>
      <vt:lpstr>Complex Numbers </vt:lpstr>
      <vt:lpstr>Phasors</vt:lpstr>
      <vt:lpstr>Phasors </vt:lpstr>
      <vt:lpstr>PowerPoint Presentation</vt:lpstr>
      <vt:lpstr>     Lead or Lag seen Via Phasors</vt:lpstr>
      <vt:lpstr>Summery: Phasors </vt:lpstr>
      <vt:lpstr>Sinusoid-Phasor Transformation 1</vt:lpstr>
      <vt:lpstr>Sinusoid-Phasor Transformation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Phasor Relationships for Resistors</vt:lpstr>
      <vt:lpstr>Phasor Relationships for Inductors</vt:lpstr>
      <vt:lpstr>PowerPoint Presentation</vt:lpstr>
      <vt:lpstr>Phasor Relationships for Capacitors</vt:lpstr>
      <vt:lpstr>The V-I  Relationships for Capacitor</vt:lpstr>
      <vt:lpstr>PowerPoint Presentation</vt:lpstr>
      <vt:lpstr>Voltage current relationships</vt:lpstr>
      <vt:lpstr>PowerPoint Presentation</vt:lpstr>
      <vt:lpstr>Impedance and Admittance 1</vt:lpstr>
      <vt:lpstr>PowerPoint Presentation</vt:lpstr>
      <vt:lpstr>PowerPoint Presentation</vt:lpstr>
      <vt:lpstr>Impedance and Admittance 2</vt:lpstr>
      <vt:lpstr>PowerPoint Presentation</vt:lpstr>
      <vt:lpstr>Impedance and Admittance 3</vt:lpstr>
      <vt:lpstr>Impedance and Admittance 4</vt:lpstr>
      <vt:lpstr>Impedance and Admittance </vt:lpstr>
      <vt:lpstr>PowerPoint Presentation</vt:lpstr>
      <vt:lpstr>PowerPoint Presentation</vt:lpstr>
      <vt:lpstr>PowerPoint Presentation</vt:lpstr>
      <vt:lpstr>Kirchhoff's Laws in Frequency Domain</vt:lpstr>
      <vt:lpstr>PowerPoint Presentation</vt:lpstr>
      <vt:lpstr>Impedance Combinations 1</vt:lpstr>
      <vt:lpstr>Impedance Combinations </vt:lpstr>
      <vt:lpstr>Parallel Combination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Admittance</vt:lpstr>
      <vt:lpstr>Impedance Combinations 3</vt:lpstr>
      <vt:lpstr>End of Main Content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213</cp:revision>
  <cp:lastPrinted>2023-10-24T17:55:11Z</cp:lastPrinted>
  <dcterms:created xsi:type="dcterms:W3CDTF">2019-12-14T02:10:23Z</dcterms:created>
  <dcterms:modified xsi:type="dcterms:W3CDTF">2024-10-16T21:03:26Z</dcterms:modified>
</cp:coreProperties>
</file>