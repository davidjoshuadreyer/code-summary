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  <p:sldMasterId id="2147483691" r:id="rId5"/>
    <p:sldMasterId id="2147483684" r:id="rId6"/>
    <p:sldMasterId id="2147483686" r:id="rId7"/>
    <p:sldMasterId id="2147483701" r:id="rId8"/>
  </p:sldMasterIdLst>
  <p:notesMasterIdLst>
    <p:notesMasterId r:id="rId38"/>
  </p:notesMasterIdLst>
  <p:sldIdLst>
    <p:sldId id="316" r:id="rId9"/>
    <p:sldId id="266" r:id="rId10"/>
    <p:sldId id="267" r:id="rId11"/>
    <p:sldId id="268" r:id="rId12"/>
    <p:sldId id="269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273" r:id="rId25"/>
    <p:sldId id="275" r:id="rId26"/>
    <p:sldId id="276" r:id="rId27"/>
    <p:sldId id="307" r:id="rId28"/>
    <p:sldId id="308" r:id="rId29"/>
    <p:sldId id="311" r:id="rId30"/>
    <p:sldId id="312" r:id="rId31"/>
    <p:sldId id="313" r:id="rId32"/>
    <p:sldId id="314" r:id="rId33"/>
    <p:sldId id="315" r:id="rId34"/>
    <p:sldId id="287" r:id="rId35"/>
    <p:sldId id="288" r:id="rId36"/>
    <p:sldId id="317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316"/>
            <p14:sldId id="266"/>
            <p14:sldId id="267"/>
            <p14:sldId id="268"/>
            <p14:sldId id="269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273"/>
            <p14:sldId id="275"/>
            <p14:sldId id="276"/>
            <p14:sldId id="307"/>
            <p14:sldId id="308"/>
            <p14:sldId id="311"/>
            <p14:sldId id="312"/>
            <p14:sldId id="313"/>
            <p14:sldId id="314"/>
            <p14:sldId id="315"/>
            <p14:sldId id="287"/>
            <p14:sldId id="288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AEC8C6-1569-4131-800E-C335750BFD1D}" v="17" dt="2025-09-15T02:36:21.3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84" autoAdjust="0"/>
    <p:restoredTop sz="96374" autoAdjust="0"/>
  </p:normalViewPr>
  <p:slideViewPr>
    <p:cSldViewPr snapToGrid="0" showGuides="1">
      <p:cViewPr varScale="1">
        <p:scale>
          <a:sx n="74" d="100"/>
          <a:sy n="74" d="100"/>
        </p:scale>
        <p:origin x="904" y="56"/>
      </p:cViewPr>
      <p:guideLst>
        <p:guide pos="3264"/>
        <p:guide orient="horz" pos="2256"/>
        <p:guide pos="5640"/>
      </p:guideLst>
    </p:cSldViewPr>
  </p:slideViewPr>
  <p:outlineViewPr>
    <p:cViewPr>
      <p:scale>
        <a:sx n="50" d="100"/>
        <a:sy n="50" d="100"/>
      </p:scale>
      <p:origin x="0" y="-57324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commentAuthors" Target="commentAuthors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2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zhgan Bacon" userId="87017a61-33d9-4952-aa6c-e009fac81f23" providerId="ADAL" clId="{BD86137B-1FBB-483D-841C-3A4E36B9CD2D}"/>
    <pc:docChg chg="delSld modSld modSection">
      <pc:chgData name="Mozhgan Bacon" userId="87017a61-33d9-4952-aa6c-e009fac81f23" providerId="ADAL" clId="{BD86137B-1FBB-483D-841C-3A4E36B9CD2D}" dt="2021-09-17T16:36:39.161" v="3" actId="2696"/>
      <pc:docMkLst>
        <pc:docMk/>
      </pc:docMkLst>
      <pc:sldChg chg="modSp">
        <pc:chgData name="Mozhgan Bacon" userId="87017a61-33d9-4952-aa6c-e009fac81f23" providerId="ADAL" clId="{BD86137B-1FBB-483D-841C-3A4E36B9CD2D}" dt="2021-09-17T16:36:35.283" v="2" actId="1076"/>
        <pc:sldMkLst>
          <pc:docMk/>
          <pc:sldMk cId="264647024" sldId="273"/>
        </pc:sldMkLst>
      </pc:sldChg>
    </pc:docChg>
  </pc:docChgLst>
  <pc:docChgLst>
    <pc:chgData name="Mozhgan Moazzen Zadeh-Bacon" userId="87017a61-33d9-4952-aa6c-e009fac81f23" providerId="ADAL" clId="{A390D8AC-0881-4A45-827E-35D352BC7877}"/>
    <pc:docChg chg="undo custSel modSld">
      <pc:chgData name="Mozhgan Moazzen Zadeh-Bacon" userId="87017a61-33d9-4952-aa6c-e009fac81f23" providerId="ADAL" clId="{A390D8AC-0881-4A45-827E-35D352BC7877}" dt="2025-09-15T02:37:34.870" v="115" actId="14100"/>
      <pc:docMkLst>
        <pc:docMk/>
      </pc:docMkLst>
      <pc:sldChg chg="modSp mod">
        <pc:chgData name="Mozhgan Moazzen Zadeh-Bacon" userId="87017a61-33d9-4952-aa6c-e009fac81f23" providerId="ADAL" clId="{A390D8AC-0881-4A45-827E-35D352BC7877}" dt="2025-09-11T17:12:57.586" v="3" actId="14100"/>
        <pc:sldMkLst>
          <pc:docMk/>
          <pc:sldMk cId="3226242598" sldId="267"/>
        </pc:sldMkLst>
        <pc:spChg chg="mod">
          <ac:chgData name="Mozhgan Moazzen Zadeh-Bacon" userId="87017a61-33d9-4952-aa6c-e009fac81f23" providerId="ADAL" clId="{A390D8AC-0881-4A45-827E-35D352BC7877}" dt="2025-09-11T17:12:50.285" v="0" actId="1076"/>
          <ac:spMkLst>
            <pc:docMk/>
            <pc:sldMk cId="3226242598" sldId="267"/>
            <ac:spMk id="3" creationId="{1D08D887-2430-43DA-B49B-4A98539D666B}"/>
          </ac:spMkLst>
        </pc:spChg>
        <pc:spChg chg="mod">
          <ac:chgData name="Mozhgan Moazzen Zadeh-Bacon" userId="87017a61-33d9-4952-aa6c-e009fac81f23" providerId="ADAL" clId="{A390D8AC-0881-4A45-827E-35D352BC7877}" dt="2025-09-11T17:12:53.239" v="1" actId="1076"/>
          <ac:spMkLst>
            <pc:docMk/>
            <pc:sldMk cId="3226242598" sldId="267"/>
            <ac:spMk id="4" creationId="{CCBF2983-0BC0-436B-BCBD-BAC6E62D038F}"/>
          </ac:spMkLst>
        </pc:spChg>
        <pc:picChg chg="mod">
          <ac:chgData name="Mozhgan Moazzen Zadeh-Bacon" userId="87017a61-33d9-4952-aa6c-e009fac81f23" providerId="ADAL" clId="{A390D8AC-0881-4A45-827E-35D352BC7877}" dt="2025-09-11T17:12:57.586" v="3" actId="14100"/>
          <ac:picMkLst>
            <pc:docMk/>
            <pc:sldMk cId="3226242598" sldId="267"/>
            <ac:picMk id="5" creationId="{1EAC5481-9483-4BFF-A91E-11A847591AFF}"/>
          </ac:picMkLst>
        </pc:picChg>
      </pc:sldChg>
      <pc:sldChg chg="modSp mod">
        <pc:chgData name="Mozhgan Moazzen Zadeh-Bacon" userId="87017a61-33d9-4952-aa6c-e009fac81f23" providerId="ADAL" clId="{A390D8AC-0881-4A45-827E-35D352BC7877}" dt="2025-09-11T17:13:37.314" v="14" actId="14100"/>
        <pc:sldMkLst>
          <pc:docMk/>
          <pc:sldMk cId="3548066585" sldId="268"/>
        </pc:sldMkLst>
        <pc:spChg chg="mod">
          <ac:chgData name="Mozhgan Moazzen Zadeh-Bacon" userId="87017a61-33d9-4952-aa6c-e009fac81f23" providerId="ADAL" clId="{A390D8AC-0881-4A45-827E-35D352BC7877}" dt="2025-09-11T17:13:24.561" v="8" actId="123"/>
          <ac:spMkLst>
            <pc:docMk/>
            <pc:sldMk cId="3548066585" sldId="268"/>
            <ac:spMk id="3" creationId="{17AEAFC8-346F-456F-AB17-9178D3064835}"/>
          </ac:spMkLst>
        </pc:spChg>
        <pc:spChg chg="mod">
          <ac:chgData name="Mozhgan Moazzen Zadeh-Bacon" userId="87017a61-33d9-4952-aa6c-e009fac81f23" providerId="ADAL" clId="{A390D8AC-0881-4A45-827E-35D352BC7877}" dt="2025-09-11T17:13:36.069" v="13" actId="1076"/>
          <ac:spMkLst>
            <pc:docMk/>
            <pc:sldMk cId="3548066585" sldId="268"/>
            <ac:spMk id="11" creationId="{F0917707-F54A-480E-A8A7-19B4F557E5DB}"/>
          </ac:spMkLst>
        </pc:spChg>
        <pc:picChg chg="mod">
          <ac:chgData name="Mozhgan Moazzen Zadeh-Bacon" userId="87017a61-33d9-4952-aa6c-e009fac81f23" providerId="ADAL" clId="{A390D8AC-0881-4A45-827E-35D352BC7877}" dt="2025-09-11T17:13:37.314" v="14" actId="14100"/>
          <ac:picMkLst>
            <pc:docMk/>
            <pc:sldMk cId="3548066585" sldId="268"/>
            <ac:picMk id="8" creationId="{4F50B80B-4103-4E7B-A545-E29ABB4A2B12}"/>
          </ac:picMkLst>
        </pc:picChg>
        <pc:picChg chg="ord">
          <ac:chgData name="Mozhgan Moazzen Zadeh-Bacon" userId="87017a61-33d9-4952-aa6c-e009fac81f23" providerId="ADAL" clId="{A390D8AC-0881-4A45-827E-35D352BC7877}" dt="2025-09-11T17:13:13.497" v="6" actId="166"/>
          <ac:picMkLst>
            <pc:docMk/>
            <pc:sldMk cId="3548066585" sldId="268"/>
            <ac:picMk id="13" creationId="{1D51009F-FC9C-4D7E-A876-1C8E947F12E2}"/>
          </ac:picMkLst>
        </pc:picChg>
        <pc:picChg chg="mod">
          <ac:chgData name="Mozhgan Moazzen Zadeh-Bacon" userId="87017a61-33d9-4952-aa6c-e009fac81f23" providerId="ADAL" clId="{A390D8AC-0881-4A45-827E-35D352BC7877}" dt="2025-09-11T17:13:07.026" v="5" actId="1076"/>
          <ac:picMkLst>
            <pc:docMk/>
            <pc:sldMk cId="3548066585" sldId="268"/>
            <ac:picMk id="14" creationId="{C35AFE63-C76C-43D0-9B6F-E8F3FA0BEFA9}"/>
          </ac:picMkLst>
        </pc:picChg>
      </pc:sldChg>
      <pc:sldChg chg="addSp delSp modSp mod">
        <pc:chgData name="Mozhgan Moazzen Zadeh-Bacon" userId="87017a61-33d9-4952-aa6c-e009fac81f23" providerId="ADAL" clId="{A390D8AC-0881-4A45-827E-35D352BC7877}" dt="2025-09-15T02:37:28.270" v="114" actId="1076"/>
        <pc:sldMkLst>
          <pc:docMk/>
          <pc:sldMk cId="1901894053" sldId="276"/>
        </pc:sldMkLst>
        <pc:spChg chg="add mod">
          <ac:chgData name="Mozhgan Moazzen Zadeh-Bacon" userId="87017a61-33d9-4952-aa6c-e009fac81f23" providerId="ADAL" clId="{A390D8AC-0881-4A45-827E-35D352BC7877}" dt="2025-09-15T02:37:28.270" v="114" actId="1076"/>
          <ac:spMkLst>
            <pc:docMk/>
            <pc:sldMk cId="1901894053" sldId="276"/>
            <ac:spMk id="6" creationId="{FAD6AFE7-BFB6-AFB7-B68E-7BED45B16786}"/>
          </ac:spMkLst>
        </pc:spChg>
        <pc:picChg chg="del">
          <ac:chgData name="Mozhgan Moazzen Zadeh-Bacon" userId="87017a61-33d9-4952-aa6c-e009fac81f23" providerId="ADAL" clId="{A390D8AC-0881-4A45-827E-35D352BC7877}" dt="2025-09-15T02:37:24.304" v="113" actId="478"/>
          <ac:picMkLst>
            <pc:docMk/>
            <pc:sldMk cId="1901894053" sldId="276"/>
            <ac:picMk id="4" creationId="{7509C083-64A5-49E1-B6D4-F9D36C107848}"/>
          </ac:picMkLst>
        </pc:picChg>
      </pc:sldChg>
      <pc:sldChg chg="addSp delSp modSp mod">
        <pc:chgData name="Mozhgan Moazzen Zadeh-Bacon" userId="87017a61-33d9-4952-aa6c-e009fac81f23" providerId="ADAL" clId="{A390D8AC-0881-4A45-827E-35D352BC7877}" dt="2025-09-15T02:30:42.422" v="58" actId="164"/>
        <pc:sldMkLst>
          <pc:docMk/>
          <pc:sldMk cId="2780902500" sldId="296"/>
        </pc:sldMkLst>
        <pc:spChg chg="mod">
          <ac:chgData name="Mozhgan Moazzen Zadeh-Bacon" userId="87017a61-33d9-4952-aa6c-e009fac81f23" providerId="ADAL" clId="{A390D8AC-0881-4A45-827E-35D352BC7877}" dt="2025-09-11T17:15:01.271" v="35" actId="1076"/>
          <ac:spMkLst>
            <pc:docMk/>
            <pc:sldMk cId="2780902500" sldId="296"/>
            <ac:spMk id="2" creationId="{AECE48E0-D9E3-4872-BD45-4570D1008589}"/>
          </ac:spMkLst>
        </pc:spChg>
        <pc:spChg chg="add mod ord">
          <ac:chgData name="Mozhgan Moazzen Zadeh-Bacon" userId="87017a61-33d9-4952-aa6c-e009fac81f23" providerId="ADAL" clId="{A390D8AC-0881-4A45-827E-35D352BC7877}" dt="2025-09-15T02:30:42.422" v="58" actId="164"/>
          <ac:spMkLst>
            <pc:docMk/>
            <pc:sldMk cId="2780902500" sldId="296"/>
            <ac:spMk id="7" creationId="{E3370A46-BC01-1F04-7BF8-4DC0ECA8544D}"/>
          </ac:spMkLst>
        </pc:spChg>
        <pc:grpChg chg="mod">
          <ac:chgData name="Mozhgan Moazzen Zadeh-Bacon" userId="87017a61-33d9-4952-aa6c-e009fac81f23" providerId="ADAL" clId="{A390D8AC-0881-4A45-827E-35D352BC7877}" dt="2025-09-15T02:30:42.422" v="58" actId="164"/>
          <ac:grpSpMkLst>
            <pc:docMk/>
            <pc:sldMk cId="2780902500" sldId="296"/>
            <ac:grpSpMk id="5" creationId="{4ABE6183-3502-5F10-AAFD-2BA96F43C337}"/>
          </ac:grpSpMkLst>
        </pc:grpChg>
        <pc:grpChg chg="mod">
          <ac:chgData name="Mozhgan Moazzen Zadeh-Bacon" userId="87017a61-33d9-4952-aa6c-e009fac81f23" providerId="ADAL" clId="{A390D8AC-0881-4A45-827E-35D352BC7877}" dt="2025-09-15T02:30:42.422" v="58" actId="164"/>
          <ac:grpSpMkLst>
            <pc:docMk/>
            <pc:sldMk cId="2780902500" sldId="296"/>
            <ac:grpSpMk id="15" creationId="{1BCCAC31-3CE6-41A1-DF15-270005F3B3FE}"/>
          </ac:grpSpMkLst>
        </pc:grpChg>
        <pc:grpChg chg="add mod">
          <ac:chgData name="Mozhgan Moazzen Zadeh-Bacon" userId="87017a61-33d9-4952-aa6c-e009fac81f23" providerId="ADAL" clId="{A390D8AC-0881-4A45-827E-35D352BC7877}" dt="2025-09-15T02:30:34.837" v="57" actId="164"/>
          <ac:grpSpMkLst>
            <pc:docMk/>
            <pc:sldMk cId="2780902500" sldId="296"/>
            <ac:grpSpMk id="18" creationId="{B5C73918-0D82-A929-0D27-286C75A205A5}"/>
          </ac:grpSpMkLst>
        </pc:grpChg>
        <pc:grpChg chg="add mod">
          <ac:chgData name="Mozhgan Moazzen Zadeh-Bacon" userId="87017a61-33d9-4952-aa6c-e009fac81f23" providerId="ADAL" clId="{A390D8AC-0881-4A45-827E-35D352BC7877}" dt="2025-09-15T02:30:42.422" v="58" actId="164"/>
          <ac:grpSpMkLst>
            <pc:docMk/>
            <pc:sldMk cId="2780902500" sldId="296"/>
            <ac:grpSpMk id="19" creationId="{BBE24B5F-C7AB-D457-C151-3FACBB1AEBC0}"/>
          </ac:grpSpMkLst>
        </pc:grpChg>
        <pc:picChg chg="mod ord">
          <ac:chgData name="Mozhgan Moazzen Zadeh-Bacon" userId="87017a61-33d9-4952-aa6c-e009fac81f23" providerId="ADAL" clId="{A390D8AC-0881-4A45-827E-35D352BC7877}" dt="2025-09-15T02:30:42.422" v="58" actId="164"/>
          <ac:picMkLst>
            <pc:docMk/>
            <pc:sldMk cId="2780902500" sldId="296"/>
            <ac:picMk id="8" creationId="{AAFADBC4-771A-4A74-8406-5EBED2F16C6B}"/>
          </ac:picMkLst>
        </pc:picChg>
        <pc:inkChg chg="add mod">
          <ac:chgData name="Mozhgan Moazzen Zadeh-Bacon" userId="87017a61-33d9-4952-aa6c-e009fac81f23" providerId="ADAL" clId="{A390D8AC-0881-4A45-827E-35D352BC7877}" dt="2025-09-11T17:14:09.802" v="19"/>
          <ac:inkMkLst>
            <pc:docMk/>
            <pc:sldMk cId="2780902500" sldId="296"/>
            <ac:inkMk id="3" creationId="{E73AB57C-BC23-8221-6E88-DF18F1024BAD}"/>
          </ac:inkMkLst>
        </pc:inkChg>
        <pc:inkChg chg="add mod">
          <ac:chgData name="Mozhgan Moazzen Zadeh-Bacon" userId="87017a61-33d9-4952-aa6c-e009fac81f23" providerId="ADAL" clId="{A390D8AC-0881-4A45-827E-35D352BC7877}" dt="2025-09-11T17:14:09.802" v="19"/>
          <ac:inkMkLst>
            <pc:docMk/>
            <pc:sldMk cId="2780902500" sldId="296"/>
            <ac:inkMk id="4" creationId="{3D7AEB97-1B1E-2943-577F-01DFA6929B9B}"/>
          </ac:inkMkLst>
        </pc:inkChg>
        <pc:inkChg chg="add mod">
          <ac:chgData name="Mozhgan Moazzen Zadeh-Bacon" userId="87017a61-33d9-4952-aa6c-e009fac81f23" providerId="ADAL" clId="{A390D8AC-0881-4A45-827E-35D352BC7877}" dt="2025-09-15T02:30:42.422" v="58" actId="164"/>
          <ac:inkMkLst>
            <pc:docMk/>
            <pc:sldMk cId="2780902500" sldId="296"/>
            <ac:inkMk id="10" creationId="{BD2FC28B-2058-BFAA-BBE3-41898D07ABA0}"/>
          </ac:inkMkLst>
        </pc:inkChg>
        <pc:inkChg chg="add del">
          <ac:chgData name="Mozhgan Moazzen Zadeh-Bacon" userId="87017a61-33d9-4952-aa6c-e009fac81f23" providerId="ADAL" clId="{A390D8AC-0881-4A45-827E-35D352BC7877}" dt="2025-09-15T02:29:16.111" v="42" actId="9405"/>
          <ac:inkMkLst>
            <pc:docMk/>
            <pc:sldMk cId="2780902500" sldId="296"/>
            <ac:inkMk id="11" creationId="{E113441D-58F7-A196-579C-7C5E9DBFB707}"/>
          </ac:inkMkLst>
        </pc:inkChg>
        <pc:inkChg chg="add mod">
          <ac:chgData name="Mozhgan Moazzen Zadeh-Bacon" userId="87017a61-33d9-4952-aa6c-e009fac81f23" providerId="ADAL" clId="{A390D8AC-0881-4A45-827E-35D352BC7877}" dt="2025-09-11T17:14:26.945" v="31"/>
          <ac:inkMkLst>
            <pc:docMk/>
            <pc:sldMk cId="2780902500" sldId="296"/>
            <ac:inkMk id="12" creationId="{3EB8BA1F-B226-A732-492A-CA346435F84F}"/>
          </ac:inkMkLst>
        </pc:inkChg>
        <pc:inkChg chg="add mod">
          <ac:chgData name="Mozhgan Moazzen Zadeh-Bacon" userId="87017a61-33d9-4952-aa6c-e009fac81f23" providerId="ADAL" clId="{A390D8AC-0881-4A45-827E-35D352BC7877}" dt="2025-09-11T17:14:26.945" v="31"/>
          <ac:inkMkLst>
            <pc:docMk/>
            <pc:sldMk cId="2780902500" sldId="296"/>
            <ac:inkMk id="13" creationId="{2E37500A-7B23-6F60-51DF-D8EB3996C65A}"/>
          </ac:inkMkLst>
        </pc:inkChg>
        <pc:inkChg chg="add mod">
          <ac:chgData name="Mozhgan Moazzen Zadeh-Bacon" userId="87017a61-33d9-4952-aa6c-e009fac81f23" providerId="ADAL" clId="{A390D8AC-0881-4A45-827E-35D352BC7877}" dt="2025-09-11T17:14:26.945" v="31"/>
          <ac:inkMkLst>
            <pc:docMk/>
            <pc:sldMk cId="2780902500" sldId="296"/>
            <ac:inkMk id="14" creationId="{DB3B19F5-A211-721C-CE27-0E2331ECD692}"/>
          </ac:inkMkLst>
        </pc:inkChg>
        <pc:inkChg chg="add mod ord">
          <ac:chgData name="Mozhgan Moazzen Zadeh-Bacon" userId="87017a61-33d9-4952-aa6c-e009fac81f23" providerId="ADAL" clId="{A390D8AC-0881-4A45-827E-35D352BC7877}" dt="2025-09-15T02:30:42.422" v="58" actId="164"/>
          <ac:inkMkLst>
            <pc:docMk/>
            <pc:sldMk cId="2780902500" sldId="296"/>
            <ac:inkMk id="16" creationId="{DA215ABB-363A-4FE1-F5BD-484B07109F8B}"/>
          </ac:inkMkLst>
        </pc:inkChg>
        <pc:inkChg chg="add mod ord">
          <ac:chgData name="Mozhgan Moazzen Zadeh-Bacon" userId="87017a61-33d9-4952-aa6c-e009fac81f23" providerId="ADAL" clId="{A390D8AC-0881-4A45-827E-35D352BC7877}" dt="2025-09-15T02:30:42.422" v="58" actId="164"/>
          <ac:inkMkLst>
            <pc:docMk/>
            <pc:sldMk cId="2780902500" sldId="296"/>
            <ac:inkMk id="17" creationId="{35B5D523-3DDC-6D16-808B-C934BB705936}"/>
          </ac:inkMkLst>
        </pc:inkChg>
      </pc:sldChg>
      <pc:sldChg chg="addSp delSp modSp mod">
        <pc:chgData name="Mozhgan Moazzen Zadeh-Bacon" userId="87017a61-33d9-4952-aa6c-e009fac81f23" providerId="ADAL" clId="{A390D8AC-0881-4A45-827E-35D352BC7877}" dt="2025-09-15T02:32:58.421" v="68" actId="164"/>
        <pc:sldMkLst>
          <pc:docMk/>
          <pc:sldMk cId="817933033" sldId="299"/>
        </pc:sldMkLst>
        <pc:spChg chg="add mod">
          <ac:chgData name="Mozhgan Moazzen Zadeh-Bacon" userId="87017a61-33d9-4952-aa6c-e009fac81f23" providerId="ADAL" clId="{A390D8AC-0881-4A45-827E-35D352BC7877}" dt="2025-09-15T02:32:58.421" v="68" actId="164"/>
          <ac:spMkLst>
            <pc:docMk/>
            <pc:sldMk cId="817933033" sldId="299"/>
            <ac:spMk id="9" creationId="{24BF7E3C-013E-4579-64D9-2ECCB91300DB}"/>
          </ac:spMkLst>
        </pc:spChg>
        <pc:grpChg chg="add mod">
          <ac:chgData name="Mozhgan Moazzen Zadeh-Bacon" userId="87017a61-33d9-4952-aa6c-e009fac81f23" providerId="ADAL" clId="{A390D8AC-0881-4A45-827E-35D352BC7877}" dt="2025-09-15T02:32:58.421" v="68" actId="164"/>
          <ac:grpSpMkLst>
            <pc:docMk/>
            <pc:sldMk cId="817933033" sldId="299"/>
            <ac:grpSpMk id="5" creationId="{52C7AE3F-B41D-2EDB-C6D7-2E8E8B1A6DF8}"/>
          </ac:grpSpMkLst>
        </pc:grpChg>
        <pc:grpChg chg="add mod">
          <ac:chgData name="Mozhgan Moazzen Zadeh-Bacon" userId="87017a61-33d9-4952-aa6c-e009fac81f23" providerId="ADAL" clId="{A390D8AC-0881-4A45-827E-35D352BC7877}" dt="2025-09-15T02:32:58.421" v="68" actId="164"/>
          <ac:grpSpMkLst>
            <pc:docMk/>
            <pc:sldMk cId="817933033" sldId="299"/>
            <ac:grpSpMk id="10" creationId="{06573535-9569-8369-9DEA-6A753A493AC5}"/>
          </ac:grpSpMkLst>
        </pc:grpChg>
        <pc:picChg chg="mod">
          <ac:chgData name="Mozhgan Moazzen Zadeh-Bacon" userId="87017a61-33d9-4952-aa6c-e009fac81f23" providerId="ADAL" clId="{A390D8AC-0881-4A45-827E-35D352BC7877}" dt="2025-09-15T02:32:29.482" v="63" actId="164"/>
          <ac:picMkLst>
            <pc:docMk/>
            <pc:sldMk cId="817933033" sldId="299"/>
            <ac:picMk id="8" creationId="{BA39247F-C778-48D9-BC00-06A71531BBE1}"/>
          </ac:picMkLst>
        </pc:picChg>
        <pc:inkChg chg="add del">
          <ac:chgData name="Mozhgan Moazzen Zadeh-Bacon" userId="87017a61-33d9-4952-aa6c-e009fac81f23" providerId="ADAL" clId="{A390D8AC-0881-4A45-827E-35D352BC7877}" dt="2025-09-15T02:32:06.253" v="60" actId="9405"/>
          <ac:inkMkLst>
            <pc:docMk/>
            <pc:sldMk cId="817933033" sldId="299"/>
            <ac:inkMk id="2" creationId="{D9D4BC7A-3C21-B1AD-399F-1344C5BD8DD4}"/>
          </ac:inkMkLst>
        </pc:inkChg>
        <pc:inkChg chg="add mod">
          <ac:chgData name="Mozhgan Moazzen Zadeh-Bacon" userId="87017a61-33d9-4952-aa6c-e009fac81f23" providerId="ADAL" clId="{A390D8AC-0881-4A45-827E-35D352BC7877}" dt="2025-09-15T02:32:58.421" v="68" actId="164"/>
          <ac:inkMkLst>
            <pc:docMk/>
            <pc:sldMk cId="817933033" sldId="299"/>
            <ac:inkMk id="3" creationId="{EB18E458-646C-F048-04D7-AE62456F65AB}"/>
          </ac:inkMkLst>
        </pc:inkChg>
        <pc:inkChg chg="add mod">
          <ac:chgData name="Mozhgan Moazzen Zadeh-Bacon" userId="87017a61-33d9-4952-aa6c-e009fac81f23" providerId="ADAL" clId="{A390D8AC-0881-4A45-827E-35D352BC7877}" dt="2025-09-15T02:32:29.482" v="63" actId="164"/>
          <ac:inkMkLst>
            <pc:docMk/>
            <pc:sldMk cId="817933033" sldId="299"/>
            <ac:inkMk id="4" creationId="{FF39E8FB-DEFF-C296-A487-223D13AFA0E1}"/>
          </ac:inkMkLst>
        </pc:inkChg>
        <pc:inkChg chg="add mod">
          <ac:chgData name="Mozhgan Moazzen Zadeh-Bacon" userId="87017a61-33d9-4952-aa6c-e009fac81f23" providerId="ADAL" clId="{A390D8AC-0881-4A45-827E-35D352BC7877}" dt="2025-09-15T02:32:58.421" v="68" actId="164"/>
          <ac:inkMkLst>
            <pc:docMk/>
            <pc:sldMk cId="817933033" sldId="299"/>
            <ac:inkMk id="6" creationId="{C0C6E65B-2F84-0521-ED2F-A39C870838A9}"/>
          </ac:inkMkLst>
        </pc:inkChg>
      </pc:sldChg>
      <pc:sldChg chg="addSp modSp mod">
        <pc:chgData name="Mozhgan Moazzen Zadeh-Bacon" userId="87017a61-33d9-4952-aa6c-e009fac81f23" providerId="ADAL" clId="{A390D8AC-0881-4A45-827E-35D352BC7877}" dt="2025-09-15T02:34:21.733" v="81" actId="164"/>
        <pc:sldMkLst>
          <pc:docMk/>
          <pc:sldMk cId="1005294277" sldId="301"/>
        </pc:sldMkLst>
        <pc:spChg chg="add mod">
          <ac:chgData name="Mozhgan Moazzen Zadeh-Bacon" userId="87017a61-33d9-4952-aa6c-e009fac81f23" providerId="ADAL" clId="{A390D8AC-0881-4A45-827E-35D352BC7877}" dt="2025-09-15T02:34:21.733" v="81" actId="164"/>
          <ac:spMkLst>
            <pc:docMk/>
            <pc:sldMk cId="1005294277" sldId="301"/>
            <ac:spMk id="3" creationId="{543540E5-7C4E-9F83-BC4B-2AEBE8FF8A31}"/>
          </ac:spMkLst>
        </pc:spChg>
        <pc:grpChg chg="add mod ord">
          <ac:chgData name="Mozhgan Moazzen Zadeh-Bacon" userId="87017a61-33d9-4952-aa6c-e009fac81f23" providerId="ADAL" clId="{A390D8AC-0881-4A45-827E-35D352BC7877}" dt="2025-09-15T02:34:21.733" v="81" actId="164"/>
          <ac:grpSpMkLst>
            <pc:docMk/>
            <pc:sldMk cId="1005294277" sldId="301"/>
            <ac:grpSpMk id="5" creationId="{1502A006-BBB2-C284-CD26-7D106535F4D9}"/>
          </ac:grpSpMkLst>
        </pc:grpChg>
        <pc:grpChg chg="add mod">
          <ac:chgData name="Mozhgan Moazzen Zadeh-Bacon" userId="87017a61-33d9-4952-aa6c-e009fac81f23" providerId="ADAL" clId="{A390D8AC-0881-4A45-827E-35D352BC7877}" dt="2025-09-15T02:34:21.733" v="81" actId="164"/>
          <ac:grpSpMkLst>
            <pc:docMk/>
            <pc:sldMk cId="1005294277" sldId="301"/>
            <ac:grpSpMk id="6" creationId="{D3256C54-37D5-366D-F655-0016CDA2DACF}"/>
          </ac:grpSpMkLst>
        </pc:grpChg>
        <pc:picChg chg="mod">
          <ac:chgData name="Mozhgan Moazzen Zadeh-Bacon" userId="87017a61-33d9-4952-aa6c-e009fac81f23" providerId="ADAL" clId="{A390D8AC-0881-4A45-827E-35D352BC7877}" dt="2025-09-15T02:34:05.038" v="77" actId="164"/>
          <ac:picMkLst>
            <pc:docMk/>
            <pc:sldMk cId="1005294277" sldId="301"/>
            <ac:picMk id="8" creationId="{C9F0E207-3CAC-456A-932F-70C002240B56}"/>
          </ac:picMkLst>
        </pc:picChg>
        <pc:inkChg chg="add mod">
          <ac:chgData name="Mozhgan Moazzen Zadeh-Bacon" userId="87017a61-33d9-4952-aa6c-e009fac81f23" providerId="ADAL" clId="{A390D8AC-0881-4A45-827E-35D352BC7877}" dt="2025-09-15T02:34:05.038" v="77" actId="164"/>
          <ac:inkMkLst>
            <pc:docMk/>
            <pc:sldMk cId="1005294277" sldId="301"/>
            <ac:inkMk id="4" creationId="{7384E4A9-2B74-4FEB-069B-35D995C811A1}"/>
          </ac:inkMkLst>
        </pc:inkChg>
      </pc:sldChg>
      <pc:sldChg chg="addSp modSp mod">
        <pc:chgData name="Mozhgan Moazzen Zadeh-Bacon" userId="87017a61-33d9-4952-aa6c-e009fac81f23" providerId="ADAL" clId="{A390D8AC-0881-4A45-827E-35D352BC7877}" dt="2025-09-15T02:36:21.367" v="106" actId="164"/>
        <pc:sldMkLst>
          <pc:docMk/>
          <pc:sldMk cId="995757065" sldId="305"/>
        </pc:sldMkLst>
        <pc:spChg chg="add mod ord">
          <ac:chgData name="Mozhgan Moazzen Zadeh-Bacon" userId="87017a61-33d9-4952-aa6c-e009fac81f23" providerId="ADAL" clId="{A390D8AC-0881-4A45-827E-35D352BC7877}" dt="2025-09-15T02:36:21.367" v="106" actId="164"/>
          <ac:spMkLst>
            <pc:docMk/>
            <pc:sldMk cId="995757065" sldId="305"/>
            <ac:spMk id="4" creationId="{43780C22-87CE-4427-173A-78A9C0501517}"/>
          </ac:spMkLst>
        </pc:spChg>
        <pc:grpChg chg="add mod">
          <ac:chgData name="Mozhgan Moazzen Zadeh-Bacon" userId="87017a61-33d9-4952-aa6c-e009fac81f23" providerId="ADAL" clId="{A390D8AC-0881-4A45-827E-35D352BC7877}" dt="2025-09-15T02:36:21.367" v="106" actId="164"/>
          <ac:grpSpMkLst>
            <pc:docMk/>
            <pc:sldMk cId="995757065" sldId="305"/>
            <ac:grpSpMk id="7" creationId="{DD069F00-D9E8-1D89-F160-710A617D28D3}"/>
          </ac:grpSpMkLst>
        </pc:grpChg>
        <pc:picChg chg="add mod">
          <ac:chgData name="Mozhgan Moazzen Zadeh-Bacon" userId="87017a61-33d9-4952-aa6c-e009fac81f23" providerId="ADAL" clId="{A390D8AC-0881-4A45-827E-35D352BC7877}" dt="2025-09-15T02:36:21.367" v="106" actId="164"/>
          <ac:picMkLst>
            <pc:docMk/>
            <pc:sldMk cId="995757065" sldId="305"/>
            <ac:picMk id="8" creationId="{DB85D89F-CC42-4E4D-946B-C12CB93E6E13}"/>
          </ac:picMkLst>
        </pc:picChg>
        <pc:picChg chg="mod">
          <ac:chgData name="Mozhgan Moazzen Zadeh-Bacon" userId="87017a61-33d9-4952-aa6c-e009fac81f23" providerId="ADAL" clId="{A390D8AC-0881-4A45-827E-35D352BC7877}" dt="2025-09-15T02:36:21.367" v="106" actId="164"/>
          <ac:picMkLst>
            <pc:docMk/>
            <pc:sldMk cId="995757065" sldId="305"/>
            <ac:picMk id="11" creationId="{24CE81A1-C6BA-4D70-8B86-2F641985DDE5}"/>
          </ac:picMkLst>
        </pc:picChg>
        <pc:inkChg chg="add mod">
          <ac:chgData name="Mozhgan Moazzen Zadeh-Bacon" userId="87017a61-33d9-4952-aa6c-e009fac81f23" providerId="ADAL" clId="{A390D8AC-0881-4A45-827E-35D352BC7877}" dt="2025-09-15T02:36:21.367" v="106" actId="164"/>
          <ac:inkMkLst>
            <pc:docMk/>
            <pc:sldMk cId="995757065" sldId="305"/>
            <ac:inkMk id="2" creationId="{476C65E1-E2C3-F379-D867-E0DF9B839CF6}"/>
          </ac:inkMkLst>
        </pc:inkChg>
        <pc:inkChg chg="add mod">
          <ac:chgData name="Mozhgan Moazzen Zadeh-Bacon" userId="87017a61-33d9-4952-aa6c-e009fac81f23" providerId="ADAL" clId="{A390D8AC-0881-4A45-827E-35D352BC7877}" dt="2025-09-15T02:36:21.367" v="106" actId="164"/>
          <ac:inkMkLst>
            <pc:docMk/>
            <pc:sldMk cId="995757065" sldId="305"/>
            <ac:inkMk id="5" creationId="{CFD49101-6C44-39AE-74D8-D15E8B389737}"/>
          </ac:inkMkLst>
        </pc:inkChg>
        <pc:inkChg chg="add mod ord">
          <ac:chgData name="Mozhgan Moazzen Zadeh-Bacon" userId="87017a61-33d9-4952-aa6c-e009fac81f23" providerId="ADAL" clId="{A390D8AC-0881-4A45-827E-35D352BC7877}" dt="2025-09-15T02:36:21.367" v="106" actId="164"/>
          <ac:inkMkLst>
            <pc:docMk/>
            <pc:sldMk cId="995757065" sldId="305"/>
            <ac:inkMk id="6" creationId="{1D2C6BA0-7B54-3A57-C4FE-AFC812FB9CE9}"/>
          </ac:inkMkLst>
        </pc:inkChg>
      </pc:sldChg>
      <pc:sldChg chg="delSp mod">
        <pc:chgData name="Mozhgan Moazzen Zadeh-Bacon" userId="87017a61-33d9-4952-aa6c-e009fac81f23" providerId="ADAL" clId="{A390D8AC-0881-4A45-827E-35D352BC7877}" dt="2025-09-15T02:34:42.056" v="85" actId="21"/>
        <pc:sldMkLst>
          <pc:docMk/>
          <pc:sldMk cId="3134805990" sldId="306"/>
        </pc:sldMkLst>
        <pc:picChg chg="del">
          <ac:chgData name="Mozhgan Moazzen Zadeh-Bacon" userId="87017a61-33d9-4952-aa6c-e009fac81f23" providerId="ADAL" clId="{A390D8AC-0881-4A45-827E-35D352BC7877}" dt="2025-09-15T02:34:42.056" v="85" actId="21"/>
          <ac:picMkLst>
            <pc:docMk/>
            <pc:sldMk cId="3134805990" sldId="306"/>
            <ac:picMk id="8" creationId="{DB85D89F-CC42-4E4D-946B-C12CB93E6E13}"/>
          </ac:picMkLst>
        </pc:picChg>
      </pc:sldChg>
      <pc:sldChg chg="modSp mod">
        <pc:chgData name="Mozhgan Moazzen Zadeh-Bacon" userId="87017a61-33d9-4952-aa6c-e009fac81f23" providerId="ADAL" clId="{A390D8AC-0881-4A45-827E-35D352BC7877}" dt="2025-09-15T02:37:34.870" v="115" actId="14100"/>
        <pc:sldMkLst>
          <pc:docMk/>
          <pc:sldMk cId="1599059886" sldId="307"/>
        </pc:sldMkLst>
        <pc:picChg chg="mod">
          <ac:chgData name="Mozhgan Moazzen Zadeh-Bacon" userId="87017a61-33d9-4952-aa6c-e009fac81f23" providerId="ADAL" clId="{A390D8AC-0881-4A45-827E-35D352BC7877}" dt="2025-09-15T02:37:34.870" v="115" actId="14100"/>
          <ac:picMkLst>
            <pc:docMk/>
            <pc:sldMk cId="1599059886" sldId="307"/>
            <ac:picMk id="8" creationId="{8BA90A1E-E4D7-4992-AF3D-0A62B1A34E8A}"/>
          </ac:picMkLst>
        </pc:picChg>
      </pc:sldChg>
    </pc:docChg>
  </pc:docChgLst>
  <pc:docChgLst>
    <pc:chgData name="Mozhgan Bacon" userId="87017a61-33d9-4952-aa6c-e009fac81f23" providerId="ADAL" clId="{52457F80-64FE-4E22-8358-5A4C6033B12B}"/>
    <pc:docChg chg="custSel delSld modSld modSection">
      <pc:chgData name="Mozhgan Bacon" userId="87017a61-33d9-4952-aa6c-e009fac81f23" providerId="ADAL" clId="{52457F80-64FE-4E22-8358-5A4C6033B12B}" dt="2021-09-20T05:01:54.416" v="16" actId="478"/>
      <pc:docMkLst>
        <pc:docMk/>
      </pc:docMkLst>
      <pc:sldChg chg="addSp modSp">
        <pc:chgData name="Mozhgan Bacon" userId="87017a61-33d9-4952-aa6c-e009fac81f23" providerId="ADAL" clId="{52457F80-64FE-4E22-8358-5A4C6033B12B}" dt="2021-09-19T02:50:17.743" v="7" actId="1076"/>
        <pc:sldMkLst>
          <pc:docMk/>
          <pc:sldMk cId="1901894053" sldId="276"/>
        </pc:sldMkLst>
      </pc:sldChg>
      <pc:sldChg chg="del">
        <pc:chgData name="Mozhgan Bacon" userId="87017a61-33d9-4952-aa6c-e009fac81f23" providerId="ADAL" clId="{52457F80-64FE-4E22-8358-5A4C6033B12B}" dt="2021-09-19T01:07:47.723" v="0" actId="2696"/>
        <pc:sldMkLst>
          <pc:docMk/>
          <pc:sldMk cId="3974327445" sldId="277"/>
        </pc:sldMkLst>
      </pc:sldChg>
      <pc:sldChg chg="addSp delSp modSp">
        <pc:chgData name="Mozhgan Bacon" userId="87017a61-33d9-4952-aa6c-e009fac81f23" providerId="ADAL" clId="{52457F80-64FE-4E22-8358-5A4C6033B12B}" dt="2021-09-20T05:01:54.416" v="16" actId="478"/>
        <pc:sldMkLst>
          <pc:docMk/>
          <pc:sldMk cId="3361789601" sldId="287"/>
        </pc:sldMkLst>
      </pc:sldChg>
      <pc:sldChg chg="addSp delSp modSp">
        <pc:chgData name="Mozhgan Bacon" userId="87017a61-33d9-4952-aa6c-e009fac81f23" providerId="ADAL" clId="{52457F80-64FE-4E22-8358-5A4C6033B12B}" dt="2021-09-20T05:01:45.411" v="14" actId="478"/>
        <pc:sldMkLst>
          <pc:docMk/>
          <pc:sldMk cId="2043415984" sldId="288"/>
        </pc:sldMkLst>
      </pc:sldChg>
      <pc:sldChg chg="delSp del">
        <pc:chgData name="Mozhgan Bacon" userId="87017a61-33d9-4952-aa6c-e009fac81f23" providerId="ADAL" clId="{52457F80-64FE-4E22-8358-5A4C6033B12B}" dt="2021-09-19T03:11:28.788" v="9" actId="2696"/>
        <pc:sldMkLst>
          <pc:docMk/>
          <pc:sldMk cId="3901459596" sldId="309"/>
        </pc:sldMkLst>
      </pc:sldChg>
      <pc:sldChg chg="del">
        <pc:chgData name="Mozhgan Bacon" userId="87017a61-33d9-4952-aa6c-e009fac81f23" providerId="ADAL" clId="{52457F80-64FE-4E22-8358-5A4C6033B12B}" dt="2021-09-19T03:11:30.352" v="10" actId="2696"/>
        <pc:sldMkLst>
          <pc:docMk/>
          <pc:sldMk cId="420309806" sldId="310"/>
        </pc:sldMkLst>
      </pc:sldChg>
    </pc:docChg>
  </pc:docChgLst>
  <pc:docChgLst>
    <pc:chgData name="Mozhgan Moazzen Zadeh-Bacon" userId="87017a61-33d9-4952-aa6c-e009fac81f23" providerId="ADAL" clId="{527D3649-99D9-4A24-AB43-AE81B897EA1B}"/>
    <pc:docChg chg="custSel modSld">
      <pc:chgData name="Mozhgan Moazzen Zadeh-Bacon" userId="87017a61-33d9-4952-aa6c-e009fac81f23" providerId="ADAL" clId="{527D3649-99D9-4A24-AB43-AE81B897EA1B}" dt="2023-09-18T04:24:02.233" v="16" actId="478"/>
      <pc:docMkLst>
        <pc:docMk/>
      </pc:docMkLst>
      <pc:sldChg chg="delSp mod">
        <pc:chgData name="Mozhgan Moazzen Zadeh-Bacon" userId="87017a61-33d9-4952-aa6c-e009fac81f23" providerId="ADAL" clId="{527D3649-99D9-4A24-AB43-AE81B897EA1B}" dt="2023-09-18T04:23:24.567" v="0" actId="478"/>
        <pc:sldMkLst>
          <pc:docMk/>
          <pc:sldMk cId="2576110867" sldId="297"/>
        </pc:sldMkLst>
      </pc:sldChg>
      <pc:sldChg chg="delSp mod">
        <pc:chgData name="Mozhgan Moazzen Zadeh-Bacon" userId="87017a61-33d9-4952-aa6c-e009fac81f23" providerId="ADAL" clId="{527D3649-99D9-4A24-AB43-AE81B897EA1B}" dt="2023-09-18T04:23:26.656" v="1" actId="478"/>
        <pc:sldMkLst>
          <pc:docMk/>
          <pc:sldMk cId="3431820421" sldId="298"/>
        </pc:sldMkLst>
      </pc:sldChg>
      <pc:sldChg chg="delSp mod">
        <pc:chgData name="Mozhgan Moazzen Zadeh-Bacon" userId="87017a61-33d9-4952-aa6c-e009fac81f23" providerId="ADAL" clId="{527D3649-99D9-4A24-AB43-AE81B897EA1B}" dt="2023-09-18T04:23:34.586" v="3" actId="478"/>
        <pc:sldMkLst>
          <pc:docMk/>
          <pc:sldMk cId="335262650" sldId="300"/>
        </pc:sldMkLst>
      </pc:sldChg>
      <pc:sldChg chg="delSp mod">
        <pc:chgData name="Mozhgan Moazzen Zadeh-Bacon" userId="87017a61-33d9-4952-aa6c-e009fac81f23" providerId="ADAL" clId="{527D3649-99D9-4A24-AB43-AE81B897EA1B}" dt="2023-09-18T04:23:37.526" v="4" actId="478"/>
        <pc:sldMkLst>
          <pc:docMk/>
          <pc:sldMk cId="901490815" sldId="302"/>
        </pc:sldMkLst>
      </pc:sldChg>
      <pc:sldChg chg="delSp mod">
        <pc:chgData name="Mozhgan Moazzen Zadeh-Bacon" userId="87017a61-33d9-4952-aa6c-e009fac81f23" providerId="ADAL" clId="{527D3649-99D9-4A24-AB43-AE81B897EA1B}" dt="2023-09-18T04:23:39.101" v="5" actId="478"/>
        <pc:sldMkLst>
          <pc:docMk/>
          <pc:sldMk cId="3438667893" sldId="303"/>
        </pc:sldMkLst>
      </pc:sldChg>
      <pc:sldChg chg="delSp modSp mod">
        <pc:chgData name="Mozhgan Moazzen Zadeh-Bacon" userId="87017a61-33d9-4952-aa6c-e009fac81f23" providerId="ADAL" clId="{527D3649-99D9-4A24-AB43-AE81B897EA1B}" dt="2023-09-18T04:23:42.494" v="8" actId="478"/>
        <pc:sldMkLst>
          <pc:docMk/>
          <pc:sldMk cId="3911087299" sldId="304"/>
        </pc:sldMkLst>
      </pc:sldChg>
      <pc:sldChg chg="delSp mod">
        <pc:chgData name="Mozhgan Moazzen Zadeh-Bacon" userId="87017a61-33d9-4952-aa6c-e009fac81f23" providerId="ADAL" clId="{527D3649-99D9-4A24-AB43-AE81B897EA1B}" dt="2023-09-18T04:23:44.709" v="9" actId="478"/>
        <pc:sldMkLst>
          <pc:docMk/>
          <pc:sldMk cId="995757065" sldId="305"/>
        </pc:sldMkLst>
      </pc:sldChg>
      <pc:sldChg chg="delSp mod">
        <pc:chgData name="Mozhgan Moazzen Zadeh-Bacon" userId="87017a61-33d9-4952-aa6c-e009fac81f23" providerId="ADAL" clId="{527D3649-99D9-4A24-AB43-AE81B897EA1B}" dt="2023-09-18T04:23:46.948" v="10" actId="478"/>
        <pc:sldMkLst>
          <pc:docMk/>
          <pc:sldMk cId="3134805990" sldId="306"/>
        </pc:sldMkLst>
      </pc:sldChg>
      <pc:sldChg chg="delSp mod">
        <pc:chgData name="Mozhgan Moazzen Zadeh-Bacon" userId="87017a61-33d9-4952-aa6c-e009fac81f23" providerId="ADAL" clId="{527D3649-99D9-4A24-AB43-AE81B897EA1B}" dt="2023-09-18T04:23:52.077" v="11" actId="478"/>
        <pc:sldMkLst>
          <pc:docMk/>
          <pc:sldMk cId="1599059886" sldId="307"/>
        </pc:sldMkLst>
      </pc:sldChg>
      <pc:sldChg chg="delSp mod">
        <pc:chgData name="Mozhgan Moazzen Zadeh-Bacon" userId="87017a61-33d9-4952-aa6c-e009fac81f23" providerId="ADAL" clId="{527D3649-99D9-4A24-AB43-AE81B897EA1B}" dt="2023-09-18T04:23:53.836" v="12" actId="478"/>
        <pc:sldMkLst>
          <pc:docMk/>
          <pc:sldMk cId="3031613202" sldId="308"/>
        </pc:sldMkLst>
      </pc:sldChg>
      <pc:sldChg chg="delSp mod">
        <pc:chgData name="Mozhgan Moazzen Zadeh-Bacon" userId="87017a61-33d9-4952-aa6c-e009fac81f23" providerId="ADAL" clId="{527D3649-99D9-4A24-AB43-AE81B897EA1B}" dt="2023-09-18T04:23:56.262" v="13" actId="478"/>
        <pc:sldMkLst>
          <pc:docMk/>
          <pc:sldMk cId="2987928892" sldId="312"/>
        </pc:sldMkLst>
      </pc:sldChg>
      <pc:sldChg chg="delSp mod">
        <pc:chgData name="Mozhgan Moazzen Zadeh-Bacon" userId="87017a61-33d9-4952-aa6c-e009fac81f23" providerId="ADAL" clId="{527D3649-99D9-4A24-AB43-AE81B897EA1B}" dt="2023-09-18T04:23:57.849" v="14" actId="478"/>
        <pc:sldMkLst>
          <pc:docMk/>
          <pc:sldMk cId="2470301840" sldId="313"/>
        </pc:sldMkLst>
      </pc:sldChg>
      <pc:sldChg chg="delSp mod">
        <pc:chgData name="Mozhgan Moazzen Zadeh-Bacon" userId="87017a61-33d9-4952-aa6c-e009fac81f23" providerId="ADAL" clId="{527D3649-99D9-4A24-AB43-AE81B897EA1B}" dt="2023-09-18T04:24:00.400" v="15" actId="478"/>
        <pc:sldMkLst>
          <pc:docMk/>
          <pc:sldMk cId="1279384212" sldId="314"/>
        </pc:sldMkLst>
      </pc:sldChg>
      <pc:sldChg chg="delSp mod">
        <pc:chgData name="Mozhgan Moazzen Zadeh-Bacon" userId="87017a61-33d9-4952-aa6c-e009fac81f23" providerId="ADAL" clId="{527D3649-99D9-4A24-AB43-AE81B897EA1B}" dt="2023-09-18T04:24:02.233" v="16" actId="478"/>
        <pc:sldMkLst>
          <pc:docMk/>
          <pc:sldMk cId="1628395096" sldId="31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17:14:08.0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856 18 3281,'76'-17'9593,"-89"20"-9123,1 0 1,-19 1 0,-142 17 1496,-17 1-868,41-7-677,-172 40 0,313-54-399,6-1-13,-1 1 0,1-1 0,-1 0 0,1 1 1,0 0-1,0-1 0,-1 1 0,1 0 0,0 0 0,0 0 0,0 1 0,0-1 0,0 0 0,-2 3 1,13-10-820,30-9 515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17:14:09.2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802 8 3585,'28'-7'8247,"-39"10"-7735,-103 17 2378,53-11-2250,-199 23 452,3 0-277,243-30-761,0 0 0,-1 2 0,2-1 1,-1 2-1,0 0 0,-22 11 0,30-9-170,6-7 104,0 0-1,0 0 1,0 0 0,0 0-1,0 1 1,0-1-1,0 0 1,0 0 0,1 0-1,-1 0 1,0 1 0,0-1-1,0 0 1,0 0 0,0 0-1,0 0 1,0 0-1,1 0 1,-1 0 0,0 1-1,0-1 1,0 0 0,0 0-1,1 0 1,-1 0-1,0 0 1,0 0 0,0 0-1,0 0 1,1 0 0,-1 0-1,0 0 1,0 0 0,0 0-1,0 0 1,1 0-1,-1 0 1,0 0 0,0 0-1,0 0 1,1 0 0,-1 0-1,0 0 1,0 0 0,0 0-1,0 0 1,1-1-1,10-1-233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17:14:24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3857,'0'-4'5031,"0"3"-4917,17 0 633,0-1 1,0 2-1,0 0 0,28 5 1,73 18 1018,-19-3-1077,-35-12-261,1-2 1,0-3 0,0-3-1,0-2 1,115-21-1,-147 17-344,57-12 70,-89 18-157,0 0 0,0 0 0,0 0 0,0-1 0,0 1 0,0 0 0,0 0 0,-1-1 0,1 1 0,0 0 1,0-1-1,0 1 0,0-1 0,0 0 0,-1 1 0,1-1 0,0 1 0,0-1 0,-1 0 1,1 0-1,0 1 0,0-3 0,-8 4-873,-74 17-5365,47-11 2106,-5 0 1892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17:14:25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11 8010,'0'0'138,"-8"0"330,8 0-450,0 0 1,0 0-1,1 0 1,-1 0 0,0 0-1,0 0 1,0 0-1,0 0 1,0 0 0,0 1-1,0-1 1,0 0-1,0 0 1,0 0 0,0 0-1,0 0 1,0 0-1,0 0 1,0 0 0,0 0-1,0 0 1,0 0-1,0 0 1,0 0-1,0 1 1,0-1 0,0 0-1,0 0 1,0 0-1,0 0 1,0 0 0,0 0-1,0 0 1,0 0-1,0 0 1,0 0 0,0 0-1,0 0 1,0 0-1,0 0 1,-1 0 0,1 1-1,0-1 1,0 0-1,0 0 1,0 0 0,0 0-1,0 0 1,0 0-1,0 0 1,0 0 0,0 0-1,0 0 1,0 0-1,0 0 1,0 0-1,-1 0 1,9 4 104,0-1 0,1 0 0,-1 0 0,0-1 0,1 0 0,0 0 0,-1-1 0,12 0 0,134 3 3010,-99-3-2549,61-5 176,-38 1-373,279 0 830,-263 2-1004,116-17 0,-156 12-737,55 2 1,-103 5 17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17:14:26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3161,'8'4'624,"0"1"1,1-1-1,-1 0 1,1-1-1,0 0 1,0 0-1,0-1 1,0 0-1,13 1 0,-10-2 246,0 2-1,0-1 1,0 1-1,20 9 0,13 13-167,-1 1 1,42 36-1,5 2-63,-6-2-299,-53-37-238,53 32 0,-75-52-81,0-1 1,19 7-1,-26-10-14,0 0 1,0 0 0,1 0-1,-1-1 1,1 1 0,-1-1-1,0 0 1,1 0-1,-1 0 1,1 0 0,-1-1-1,7-1 1,-9 1-3,1 0 1,0 0-1,-1 0 1,1 0-1,-1-1 0,1 1 1,-1 0-1,0-1 1,0 1-1,1-1 0,0-1 1,-1 2-5,-1 1 0,0-1 0,1 0 0,-1 1 1,0-1-1,0 1 0,0-1 0,1 1 0,-1-1 0,0 0 0,0 1 1,0-1-1,0 1 0,0-1 0,0 0 0,0 1 0,0-1 0,0 0 1,0 1-1,0-1 0,-1 1 0,1-1 0,0 1 0,0-1 0,-1 0 1,1 1-1,0-1 0,-1 1 0,1-1 0,0 1 0,-1-1 1,1 1-1,-1 0 0,1-1 0,0 1 0,-1-1 0,0 1 0,1 0 1,-1-1-1,-3-1-10,-1 1 0,1-1 1,0 1-1,-1 0 0,1 0 1,0 0-1,-1 0 1,1 1-1,-1 0 0,1 0 1,-1 0-1,1 0 0,-1 1 1,1 0-1,-9 2 0,-5 3-4,1 1 0,-26 13 0,32-14-11,-186 99 2,149-77 243,1 3 0,-42 37-1,8-8 107,6-5-112,62-41-170,11-12-84,0 0 0,1 0 0,-1-1 0,0 1-1,0 0 1,0-1 0,0 1 0,-4 1 0,0-1-586,10-7 265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2:29:11.8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545 104 24575,'70'17'0,"-18"-5"0,368 84-242,-178-64-1347,340 2 0,-120-57 1090,-356 9 333,0-5-1,130-41 1,-177 38 166,-56 21 60,0-1 0,0 0-1,1 1 1,-1-1 0,3-4 0,-5 6-48,-1 0 0,0 0-1,0 0 1,0-1 0,1 1 0,-1 0 0,0 0 0,0-1 0,0 1 0,0 0 0,0 0-1,1-1 1,-1 1 0,0 0 0,0 0 0,0-1 0,0 1 0,0 0 0,0-1 0,0 1 0,0 0-1,0 0 1,0-1 0,0 1 0,0 0 0,0 0 0,0-1 0,-1 0 9,1 1-1,-1-1 1,0 1 0,1-1 0,-1 1 0,1-1-1,-1 1 1,0-1 0,1 1 0,-1 0 0,0-1 0,0 1-1,1 0 1,-1-1 0,-1 1 0,-15-3 280,-1 0 0,1 1 0,-1 0 1,-20 2-1,11 0 57,-408 18-820,-1 31-1028,105-10 905,-147 3 322,-3-26 1,412-19 1454,57 1-535,12 2-636,0 0 0,0 0 0,0 0 0,0 0 0,0 0 0,0 0 0,-1 0 0,1 0 1,0 0-1,0 0 0,0 0 0,0 0 0,0 0 0,0 0 0,0 0 0,0 0 0,0 0 0,0 0 0,0 0 1,0 0-1,0-1 0,0 1 0,0 0 0,0 0 0,0 0 0,0 0 0,0 0 0,0 0 0,0 0 1,0 0-1,0 0 0,0 0 0,0 0 0,0 0 0,0 0 0,0 0 0,0-1 0,0 1 0,0 0 1,0 0-1,0 0 0,0 0 0,0 0 0,0 0 0,0 0 0,0 0 0,0 0 0,0 0 0,0 0 0,0 0 1,0 0-1,0 0 0,0 0 0,1 0 0,-1 0 0,0-1 0,0 1 0,0 0 0,0 0 0,0 0 1,0 0-1,23-6 867,63-2-636,90 4 0,-126 4-210,152-2-639,461-12-1038,-473 2 935,275-55-1,-441 62 701,-8 2 0,1 0 0,-1-1 0,0-1 0,29-12 0,-39 10 23,-6 7-17,0 0 0,0-1 0,-1 1 1,1 0-1,0-1 0,0 1 1,0 0-1,0 0 0,-1-1 0,1 1 1,0 0-1,0 0 0,-1-1 1,1 1-1,0 0 0,0 0 0,-1 0 1,1 0-1,0-1 0,-1 1 1,1 0-1,0 0 0,0 0 0,-1 0 1,-8-2 172,-1 0 1,1 0-1,-16 0 1,-95-2-1,-75 3-587,-71 1-1225,-1514 91-1466,1710-85 3099,50-5 875,47-4 1135,482-19-428,146-12-1760,-129-41-430,-436 53 514,-84 21 94,-1 0 0,-1-1 0,1 0 0,0 0 0,0-1 0,4-2 0,-9 4 7,1 1-1,-1 0 0,0 0 1,0 0-1,1 0 1,-1-1-1,0 1 0,0 0 1,1 0-1,-1-1 0,0 1 1,0 0-1,0 0 1,0-1-1,1 1 0,-1 0 1,0 0-1,0-1 1,0 1-1,0 0 0,0-1 1,0 1-1,0 0 0,0-1 1,0 1-1,0 0 1,0-1-1,0 1 0,0 0 1,0 0-1,0-1 1,0 1-1,0 0 0,0-1 1,0 1-1,-1 0 0,1 0 1,0-1-1,0 1 1,0 0-1,0 0 0,-1-1 1,1 1-1,0 0 0,0 0 1,-1-1-1,1 1 1,0 0-1,0 0 0,-1 0 1,1 0-1,0 0 1,0-1-1,-1 1 0,1 0 1,0 0-1,-1 0 0,-18-5 683,19 5-687,-35-4 867,-1 1-1,-66 5 0,42 0-425,26-2-443,-160 8 0,162-5 0,0 2 0,0 1 0,1 1 0,-31 12 0,57-17 0,1 0 0,-1 0 0,1 0 0,-8 6 0,12-8 0,-1 0 0,1 0 0,-1 1 0,1-1 0,0 0 0,0 0 0,-1 1 0,1-1 0,0 0 0,-1 1 0,1-1 0,0 0 0,0 1 0,-1-1 0,1 0 0,0 1 0,0-1 0,0 1 0,0-1 0,0 0 0,0 1 0,0-1 0,-1 1 0,1-1 0,0 0 0,0 1 0,0-1 0,1 1 0,-1-1 0,0 1 0,0-1 0,0 0 0,0 1 0,0-1 0,0 1 0,1-1 0,-1 0 0,0 1 0,0-1 0,1 0 0,-1 1 0,0-1 0,0 0 0,1 1 0,-1-1 0,0 0 0,1 0 0,-1 1 0,0-1 0,1 0 0,0 0 0,23 10 0,6-2 0,-1-2 0,45 2 0,63-1 0,-98-6 0,-163-3 0,-106-5 0,200 4 0,-168-23 0,198 25 0,7-1 0,15 1 0,322 30 0,-313-22 0,-30-7 0,-1 0 0,0 0 0,0 0 0,0 0 0,0 0 0,0 0 0,0 0 0,1 0 0,-1 0 0,0 0 0,0 0 0,0 1 0,0-1 0,0 0 0,0 0 0,0 0 0,0 0 0,1 0 0,-1 0 0,0 1 0,0-1 0,0 0 0,0 0 0,0 0 0,0 0 0,0 0 0,0 0 0,0 1 0,0-1 0,0 0 0,0 0 0,0 0 0,0 0 0,0 0 0,0 1 0,-6 4 0,-7-1 0,1 0 0,-1-1 0,0 0 0,-25 1 0,33-3 0,-92 9 0,-1-5 0,0-4 0,0-4 0,-163-26 0,228 22 0,-58-19 0,89 25 0,0 1 0,-1-1 0,1 0 0,0-1 0,0 1 0,-1 0 0,1-1 0,-2-1 0,4 3 0,0 0 0,0-1 0,0 1 0,0 0 0,-1 0 0,1 0 0,0 0 0,0-1 0,0 1 0,0 0 0,0 0 0,0 0 0,0 0 0,0-1 0,0 1 0,0 0 0,0 0 0,0 0 0,0-1 0,0 1 0,0 0 0,0 0 0,0 0 0,0 0 0,0-1 0,0 1 0,0 0 0,1 0 0,-1 0 0,0 0 0,0-1 0,0 1 0,0 0 0,0 0 0,0 0 0,1 0 0,13-6 0,11 2 0,0 1 0,41 0 0,-50 2 0,286 2 0,-215 4 0,125 24 0,-197-26 0,-11-3 0,1 1 0,-1-1 0,0 1 0,0 0 0,0 0 0,-1 1 0,1-1 0,0 1 0,7 4 0,-11-6 0,0 0 0,0 0 0,0 0 0,0 1 0,0-1 0,0 0 0,0 0 0,0 0 0,0 0 0,0 1 0,0-1 0,0 0 0,0 0 0,0 0 0,0 1 0,0-1 0,0 0 0,0 0 0,0 0 0,0 0 0,0 1 0,0-1 0,0 0 0,0 0 0,0 0 0,0 0 0,-1 0 0,1 1 0,0-1 0,0 0 0,0 0 0,0 0 0,0 0 0,0 0 0,-1 0 0,1 0 0,0 1 0,0-1 0,0 0 0,0 0 0,-1 0 0,1 0 0,0 0 0,0 0 0,0 0 0,0 0 0,-1 0 0,1 0 0,0 0 0,0 0 0,0 0 0,-1 0 0,-10 5 0,-1-1 0,-1 0 0,1-1 0,-21 3 0,-56 3 0,73-8 0,-281 7-1365,286-9-5461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2:29:17.6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1987 3 24575,'-41'-1'0,"19"0"0,-1 1 0,-23 3 0,39-1 0,-1 0 0,1 0 0,0 1 0,0 0 0,0 1 0,0-1 0,1 1 0,-7 6 0,3-3 0,0-1 0,-18 9 0,-116 39 0,-158 38 0,262-83 0,0-2 0,-73 3 0,-83-11 0,73-1 0,16 7 0,90-3 0,-1 1 0,1 1 0,0 0 0,-17 7 0,10-2 0,-43 8 0,52-14 0,-5 3 0,-30 13 0,-7 2 0,-8-6-341,1-2 0,-2-3-1,-75 2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2:29:26.5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72 305 24575,'881'0'0,"-865"2"0,0-1 0,0 2 0,-1 0 0,18 6 0,-15-4 0,0-1 0,35 4 0,4-7 0,60-8 0,-60 3 0,75 3 0,70 22 0,-183-16 0,-19-5 0,0 0 0,0 0 0,0 0 0,0 0 0,0 0 0,0 0 0,0 0 0,0 0 0,0 0 0,0 0 0,0 0 0,0 0 0,-1 0 0,1 0 0,0 0 0,0 0 0,0 0 0,0 0 0,0 0 0,0 0 0,0 0 0,0 0 0,0 0 0,0 0 0,0 0 0,0 0 0,0 1 0,0-1 0,0 0 0,0 0 0,0 0 0,0 0 0,0 0 0,-1 0 0,1 0 0,0 0 0,0 0 0,0 0 0,0 0 0,0 0 0,0 1 0,0-1 0,0 0 0,0 0 0,1 0 0,-1 0 0,0 0 0,0 0 0,0 0 0,0 0 0,0 0 0,0 0 0,0 0 0,0 0 0,0 1 0,0-1 0,0 0 0,0 0 0,-36 1 0,-77-8 0,-415-19 0,64 26 0,451-1 0,0-1 0,0 0 0,1 0 0,-1-2 0,-20-7 0,-10-2 0,-40-10 0,16 4 0,-118-18 0,172 36 0,0-1 0,0-1 0,0 0 0,1 0 0,-20-8 0,24 5 0,14 3 0,22 3 0,-21 1 0,416 23 0,-3 1 0,-394-24 0,36 6 0,-42-4 0,1-1 0,-1 0 0,25-2 0,23-7 0,64-3 0,-69 13 0,-1 3 0,107 24 0,-115-19 0,-13-5 0,0-2 0,0-2 0,51-4 0,-12 0 0,880 3 0,-938 0 0,1 1 0,-1 2 0,28 7 0,33 5 0,205-10 0,-173-7 0,-75 2 0,52 10 0,-75-9 0,37 3 0,98-4 0,-71-2 0,1100 1 0,-1159 1 0,0 1 0,0 1 0,0 0 0,0 2 0,-1 1 0,0 1 0,40 18 0,-42-18 0,-1-1 0,1-1 0,0-1 0,1 0 0,36 1 0,22 5 0,-8 1 0,66 15 0,-99-17 0,0-3 0,0-1 0,0-1 0,51-3 0,-68-1 0,1-1 0,-1-1 0,39-8 0,92-41 0,-26 7 0,-33 14 0,154-41 0,-101 32 0,-115 30 0,1 1 0,42-5 0,64 0 0,-9 1 0,-33 7 0,-32 2 0,58-13 0,170-13 0,2-8 0,4 24 0,61 14 0,-197-1 0,58-10 0,9 0 0,-225 10 0,23 1 0,-25-1 0,0 0 0,0 0 0,0 0 0,1 0 0,-1 0 0,0 0 0,0 1 0,0-1 0,0 1 0,0-1 0,0 0 0,0 1 0,0 0 0,0-1 0,-1 1 0,3 1 0,-4-2 0,1 0 0,0 1 0,0-1 0,0 0 0,-1 1 0,1-1 0,0 0 0,-1 1 0,1-1 0,0 0 0,-1 0 0,1 0 0,0 1 0,-1-1 0,1 0 0,0 0 0,-1 0 0,1 0 0,-1 0 0,1 1 0,0-1 0,-1 0 0,1 0 0,-1 0 0,1 0 0,-17 2 0,-17 1 0,-59-5 0,-37-10 0,111 10 0,-981-74 0,664 75 0,3 35 0,-15 21 0,28-27 0,301-26 0,0 0 0,0 2 0,0 1 0,0 0 0,1 1 0,-18 9 0,9-6 0,-1-1 0,-55 8 0,35-7 0,1 0 0,-82 27 0,84-19 0,0-2 0,-78 16 0,92-26 0,-6 1 0,-69 4 0,96-11 0,1 1 0,-1 1 0,0-1 0,1 2 0,-1-1 0,1 1 0,-17 6 0,8 0 0,1 0 0,-1-2 0,-1 0 0,1-1 0,-1-1 0,0-1 0,-29 2 0,30-4 0,-28 6 0,-10 1 0,50-8 0,0 0 0,0 0 0,0 0 0,0-1 0,0 0 0,0 0 0,-6-2 0,-15-6 0,-1 1 0,-50-8 0,-12 2 0,-71-7 0,157 21 0,-130-11 0,115 8 0,0 0 0,0-2 0,1 0 0,-36-16 0,41 15 0,-1 0 0,0 1 0,0 0 0,0 2 0,-22-5 0,-10 2 0,15 0 0,-45 0 0,-277 6 0,152 0 0,177-1 0,-32-6 0,2 1 0,-310 0 0,219 7 0,84-1 0,55 0 0,8 0 0,33 0 0,1288 0 0,-1305 0 0,9 1 0,0-1 0,-1-1 0,1-2 0,52-12 0,-17-6 0,-16 6 0,73-16 0,14 0 0,3 0 0,-102 26 0,58 2 0,-57 3 0,46-7 0,-56 3 0,-1 1 0,0 1 0,1 1 0,-1 1 0,40 6 0,-43-3 0,145 23 0,-128-22 0,1-2 0,52-4 0,-20-8 0,-46 5 0,38-1 0,-48 5-227,1-1-1,-1-1 1,0 0-1,0 0 1,18-8-1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2:32:08.2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3835 262 24575,'0'-1'0,"0"0"0,0 0 0,-1 0 0,1 0 0,-1-1 0,1 1 0,0 0 0,-1 0 0,0 0 0,1 0 0,-1 0 0,0 0 0,1 0 0,-1 1 0,0-1 0,0 0 0,0 0 0,0 1 0,0-1 0,0 0 0,0 1 0,-1-2 0,-28-9 0,26 9 0,-30-7 0,-1 0 0,1 3 0,-39-3 0,-108 0 0,173 9 0,-95-2 0,-125-5 0,1-5 0,-264 20 0,132 50 0,30-2 0,185-46-278,-221-12 0,-139-51-278,483 50 556,-137-23 0,126 18 0,0 0 0,-55-24 0,73 25 160,0-1 0,1-1 0,-17-13 0,16 11 76,-27-15 0,-5 4-236,-1 3 0,-62-18 0,98 34-1365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2:32:16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6563 302 1768,'33'-25'712,"-18"12"-407,1 1-1,0 1 0,26-12 0,-38 21-90,-1 0 1,1 1-1,0-1 0,1 1 1,-1 0-1,0 1 1,0-1-1,0 1 0,1-1 1,-1 1-1,0 1 1,0-1-1,1 1 0,-1-1 1,0 1-1,0 0 1,0 1-1,0-1 0,0 1 1,6 3-1,1 2 138,1 2 0,-1-1 0,-1 1-1,18 20 1,-27-27-320,6 4 140,-5-5-125,-1 0-1,1 1 1,-1-1-1,1 1 1,-1 0-1,1-1 0,-1 1 1,0 0-1,0 0 1,0-1-1,2 5 1,-3-5-36,-1-1 0,1 1 1,0-1-1,0 1 1,0-1-1,0 1 0,-1-1 1,1 0-1,0 1 1,-1-1-1,1 1 0,0-1 1,-1 1-1,1-1 1,0 0-1,-1 1 0,1-1 1,-1 0-1,1 1 1,0-1-1,-1 0 0,1 0 1,-1 0-1,1 1 1,-1-1-1,1 0 0,-1 0 1,1 0-1,-1 0 1,1 0-1,-1 0 0,0 0 1,1 0-1,-1 0 1,-22 0 313,22 0-297,-114-10 1088,-7-2-361,-193 17 556,0 22-1080,87-6-205,-437 23 408,515-28-199,125-12-160,0 2 0,0 0 0,-35 15-1,56-20-72,0 1-1,0 0 0,0 0 1,1 0-1,-1 1 0,-3 2 1,7-5-3,-1 1 1,1-1 0,-1 1 0,1-1 0,0 0 0,-1 1 0,1-1 0,0 1 0,0-1 0,-1 1 0,1-1 0,0 1 0,0 0 0,0-1 0,-1 1 0,1-1 0,0 1 0,0-1 0,0 1 0,0 0-1,0-1 1,0 1 0,0-1 0,0 1 0,1-1 0,-1 1 0,0-1 0,0 1 0,0 0 0,0-1 0,1 1 0,-1-1 0,0 1 0,1-1 0,-1 0 0,0 1 0,1-1 0,-1 1 0,1-1-1,-1 1 1,0-1 0,1 0 0,-1 1 0,1-1 0,-1 0 0,1 0 0,-1 1 0,2-1 0,6 4 21,1 0-1,-1 0 1,1-1 0,0 0 0,0-1-1,1 0 1,16 2 0,-22-4-11,57 7 128,114-1-1,62-20-36,47-11 22,136-10 126,72 19 15,-108 4-57,145-2 1077,-576 3-1198,-435-51 412,-12 37-372,326 18-128,-309-7-5,-29-3 65,-192-3-1,929 21-181,249-2 243,867-53-3,-419-7 56,-922 61-170,18-3 22,-21 1-8,-12-1-3,-47-9 4,-109-6 0,149 16-16,-154-9 1,-635 21 84,708-3-84,-894 51-12,783-52 50,-266 15 80,404-15-110,-243 7 45,299-13-58,1 0 0,0-2 0,0 1 1,0-2-1,0 0 0,-22-8 0,34 11-3,0-1 1,0 1-1,0-1 0,0 1 1,0-1-1,0 0 0,0 1 1,0-1-1,0 0 0,0 0 1,0 1-1,1-1 0,-1 0 1,0 0-1,1 0 0,-2-2 1,2 2 0,0 1 0,0-1 0,0 0 0,0 1 1,0-1-1,1 0 0,-1 0 0,0 1 0,0-1 1,1 0-1,-1 1 0,0-1 0,1 0 0,-1 1 1,1-1-1,-1 1 0,1-1 0,-1 1 0,1-1 1,-1 1-1,1-1 0,-1 1 0,1-1 0,-1 1 0,1 0 1,0-1-1,-1 1 0,1 0 0,0 0 0,1-1 1,17-6-4,1 0 1,1 1-1,-1 2 0,1 0 1,28-2-1,-30 4 14,393-26 78,1 29-42,-323 0-32,286 4 18,962 7 196,-1333-12-172,-10 0-16,-18 0-4,-316-46 26,88 7-43,-137 6 29,-3 38-3,220 9-16,-376 18 30,438-33-43,-117 2 4,206 1-47,14 0-26,10 0-48,42 4 66,82 1 1,-71-5 43,1180-8 138,-926-9-120,343-4 47,-518 28-52,-111-6-16,-1 1 1,1 2 0,27 9-1,-47-13-8,-1 0 1,1 0-1,-1 0 0,7 4 1,-11-5 3,1-1 0,-1 0 1,1 1-1,-1-1 0,0 0 1,1 1-1,-1-1 1,0 0-1,1 1 0,-1-1 1,0 1-1,0-1 1,1 1-1,-1-1 0,0 1 1,0-1-1,0 1 1,0-1-1,1 1 0,-1 0 1,-1-1-1,1 1 0,0-1 0,0 1 0,-1-1 0,1 1 0,0-1 0,-1 1 0,1-1 0,0 1 0,-1-1 0,1 1 0,-1-1 0,1 0 0,-1 1 0,1-1 0,-1 0 0,1 1 0,-1-1 0,1 0 0,-1 0 0,0 0 0,0 1 0,-7 1-7,0 1 0,-1-1 1,0-1-1,1 1 0,-18-1 0,2 1 11,-691 35 160,456-27-153,-614 8 7,285-10 29,0 18 7,133 8-19,-265 17-3,-1-34-19,717-18-12,-554-13-30,638 14-303,1843 79 549,-1074-43-144,-525-37 1,-322 1-87,-4-1 3,-12 0-5,-20-3-1,-346-56 38,-99-14 19,-323 15 0,-2 65 66,363 26-58,166-9-29,213-19-13,1-3 0,-1-3 0,0-2 0,-98-20-1,89 11-4,-49-13-137,120 26 135,0 0-1,0 0 0,0 0 1,0 0-1,0 0 1,0 0-1,0 0 1,-1 0-1,1 0 1,0 0-1,0 0 1,0 0-1,0 0 0,0 0 1,0 0-1,0 0 1,0 0-1,-1 0 1,1 0-1,0 0 1,0 0-1,0 0 1,0 0-1,0 0 0,0 0 1,0-1-1,0 1 1,0 0-1,0 0 1,-1 0-1,1 0 1,0 0-1,0 0 1,0 0-1,0 0 0,0 0 1,0 0-1,0 0 1,0-1-1,0 1 1,0 0-1,0 0 1,0 0-1,0 0 1,0 0-1,0 0 1,0 0-1,0 0 0,0-1 1,0 1-1,0 0 1,0 0-1,0 0 1,0 0-1,0 0 1,0 0-1,0 0 1,0 0-1,0 0 0,0-1 1,0 1-1,0 0 1,1 0-1,6-2-74,78-5-76,558-20 237,-408 22-62,721-4 66,-873 12-78,324-3 84,-391-2-103,-19 2-47,-29 0-12,-365 32 28,137-9 60,212-19-15,-1050 69 65,-3-46 19,1018-29-76,0-3 0,-101-19 0,182 24-22,-22-7-27,24 7 23,-1 0 1,0-1-1,0 1 0,1 0 0,-1-1 1,0 1-1,1-1 0,-1 1 0,0-1 1,1 1-1,-1-1 0,0 1 0,1-1 1,-1 1-1,1-1 0,-1 0 0,1 1 1,0-1-1,-1 0 0,1 0 0,0 1 1,-1-1-1,1 0 0,0 0 0,0 0 1,5-2-28,12-2 23,1 1 1,-1 1-1,22-1 1,59 0 23,-58 3-4,1130-15 142,-976 7-102,-537 34-166,144-12 80,-570 43 189,765-56-145,-137 9 56,112-9-43,1-1 0,-54-10 0,80 11-24,-1 0 1,1-1-1,0 0 1,-1 1 0,1-1-1,0 0 1,-1 0-1,1 0 1,-3-3-1,5 4 7,-1 0 0,1-1 0,0 1-1,0 0 1,-1-1 0,1 1 0,0 0-1,0-1 1,0 1 0,0 0 0,-1-1 0,1 1-1,0 0 1,0-1 0,0 1 0,0-1-1,0 1 1,0 0 0,0-1 0,0 1-1,0-1 1,0 0 0,1 0-2,-1 0 1,1 0-1,-1 0 1,1 0-1,-1 0 1,1 0-1,0 0 1,0 0-1,-1 0 1,1 1 0,1-2-1,6-5-3,0 1 0,0 0 0,1 1 0,0 0 1,0 0-1,19-6 0,62-16 40,-79 24-30,-3 1 0,204-47 65,-177 43-57,0 2 1,0 1-1,0 2 1,42 3-1,-68-1-6,5 0 8,0 1 0,27 7 0,-35-5-20,-8-1-13,-16 3-26,-16 0 28,-51 2 0,32-3 21,-94 15 40,-45 5-307,181-25 130,5 1-39,0 0 0,0-1 1,0 0-1,0 0 1,0-1-1,0 0 1,0 0-1,-9-3 1,12-14-1718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2:32:38.6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5010 361 8458,'10'0'1726,"42"-2"2664,-42 2-4302,1 1-1,-1 0 1,1 1-1,-1 0 1,13 3-1,-8 0-61,0 0 0,0-1-1,18 1 1,-26-4 72,1-1 1,0 0-1,0 0 1,0-1-1,0 0 0,0 0 1,0-1-1,8-3 0,-16 5-94,13-4 173,-1 0 1,0-1-1,-1-1 1,18-10-1,-22 12-151,1-4 28,-9 8-51,1-1 1,-1 1-1,1-1 1,-1 1 0,1-1-1,-1 1 1,1-1-1,-1 1 1,1 0 0,-1-1-1,0 1 1,1 0 0,-1 0-1,1-1 1,-1 1-1,0 0 1,1 0 0,-1 0-1,0 0 1,0 0-1,0 0 1,-53-10 137,-77-3-1,4 1-109,-267-67-29,340 67 28,-53-14 77,-49-11 103,138 34-169,-30-3 0,44 6-34,0 0 0,-1 0-1,1 0 1,-1 1 0,1-1-1,-1 1 1,1 0-1,0 0 1,0 1 0,-1 0-1,-6 3 1,10-4-6,0-1 0,1 0 0,-1 1 0,0-1 0,0 1 0,1-1 1,-1 1-1,1-1 0,-1 1 0,0-1 0,1 1 0,-1-1 0,1 1 0,-1 0 0,1-1 0,0 1 1,-1 0-1,1 0 0,0-1 0,-1 1 0,1 0 0,0 0 0,0-1 0,0 1 0,-1 0 0,1 0 1,0 0-1,0 0 0,0-1 0,1 1 0,-1 0 0,0 0 0,0 0 0,0-1 0,0 1 0,1 1 0,1 0 1,-1 0-1,1-1 0,-1 1 1,1 0-1,-1-1 0,1 0 0,0 1 1,0-1-1,-1 0 0,1 0 1,0 0-1,3 1 0,6 2 0,1 0-1,0-1 1,-1 0-1,22 1 1,50-1 0,-53-3 1,340-5 29,133 3 112,-374 8-18,242 43 0,-288-32-48,77 16 334,-145-30-323,-11-1-28,-5-1 74,-8 0-97,0-1-1,0 0 0,-14-2 1,-3 0-7,-980-54 110,-40-2-78,280 54 18,748 5-81,10 0-6,0 0 0,0-1 0,-1 0 0,1-1 0,-10-2 0,14 2-21,8-1-4,22-5-35,46-4-1,282-17 18,9 18 72,-269 8-15,695-3 27,273-9 490,-1041 14-471,-16 0-27,0 0 0,1 0 0,-1 0 0,0-1 0,0 0 1,8-2-1,-28 2 66,-321-1 40,238 4-127,-792 21 15,871-23-19,-1037 79 59,235 9-48,682-78-17,-503 1-79,363-21-11,60-14-49,181 19 106,-71-8-56,-124-14 85,162 17-20,63 6 7,14 1-2,7-1 9,1 1 0,-1 0 0,1 1-1,21 0 1,0-1 2,460-27 2,5 17 39,-33 1-1,-248-1 1,-10-17 16,-169 19-15,-29 3-4,-11 8-25,0 0 1,1-1-1,-1 1 1,0 0-1,0 0 1,0 0 0,0-1-1,0 1 1,0 0-1,0 0 1,-1 0 0,1 0-1,0-1 1,0 1-1,0 0 1,0 0-1,0 0 1,0-1 0,0 1-1,0 0 1,0 0-1,0 0 1,-1 0 0,1-1-1,0 1 1,0 0-1,0 0 1,0 0-1,-1 0 1,1 0 0,0 0-1,0 0 1,0 0-1,0-1 1,-1 1 0,-26-7 38,25 6-36,-56-8 36,1 3 1,-76 1-1,74 3-29,-529-10 48,408 6-45,-480-1 35,585 12-40,1 3 0,-125 30 0,158-27-6,1 2 1,0 1-1,1 3 1,1 1-1,0 1 1,-47 34-1,44-21-11,40-32 7,0 0 1,1 1-1,-1-1 0,0 1 0,1 0 1,-1-1-1,1 1 0,-1-1 0,1 1 1,-1 0-1,1 0 0,-1-1 0,1 1 1,0 0-1,-1 0 0,1-1 0,0 1 1,0 0-1,-1 0 0,1 0 0,0-1 1,0 1-1,0 0 0,0 0 0,0 1 1,1-1-1,0-1 0,0 1 0,0 0 0,-1-1 1,1 1-1,0 0 0,0-1 0,0 1 0,0-1 0,0 0 1,0 1-1,0-1 0,0 0 0,0 0 0,0 1 1,0-1-1,0 0 0,1 0 0,-1 0 0,0 0 0,1-1 1,31 0-25,66-14 0,-54 7 18,94-15 3,563-86 38,-660 104-27,579-87 130,-611 90-124,15-2 88,30-10 0,-51 12-31,-9 1 0,-6 0-38,1 0-1,-1 1 1,0 1 0,0 0 0,-14 3-1,-3 0 0,-609 123 63,336-51-86,13 16 11,151-32-2,115-49-10,0 2 0,-28 20 1,45-29-7,1 0 1,0-1-1,0 1 1,0 1-1,1-1 1,-1 0-1,-4 10 1,7-11-2,-1 0 1,1-1 0,0 1 0,1 0 0,-1-1 0,0 1 0,1 0 0,0 0 0,0 0 0,0 0 0,0-1 0,0 6 0,2-4-1,-1 1 0,1-1 0,0 1 0,0-1 0,0 0 0,1 0 0,0 0 0,0 0 1,0 0-1,0-1 0,0 1 0,0-1 0,1 0 0,0 0 0,0 0 0,0-1 0,5 3 0,9 6-3,1-2 0,0-1 0,30 10 0,66 10-2,-22-13 6,0-3 0,98-2 0,190-20 0,123-37 9,1-21 11,-313 41-12,-89 13-2,371-48 197,1 18 291,-234 40-225,-187 6-203,-1 3-1,75 16 0,-119-19-59,0-1 0,0 1 1,1 1-1,-1-1 1,0 2-1,-1-1 1,1 1-1,14 9 0,-22-12-5,0 0 0,0-1 0,0 1-1,0 0 1,0-1 0,-1 1 0,1 0-1,0 0 1,0 0 0,-1 0-1,1 0 1,-1-1 0,1 1 0,-1 0-1,1 0 1,-1 1 0,1 0 0,-1-1 0,0 0 0,0-1 0,-1 1 0,1 0 0,0-1 0,0 1 0,0 0 0,-1-1 0,1 1 0,0 0 0,-1-1 1,1 1-1,0-1 0,-1 1 0,1 0 0,-1-1 0,1 1 0,-1-1 0,1 0 0,-1 1 0,0 0 0,-4 1 6,0 1 1,1-1-1,-1 0 0,0 0 0,0 0 0,-1-1 0,-4 1 0,-51 7 53,-1-3-1,-86-3 1,113-3-54,-1837 99 16,1639-78-25,-385 28-40,574-44-13,-58 13 0,70-8-81,30-10 117,0 1-1,1 0 0,-1 0 0,1-1 1,-1 1-1,1 0 0,-1 1 0,1-1 0,0 0 1,0 0-1,-1 0 0,-1 3 0,3-3 12,0-1 0,0 1 0,0-1 0,0 1 0,0-1 0,0 0-1,0 1 1,0-1 0,0 1 0,0-1 0,0 1 0,0-1 0,0 1-1,0-1 1,0 1 0,0-1 0,0 1 0,1-1 0,-1 1 0,0-1-1,0 0 1,1 1 0,-1-1 0,0 1 0,1-1 0,-1 0-1,0 1 1,1-1 0,-1 0 0,0 0 0,1 1 0,-1-1 0,1 0-1,-1 0 1,0 1 0,1-1 0,-1 0 0,2 0 0,23 8-163,17-1 69,76 2 0,247-3 77,-57-3 37,201 19 37,-6 27 13,-456-40-62,-47-9 0,1 0 1,0 0 0,-1 0-1,1 0 1,0 0-1,-1 0 1,1 1-1,0-1 1,-1 0-1,1 0 1,-1 1-1,1-1 1,-1 0-1,1 1 1,-1-1-1,1 1 1,-1-1 0,1 1-1,-1-1 1,1 1-1,-1-1 1,1 1-1,-1-1 1,0 1-1,0 0 1,1-1-1,-1 1 1,0-1-1,1 2 1,-2-1-1,0 0 1,1 0-1,-1 0 0,0 0 0,0 0 1,0-1-1,1 1 0,-1 0 1,0 0-1,0 0 0,0-1 0,0 1 1,-1-1-1,1 1 0,0-1 1,0 1-1,-2 0 0,-33 11 10,-1-1-1,-43 6 1,-480 76 47,-12-22-87,363-46 60,153-18-17,-518 57 109,-3-31-74,450-33-46,-167-24 0,265 20-7,-39-11 0,52 8-20,16 7 25,-1 0 0,1 0 0,0 0 0,0-1 0,0 1 0,0 0-1,0 0 1,0 0 0,-1 0 0,1 0 0,0-1 0,0 1 0,0 0 0,0 0 0,0 0-1,0-1 1,0 1 0,0 0 0,0 0 0,0 0 0,0 0 0,0-1 0,0 1-1,0 0 1,0 0 0,0 0 0,0-1 0,0 1 0,0 0 0,0 0 0,0 0 0,0-1-1,0 1 1,0 0 0,0 0 0,1-1 0,0 0-3,1 0 0,-1 0 0,1 0 0,-1 0 0,1 1 0,0-1 0,0 0 0,-1 1 0,1-1 0,0 1 0,2-1 0,34-5 1,0 3 1,54 0-1,-32 3 10,309-33-3,-27 1 62,4 36 27,1 22 12,-261-18-75,160 19 140,37 3-16,-276-29-152,448 16 126,57-6 102,-129 0-44,578 14 292,-955-25-477,357 3 32,57 2-16,298 38 39,-509-37-10,335-32-1,-413 13 13,504-58 317,-147-26-333,-475 94-42,148-32 6,-121 29-4,82-3 0,-74 11 14,-1 3 0,68 15 0,-30-4 38,32 5 28,220 28 117,121-26 113,12-31-193,-223-1-28,472-25 49,-167 5-75,-293 17-46,96-4 3,11-6-14,-2-18 7,53-4-6,-32 25-4,-116 9-2,309 1-3,294 20 7,-768-11-8,1 4-1,-1 5 1,-1 4 0,185 49-1,-172-29 1,213 66-6,-251-74 10,2-4 0,0-4-1,103 10 1,-86-20 1,1-5 0,140-13 0,265-43-3,249-31 7,283-58-8,-656 110-10,1 29-4,-117 2-3,23 0 24,0 16-6,-139 2-7,229 16-4,287 30-5,-541-43 7,0-5 0,201-5 0,820-5-1,-978 14-52,-164-18 59,17 4-98,-27-2-34,-8 2 143,-20 4-49,0-2 0,0-1 0,-75-1 0,28-2-15,-912 12-274,878-15 274,-250-8-94,255 1-1468,-139-28 0,139 11 863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2:33:40.5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6963 54 3713,'15'3'3605,"-8"0"-3004,-7-3-590,1 0-1,-1 1 1,1-1-1,-1 0 1,1 1-1,-1-1 1,1 1-1,-1-1 0,0 0 1,1 1-1,-1-1 1,0 1-1,1 0 1,-1-1-1,0 1 1,0-1-1,1 1 1,-1-1-1,0 1 1,0-1-1,0 1 1,0 0-1,0-1 1,0 1-1,0-1 1,0 1-1,0 0 1,0-1-1,0 1 1,0-1-1,-1 1 1,1 0-1,0-1 1,0 1-1,0-1 1,-1 1-1,0 0 41,1 0 1,-1 0-1,1-1 0,-1 1 0,0 0 1,1 0-1,-1-1 0,0 1 0,0-1 1,1 1-1,-1-1 0,0 1 0,0-1 1,0 1-1,0-1 0,0 0 0,0 0 1,0 1-1,0-1 0,0 0 0,0 0 1,-1 0-1,-26 0 1543,14-1-790,-27 3 299,-68 12 1,70-8-871,0-1 0,-41-1 0,-202-14 1234,230 10-1122,-99 12 1,-48 22 153,162-27-449,9-3 16,0 0 0,0-3-1,-44-1 1,-82-17 192,90 8-114,-70 0 1,-128 1 184,181 3-251,-52-1 48,-206 31 117,134-5-135,101-17-46,-22 1-31,-156 15 71,247-17-100,-256-12 93,217 5-56,18 0 5,1-2 0,0-2 0,0-3 0,-61-21 0,94 26-26,0 1 0,0 1-1,-29-2 1,-71-1-11,39 4-5,-83-11 3,-55-3 6,151 16-8,-81 6 0,53 6 1,-99 6 10,87-13-8,-110 6-7,1 18 16,166-18-11,-1-2 0,-100-2 0,144-5-4,-303-10 22,244 5-21,-102-4 5,128 8-5,-83 11-1,-37 24 0,35-6 0,64-20 0,152-17 8,13-6-10,162-21 14,-184 29-5,106 4 0,188 25 1,-140-5-5,199 1 2,-144-41 1,-150 9-1,152 4 0,-73 21-2,102 2 2,-74-19-5,80 2 2,-279 5 1,349-5 8,-18-52-11,-276 42 0,145 0 0,-98 9 0,34-18 15,-57 5-14,-83 15-1,76 3 0,43 15 0,10 0 0,35 7 8,-158-15-8,130 25 0,-175-32 0,112 31 0,-15-3 0,-94-26 0,169 32 11,-166-33-112,-1 0 0,1 1 0,0 0-1,-1 0 1,1 1 0,-1 0 0,1 0 0,-1 1 0,-1 1 0,1-1-1,7 7 1,-9-6-448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2:34:58.9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407 436 9650,'10'-14'4896,"-8"12"-4590,0 1-162,-1 1-1,1 0 1,-1-1 0,1 1 0,-1 0 0,1-1 0,-1 1 0,1 0-1,-1 0 1,1 0 0,1 1 0,5 0-298,0 1 0,0 1 0,-1-1 0,9 5 0,2 0 617,-1-2-451,0 0-1,-1-2 0,1 0 0,19 1 0,70-3 147,-54-4 78,-1-2 0,62-15 0,101-34 535,-177 44-694,504-130 584,8 31-318,-402 91-209,227 0 0,147 38-18,-318-12-51,146 11 260,-337-18-266,-20-1 21,-81-4-28,-165-6-63,-395-21-20,-1456-56 227,2100 87-196,-341 3-81,329-1 22,17-2 58,0 0 0,0 0 0,0 0 0,0 0 0,0 0 0,0 0 0,0 0-1,0 0 1,0 0 0,0 0 0,0 0 0,0 0 0,0 1 0,0-1 0,0 0 0,0 0-1,0 0 1,0 0 0,0 0 0,0 0 0,0 0 0,0 0 0,0 0 0,0 0 0,0 0-1,0 0 1,0 0 0,0 0 0,0 1 0,0-1 0,0 0 0,0 0 0,0 0 0,0 0-1,0 0 1,0 0 0,0 0 0,0 0 0,0 0 0,-1 0 0,1 0 0,0 0 0,0 0-1,0 0 1,0 0 0,0 0 0,0 0 0,0 0 0,0 0 0,0 0 0,0 0 0,0 0-1,0 0 1,0 0 0,0 0 0,-1 0 0,1 0 0,0 0 0,0 0 0,0 0 0,0 0-1,0 0 1,0 0 0,0 0 0,0 0 0,0 0 0,22 5-87,487 30 37,-232-21 106,608 66 39,154 10 192,-165-73 68,-2-47 4,-726 22-237,233-10 236,-2 19-55,-204 12-197,-133-8-72,0 2-1,48 16 1,-82-22-29,-4 0-2,1-1-1,-1 1 1,1 0 0,-1 0 0,1 0 0,-1 0 0,0 0 0,1 1 0,-1-1-1,0 1 1,0-1 0,0 1 0,0 0 0,2 2 0,-4-4-2,0 1 0,1-1 0,-1 0 1,0 1-1,0-1 0,0 0 0,0 1 1,0-1-1,0 0 0,0 1 0,0-1 1,1 0-1,-1 1 0,0-1 0,0 0 1,-1 1-1,1-1 0,0 0 1,0 1-1,0-1 0,0 0 0,0 1 1,0-1-1,0 0 0,0 0 0,-1 1 1,1-1-1,0 0 0,0 1 0,0-1 1,-1 0-1,1 0 0,0 1 0,0-1 1,-1 0-1,1 0 0,0 0 0,-1 1 1,1-1-1,-1 0 0,-15 6 7,13-6-6,-39 9 12,-1-3 1,1-1-1,-53-2 0,28-1-18,-119 8-35,-273 9-10,-131-25 33,-2-19 26,174 6-1,-474-6 41,4 66 52,630-10-92,-5 2-15,1-17-11,227-17 17,1 0 0,-1-2 0,0-2 1,-35-9-1,54 10-2,1-1 0,-1 0-1,1-1 1,0-1 0,0-1 0,1 0 0,0-1 0,0 0-1,1-1 1,-17-16 0,27 24-6,1-1 0,0 1-1,0 0 1,1-1 0,-1 1 0,0-1-1,1 1 1,0-1 0,-1 0-1,0-4 1,2 6 3,0 0 0,-1 0 0,1 0 0,1 0 0,-1-1-1,0 1 1,0 0 0,0 0 0,0 0 0,1 0 0,-1 0-1,1 0 1,-1 0 0,1 0 0,-1 0 0,1 0 0,-1 0 0,1 0-1,0 0 1,0 0 0,-1 0 0,1 0 0,0 1 0,0-1 0,0 0-1,0 1 1,0-1 0,2 0 0,7-4-14,0 1-1,0 0 1,1 1 0,-1 0-1,1 1 1,0 0 0,14-1-1,-8 1 8,221-13-57,5 16 51,-138 1 7,533 1-10,67 2 135,-672-4-105,-26 0-8,-8 1 0,-17 3-1,12-3 1,-179 31 21,119-24-15,-1027 120 36,512-66 20,244-18-22,5 25-21,331-70-20,-13 3-8,1 1 1,-1 0 0,1 1-1,0 1 1,0 0-1,-12 8 1,24-14 4,0 1 0,0 0 0,0-1 0,1 1 0,-1 0 0,0 0 0,0 0 0,1 0 0,-1 0 0,0 0 0,1 0 0,-1 0 0,1 0 0,-1 0 0,1 0 0,0 0 0,-1 0 0,1 0 0,0 0 0,0 0 0,0 2 0,0-2-1,0 1 0,1-1 0,-1 1 0,1-1 0,-1 1 0,1-1 0,0 0 0,-1 1 0,1-1 0,0 0 0,0 0 1,0 0-1,0 1 0,0-1 0,2 1 0,9 7-13,0-1 1,0 0 0,0-1-1,1 0 1,19 7 0,76 22 2,-70-24 14,38 12 5,99 30 29,-135-44-4,1-1 0,56 3 0,-153-9 65,-54-1-58,20 0 12,-137-14-1,221 11-45,-1 0 0,1 0 0,0-1 0,0 0 0,-10-5-1,15 7-2,0 0-1,0-1 0,0 1 0,0-1 0,0 0 1,0 1-1,1-1 0,-1 1 0,0-1 1,0 0-1,0 0 0,1 1 0,-1-1 0,0 0 1,1 0-1,-1 0 0,1 0 0,-1 0 0,1 0 1,0 0-1,-1 0 0,1 0 0,0 0 1,-1 0-1,1 0 0,0 0 0,0 0 0,0 0 1,0 0-1,0 0 0,0 0 0,1 0 0,-1-1 1,0 1-1,0 0 0,1 0 0,-1 0 0,1 0 1,-1 0-1,1 1 0,0-3 0,0 2-2,1-1-1,-1 1 1,0 0 0,0 0-1,1-1 1,-1 1-1,1 0 1,-1 1-1,1-1 1,-1 0-1,1 0 1,0 1 0,-1-1-1,1 1 1,0-1-1,2 0 1,31-1-18,-23 1 15,12 0 4,0 1-1,38 4 1,-50-2 6,-1 0 1,1 0-1,-1 1 1,0 1-1,0 0 0,0 1 1,14 7-1,-24-10-4,1-1 0,0 0 0,0 0 0,-1 0 0,1 1 0,0-1 1,-1 1-1,0 0 0,1-1 0,-1 1 0,0 0 0,2 2 0,-3-3 0,0 0-1,0 0 1,1 0 0,-1 0 0,0 0 0,0 0-1,0 0 1,0 0 0,0 0 0,-1 0-1,1 0 1,0 0 0,0 0 0,-1 0 0,1 0-1,0 0 1,-1 0 0,1 0 0,-1 0-1,1-1 1,-1 1 0,0 0 0,1 0 0,-1-1-1,0 1 1,1 0 0,-3 0 0,-3 4 0,0 0 1,0-1-1,-1 0 1,1 0-1,-15 5 0,-40 11 13,25-9-4,12-3-1,0-1 0,0-2 0,0 0 0,-1-1 0,-45 0 0,47-4-3,16 1-6,0-1 1,1 0 0,-1 0 0,1-1 0,-13-2 0,19 3-1,0 0 0,0 0 1,0 0-1,0 0 1,0 0-1,0 0 0,0 0 1,1 0-1,-1 0 1,0 0-1,0 0 0,0 0 1,0 0-1,0 0 0,0 0 1,0 0-1,0 0 1,0 0-1,0 0 0,0 0 1,0 0-1,0 0 1,0-1-1,0 1 0,0 0 1,0 0-1,0 0 0,0 0 1,0 0-1,0 0 1,0 0-1,0 0 0,0 0 1,0 0-1,0 0 1,0 0-1,0 0 0,0 0 1,0 0-1,0 0 0,0 0 1,0 0-1,0 0 1,0-1-1,0 1 0,0 0 1,0 0-1,0 0 1,0 0-1,0 0 0,0 0 1,0 0-1,0 0 0,0 0 1,0 0-1,8-1-15,182-4-59,-6 2 62,273-19 29,-222 9 19,18-1 38,-246 14-69,0 0 0,0 1 0,11 1-1,-18-2-2,1 0-1,0 1 0,0-1 0,-1 0 0,1 0 1,0 1-1,-1-1 0,1 0 0,0 1 0,-1-1 1,1 1-1,0-1 0,-1 1 0,1-1 0,-1 1 1,1-1-1,0 2 0,-1-1 0,0-1 0,0 1 0,0 0 0,0-1 0,0 1 0,0 0 0,0-1 0,0 1 0,0 0 0,0-1 0,-1 1 1,1-1-1,0 1 0,0 0 0,-1-1 0,1 1 0,-1-1 0,1 1 0,0-1 0,-1 1 0,1-1 0,-1 1 0,1-1 0,-2 1 0,-1 2 2,-1 0 0,0 0 0,0-1 0,1 0 0,-2 0 0,1 0 0,0 0 0,0 0 0,-8 1 0,-45 7 5,31-6-3,-70 14 12,-148 8 0,183-29-88,226-4-55,-28 10 119,191-2-8,250-21 53,-470 19-19,751 8 223,-770-2-220,118 4 29,-47-7-21,151 4 46,102 5 29,-254-9-46,-59-2 11,0-5 0,-1-4 0,131-29 1,-119 16 33,0 6 1,134-3-1,-75 12-77,192-3 118,99 2 5,78 0-56,-292 18-50,22 1 74,-268-11-114,-1 0 0,1 0 0,0 0 0,0 0-1,0 0 1,0 0 0,0 0 0,0 0 0,-1 0 0,1 0-1,0-1 1,0 1 0,0 0 0,0-1 0,-1 1-1,1-1 1,0 1 0,0 0 0,-1-1 0,1 0 0,0 0-1,-1 0 0,0 1 0,0-1 0,-1 0 0,1 0 0,0 1 0,0-1 0,-1 0 0,1 0-1,-1 1 1,1-1 0,-1 0 0,1 1 0,-1-1 0,1 1 0,-1-1 0,0 0 0,1 1-1,-1-1 1,0 1 0,1 0 0,-1-1 0,0 1 0,0 0 0,-1-1 0,-31-17 2,-67-23 1,40 18-5,46 17 0,-110-45 4,-139-37 0,82 48-4,-32-9 0,-10-22 43,89 27-21,-66-27-15,193 68-7,0 0 0,0-1 1,1 0-1,-1 0 0,1 0 0,0-1 0,-9-8 0,13 11-1,0 0-1,1 0 1,-1 0-1,1 0 1,0 0 0,-1 0-1,1-1 1,0 1-1,0 0 1,0 0-1,1-1 1,-1 1-1,1-1 1,-1 1-1,1-1 1,0 1-1,0-1 1,0 1-1,0-1 1,0 1-1,0-1 1,1 1-1,-1-1 1,1 1 0,0 0-1,0-1 1,1-2-1,2-1-5,0 0-1,0 0 0,1 0 1,-1 1-1,1 0 1,1 0-1,-1 0 1,1 1-1,-1-1 1,1 1-1,0 1 0,13-7 1,6 0-11,0 0 1,31-7-1,-6 5 8,-1 2-1,99-5 0,103 16 18,-36 17 9,-158-9-1,95 26-1,-140-31-12,35 12 4,-44-15-5,0 1-1,0-1 0,0 1 0,0 0 1,-1 0-1,1 0 0,0 0 0,-1 1 0,0-1 1,1 1-1,1 2 0,-3-4 0,-1 0-1,0 0 1,1 0 0,-1 0 0,0 0-1,0-1 1,0 1 0,1 0 0,-1 0-1,0 0 1,0 0 0,0 0-1,-1 0 1,1 0 0,0 0 0,0 0-1,0 0 1,-1 0 0,1 0 0,0-1-1,-1 1 1,1 0 0,-1 0-1,1 0 1,-1-1 0,1 1 0,-1 0-1,0 0 1,1-1 0,-1 1-1,0-1 1,1 1 0,-1 0 0,-2 0-1,-2 3-2,-1-1 0,0 1 0,0-1 0,-7 2 0,-17 6-6,0-2 0,0-1 0,-49 5 0,-102 3-14,170-15 22,-154 6 1,-184 18 76,332-23-71,-47 5 14,53-8-21,13-2-16,26-5-25,132-19-39,11 12 70,-166 14 11,605-6 22,-446 19 12,279 57 0,-418-64-28,0 1 0,0 1-1,-1 1 1,38 19 0,-58-25-4,0 0 0,0 0 0,0 1 0,-1-1 0,4 5 1,-6-7-2,-1 1 0,1-1 0,-1 1 0,1-1 0,-1 1 0,1-1 0,-1 1 0,0-1 0,1 1 0,-1-1 0,0 1 0,0 0 0,1-1 0,-1 1 0,0 0 0,0-1 0,0 1 0,0 0 0,0-1 0,0 1 0,0 0 0,0-1 0,0 1 0,0 0 0,0-1 0,0 1 0,0 0 0,-1-1 0,1 1 0,0 0 1,-1-1-1,1 1 0,0-1 0,-1 1 0,1 0 0,0-1 0,-1 1 0,1-1 0,-1 0 0,1 1 0,-1-1 0,0 1 0,1-1 0,-1 0 0,1 1 0,-2-1 0,-3 4 0,-1-1 0,0 0 0,-1-1 0,1 1 1,-1-1-1,1 0 0,-11 1 0,-50 4 4,52-6-2,-161 2-2,-29 2 25,176-2-14,0 1-1,1 2 1,-1 0-1,1 2 0,-30 13 1,48-17-11,-1 1 1,-12 9 0,20-13-3,1 1 1,-1 0-1,1 0 0,0 0 1,-1 0-1,1 0 1,0 1-1,0-1 1,0 0-1,1 1 1,-1 0-1,1-1 1,-1 1-1,0 3 0,2-5 2,0-1-1,0 1 0,0-1 0,0 1 1,0 0-1,0-1 0,0 1 0,0-1 1,0 1-1,0-1 0,0 1 0,0-1 1,0 1-1,1 0 0,-1-1 0,0 1 1,0-1-1,1 1 0,-1-1 0,0 0 1,1 1-1,-1-1 0,1 1 0,-1-1 1,1 1-1,-1-1 0,0 0 0,1 1 1,-1-1-1,1 0 0,0 0 0,-1 1 1,1-1-1,0 0 0,25 6-15,-20-5 14,73 9-19,107 0-1,-144-9 20,429 2 9,-216-3 2,-104 1 12,198 3 38,-320-1-52,-24 0-7,-15-1-7,-39 1-8,-84-4-1,79-1 6,-38-1-12,-309 3 62,354 4-29,1 2-1,-1 2 0,1 1 1,1 3-1,-1 2 0,-61 28 0,35-6-18,72-36 8,0 0-1,0 0 1,0 0-1,1 0 0,-1 0 1,0 0-1,0 0 1,1 0-1,-1 1 0,0-1 1,0 0-1,1 0 1,-1 0-1,0 0 0,0 0 1,0 0-1,0 1 1,1-1-1,-1 0 0,0 0 1,0 0-1,0 1 1,0-1-1,0 0 0,1 0 1,-1 0-1,0 1 0,0-1 1,0 0-1,0 0 1,0 1-1,0-1 0,0 0 1,0 0-1,0 1 1,0-1-1,0 0 0,0 0 1,0 1-1,0-1 1,0 0-1,0 0 0,0 0 1,0 1-1,-1-1 1,1 0-1,0 0 0,0 1 1,0-1-1,0 0 1,0 0-1,0 0 0,-1 0 1,1 1-1,0-1 1,0 0-1,0 0 0,-1 0 1,1 0-1,0 0 1,0 1-1,0-1 0,-1 0 1,1 0-1,0 0 1,0 0-1,-1 0 0,1 0 1,25 5-12,-18-4 9,633 75-5,-248-45 54,-5 28 36,-325-47-67,0-3 0,1-2-1,0-4 1,0-2 0,-1-3-1,91-13 1,-82 6-13,1 3 1,96 4-1,74 1 34,-28 0 64,99-5 49,-98 0-42,70 6 26,216-6 46,-21 12 19,-27 2-113,-212-4-30,-34 0 39,71-17 22,-138 3-51,145 10 1,-143 6-36,188-17 0,-224 3-23,154-14 18,459-46 120,-325 45 0,-25 2-66,309 3 96,-134 13-98,-175-20-27,-33 1-20,-4-5-19,15-1 5,-177 21-13,417-12 9,-523 21-12,450 12 0,-362-1 1,295 33 6,322 47-7,-376-77 16,-173-9-16,-99-1 0,560 36 0,-519-23 0,198 29-18,-316-40 14,-24-3-156,-46-1 64,-763 1 20,230-23 53,-8 24 52,138 4-19,-291-48-31,478 22 29,-306 7 49,425 11-52,-1 4 14,-170 28 0,61 13 2,69-12-14,96-24-4,-113 0 1,36-4-3,-188 13 6,325-18-8,0 0 1,1 0 0,-1-1-1,-14-3 1,20 3-12,11-4-8,29-6-7,75-11 0,-98 20 25,0-1 1,17-6 0,-31 8-56,-11-1-11,-150-38-79,-2-14 105,-19-5 49,135 46-146,-1 3 0,-89-8-1,127 18-230,0-1 0,0 0 0,0 0 0,0-1 0,0-1-1,0 1 1,0-1 0,-13-7 0,-1-7-636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2:35:38.3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 5969,'1'-3'3833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2:35:41.4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10243 186 2457,'3'-7'217,"1"1"0,-1-1 1,1 1-1,0 0 0,0 0 1,8-8-1,-11 13-216,-1 1 1,1-1-1,-1 1 0,1-1 1,-1 1-1,1 0 0,-1-1 1,1 1-1,-1 0 0,1-1 0,0 1 1,-1 0-1,1 0 0,-1 0 1,1-1-1,0 1 0,-1 0 0,1 0 1,0 0-1,-1 0 0,1 0 1,0 0-1,-1 0 0,1 1 1,0-1-1,-1 0 0,1 0 0,-1 0 1,1 1-1,0-1 0,0 1 1,19 14 541,-8-5 605,20 3 2060,-27-11-2656,1 0 0,0 0 1,13 14 1767,-20-16-2296,-11 6 843,8-4-735,-25 11 233,-1-2 0,-1-1 0,0-2-1,-52 9 1,37-12-217,1-2-1,-78-4 1,-3-8 51,-142-6 210,-384 26 61,138 15-416,44-10 57,467-16-109,-6 1 13,0-1 0,-1 0 0,1-1 0,0 0 0,0 0 0,0-1 0,-10-3-1,19 5-10,0 0-1,0 0 0,-1 0 0,1 0 0,0-1 0,0 1 1,0 0-1,-1 0 0,1 0 0,0 0 0,0 0 1,0 0-1,-1 0 0,1 0 0,0-1 0,0 1 0,0 0 1,0 0-1,-1 0 0,1 0 0,0-1 0,0 1 0,0 0 1,0 0-1,0 0 0,0-1 0,0 1 0,-1 0 0,1 0 1,0-1-1,0 1 0,0 0 0,0 0 0,0 0 1,0-1-1,10-4 108,11 0-44,0 1 1,0 1 0,28 0 0,66 5-43,-58 0-8,361-3 9,-4 0 54,-68 12-4,198 3 165,-481-14-171,-2-1 123,102 11 0,-145-8-147,-35-6-17,0 0-29,-334-61 79,-6 29 2,131 34-42,-2 15-4,-47 3-5,-375-18-13,461-3-13,-38-2 32,280 16-7,61 0 20,148-6-1,119-27 2,-71 3-8,-196 15-29,389-13 28,-385 14-17,1-5 0,188-42 0,-280 46-15,26-5 114,100-36 0,-142 40-82,-12 7-40,1-1-1,0 1 0,0 0 0,0-1 0,-1 1 0,1-1 0,0 1 0,-1 0 1,1-1-1,0 1 0,-1 0 0,1 0 0,0-1 0,-1 1 0,1 0 0,0 0 1,-1-1-1,1 1 0,-1 0 0,1 0 0,-1 0 0,1 0 0,-1 0 0,1 0 1,0 0-1,-1-1 0,1 1 0,-1 1 0,1-1 0,-1 0 0,-16-3-11,1 1-1,-1 0 0,-19 2 0,-56 6-11,22-1 19,-70 1 28,-561 27 76,301 4-89,-66 3-12,118-32-40,63-3 26,63 16 35,3 15 14,206-34-32,-49 9 9,-80 3 0,36-11 14,-149-14 0,249 10-30,-1 1 0,1-1-1,-1 1 1,-10 1 0,17-1 3,0 0 1,0 0 0,0 0-1,0 1 1,0-1 0,0 0 0,0 0-1,0 0 1,0 0 0,0 0-1,0 0 1,0 0 0,0 0-1,0 0 1,0 0 0,0 0 0,0 0-1,0 0 1,0 0 0,0 0-1,0 0 1,0 0 0,0 0-1,0 0 1,0 0 0,1 0 0,-1 0-1,0 1 1,0-1 0,0 0-1,-1 0 1,1 0 0,0 0-1,0 0 1,0 0 0,0 0 0,0 0-1,0 0 1,0 0 0,0 0-1,0 0 1,0 0 0,0 0-1,0 0 1,0 0 0,0 0 0,0 0-1,0 0 1,0 0 0,0 1-1,0-1 1,10 3-37,18 3 2,286 3 29,-224-10 6,874 5 65,-865-3-49,268-9 57,-339 6-71,-24 1-22,-12-1 10,-15 1-5,-434 6-21,389-4 34,-258-8-8,69-1 6,-483 27 61,-143 7 10,709-24-50,-438-30 57,549 25-52,-107 8-1,112-1-6,1-2 0,-74-8 0,78 0-12,-1 2 1,0 2 0,-62 7-1,-93 4 33,115-6-23,36-1 0,-222 5 69,134-1-65,1 0 4,13-2-4,-30 0 0,60-6-11,-215-13 22,15-15-12,31 26-14,185 6-1,-11 3 3,-1 4 0,-153 33-1,191-32-2,-2-3 0,-86-1 0,-26-14 12,84 1-8,-184-20-4,270 27 0,-34-5 1,-199-20 6,196 22-7,19 0 0,1 2 0,0 0 0,-25 3 0,-53 6-24,104-4-90,10 1 48,104 11 23,-1-1 74,287 68-661,-372-76 284,27 5-22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D7B4E-A931-4E48-A545-0C156347CC4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995D4-C630-4D1E-A120-C0B9FB85B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719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1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5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®</a:t>
            </a:r>
            <a:endParaRPr lang="en-US" sz="1600" spc="40" baseline="60000" dirty="0"/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14E55-7953-4C3C-81FD-F2FC44310182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883F8-FE81-4D17-BFF9-4A8EF5974662}"/>
              </a:ext>
            </a:extLst>
          </p:cNvPr>
          <p:cNvSpPr txBox="1"/>
          <p:nvPr userDrawn="1"/>
        </p:nvSpPr>
        <p:spPr>
          <a:xfrm>
            <a:off x="8631382" y="6528808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4" r:id="rId2"/>
    <p:sldLayoutId id="2147483705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DDF3-C50B-48E9-8C73-044D29A7735E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CEB9B-393C-4D35-B8DE-B952B1F73083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wmf"/><Relationship Id="rId7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1.bin"/><Relationship Id="rId3" Type="http://schemas.openxmlformats.org/officeDocument/2006/relationships/image" Target="../media/image8.wmf"/><Relationship Id="rId21" Type="http://schemas.openxmlformats.org/officeDocument/2006/relationships/image" Target="../media/image3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5.wmf"/><Relationship Id="rId25" Type="http://schemas.openxmlformats.org/officeDocument/2006/relationships/image" Target="../media/image18.png"/><Relationship Id="rId2" Type="http://schemas.openxmlformats.org/officeDocument/2006/relationships/oleObject" Target="../embeddings/oleObject3.bin"/><Relationship Id="rId16" Type="http://schemas.openxmlformats.org/officeDocument/2006/relationships/oleObject" Target="../embeddings/oleObject10.bin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2.wmf"/><Relationship Id="rId24" Type="http://schemas.openxmlformats.org/officeDocument/2006/relationships/image" Target="../media/image17.png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23" Type="http://schemas.openxmlformats.org/officeDocument/2006/relationships/image" Target="../media/image4.wmf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6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9.bin"/><Relationship Id="rId22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6.png"/><Relationship Id="rId18" Type="http://schemas.openxmlformats.org/officeDocument/2006/relationships/customXml" Target="../ink/ink8.xml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customXml" Target="../ink/ink5.xml"/><Relationship Id="rId17" Type="http://schemas.openxmlformats.org/officeDocument/2006/relationships/image" Target="../media/image28.png"/><Relationship Id="rId2" Type="http://schemas.openxmlformats.org/officeDocument/2006/relationships/image" Target="../media/image19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5" Type="http://schemas.openxmlformats.org/officeDocument/2006/relationships/image" Target="../media/image27.png"/><Relationship Id="rId10" Type="http://schemas.openxmlformats.org/officeDocument/2006/relationships/customXml" Target="../ink/ink4.xml"/><Relationship Id="rId19" Type="http://schemas.openxmlformats.org/officeDocument/2006/relationships/image" Target="../media/image29.png"/><Relationship Id="rId4" Type="http://schemas.openxmlformats.org/officeDocument/2006/relationships/customXml" Target="../ink/ink1.xml"/><Relationship Id="rId9" Type="http://schemas.openxmlformats.org/officeDocument/2006/relationships/image" Target="../media/image24.png"/><Relationship Id="rId1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customXml" Target="../ink/ink11.xml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customXml" Target="../ink/ink10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4.xml"/><Relationship Id="rId5" Type="http://schemas.openxmlformats.org/officeDocument/2006/relationships/image" Target="../media/image38.png"/><Relationship Id="rId4" Type="http://schemas.openxmlformats.org/officeDocument/2006/relationships/customXml" Target="../ink/ink13.xml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34640" y="0"/>
            <a:ext cx="54864" cy="685800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3317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ECET 250E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971800"/>
            <a:ext cx="822960" cy="36576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598932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Camosun College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DAEA"/>
                </a:solidFill>
                <a:latin typeface="Times New Roman"/>
              </a:rPr>
              <a:t>Electronics &amp; Computer Engineering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984" y="1965960"/>
            <a:ext cx="543153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81F3D"/>
                </a:solidFill>
                <a:latin typeface="Times New Roman"/>
              </a:rPr>
              <a:t>Linear Circuits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0984" y="2880360"/>
            <a:ext cx="1920240" cy="27432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0984" y="3108960"/>
            <a:ext cx="5724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3B3B3B"/>
                </a:solidFill>
                <a:latin typeface="Times New Roman"/>
              </a:rPr>
              <a:t>Week 3  |  Chapter 3: Methods of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5989320"/>
            <a:ext cx="54315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 i="0">
                <a:solidFill>
                  <a:srgbClr val="3B3B3B"/>
                </a:solidFill>
                <a:latin typeface="Times New Roman"/>
              </a:rPr>
              <a:t>Mozhgan Bacon, PhD, P.Eng.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Times New Roman"/>
              </a:rPr>
              <a:t>Fall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6473952"/>
            <a:ext cx="5431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8A8A8A"/>
                </a:solidFill>
                <a:latin typeface="Times New Roman"/>
              </a:rPr>
              <a:t>Based on Fundamentals of Electric Circuits, 2026 Release — C.K. Alexander, M.N.O. Sadiku &amp; S.J. Fredette (McGraw Hill)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Overview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152291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spcAft>
                <a:spcPts val="120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Ohm’s and Kirchhoff’s law established, they may now be applied to circuit analysis.</a:t>
            </a:r>
          </a:p>
          <a:p>
            <a:pPr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techniques will be presented in this chapter: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analysis, which is based on Kichhoff current law (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analysis, which is based on Kichhoff voltage law (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7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078B-BF33-43CD-B59C-5B8BCB476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Nodal Analysis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8D887-2430-43DA-B49B-4A98539D66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52845" y="978836"/>
            <a:ext cx="8458200" cy="3879448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instead of focusing on the voltages of the circuit elements, one looks at the </a:t>
            </a:r>
            <a:r>
              <a:rPr lang="en-US" altLang="en-US" sz="2000" b="1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voltages at the nodes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circuit, the number of simultaneous equations to solve for can be reduced.</a:t>
            </a:r>
          </a:p>
          <a:p>
            <a:pPr marL="291600" indent="-291600"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circuit with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nodes, </a:t>
            </a:r>
            <a:r>
              <a:rPr lang="en-US" altLang="en-US" sz="20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voltage sources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nodal analysis is accomplished via three steps:</a:t>
            </a:r>
          </a:p>
          <a:p>
            <a:pPr marL="808038" lvl="1" indent="-350838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en-US" sz="18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8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 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</a:t>
            </a:r>
            <a:r>
              <a:rPr lang="en-US" altLang="en-US" sz="18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 Assign voltages </a:t>
            </a:r>
            <a:r>
              <a:rPr lang="en-US" altLang="en-US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,v</a:t>
            </a:r>
            <a:r>
              <a:rPr lang="en-US" altLang="en-US" sz="18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,…v</a:t>
            </a:r>
            <a:r>
              <a:rPr lang="en-US" altLang="en-US" sz="18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remaining </a:t>
            </a:r>
            <a:r>
              <a:rPr lang="en-US" altLang="en-US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nodes, voltages are relative to the reference node.</a:t>
            </a:r>
          </a:p>
          <a:p>
            <a:pPr marL="808038" lvl="1" indent="-350838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altLang="en-US" sz="18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each of the </a:t>
            </a:r>
            <a:r>
              <a:rPr lang="en-US" altLang="en-US" sz="1800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− 1</a:t>
            </a:r>
            <a:r>
              <a:rPr lang="en-US" altLang="en-US" sz="18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non-reference nodes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Use Ohm’s law to express the branch currents in terms of node voltages.</a:t>
            </a:r>
          </a:p>
          <a:p>
            <a:pPr marL="808038" lvl="1" indent="-350838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sz="18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resulting </a:t>
            </a:r>
            <a:r>
              <a:rPr lang="en-US" altLang="en-US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− 1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simultaneous equations 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obtain the unknown node voltages.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F2983-0BC0-436B-BCBD-BAC6E62D03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6754" y="4873515"/>
            <a:ext cx="8458200" cy="807202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reference, or datum, node is commonly referred to as the ground since its voltage is by default zero.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C5481-9483-4BFF-A91E-11A847591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93597"/>
            <a:ext cx="9144000" cy="72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4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47D4-44A3-43CB-A66E-08CCB0382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Applying Nodal Analysis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AFC8-346F-456F-AB17-9178D30648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0290" y="1013138"/>
            <a:ext cx="4669367" cy="3679113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apply nodal analysis to this circuit to see how it works.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circuit has a node that is designed as ground. We will use that as the reference node (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0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two nodes are designed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assigned voltages </a:t>
            </a:r>
            <a:r>
              <a:rPr lang="en-US" altLang="en-US" sz="20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0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apply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each node: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node 1.</a:t>
            </a: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10A030DE-1AE7-4E66-AA79-44165BEAD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748845"/>
              </p:ext>
            </p:extLst>
          </p:nvPr>
        </p:nvGraphicFramePr>
        <p:xfrm>
          <a:off x="2136613" y="4098941"/>
          <a:ext cx="1622755" cy="428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228600" progId="Equation.DSMT4">
                  <p:embed/>
                </p:oleObj>
              </mc:Choice>
              <mc:Fallback>
                <p:oleObj name="Equation" r:id="rId2" imgW="863280" imgH="228600" progId="Equation.DSMT4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10A030DE-1AE7-4E66-AA79-44165BEAD2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613" y="4098941"/>
                        <a:ext cx="1622755" cy="428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284D6-66A8-441B-A400-1F15175DB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692251"/>
            <a:ext cx="1722966" cy="415636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node 2.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DC9B88C3-C76A-43EA-B0ED-4A4B1EDF89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997125"/>
              </p:ext>
            </p:extLst>
          </p:nvPr>
        </p:nvGraphicFramePr>
        <p:xfrm>
          <a:off x="2136613" y="4608648"/>
          <a:ext cx="1281224" cy="46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725" imgH="228501" progId="Equation.3">
                  <p:embed/>
                </p:oleObj>
              </mc:Choice>
              <mc:Fallback>
                <p:oleObj name="Equation" r:id="rId4" imgW="634725" imgH="228501" progId="Equation.3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DC9B88C3-C76A-43EA-B0ED-4A4B1EDF89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613" y="4608648"/>
                        <a:ext cx="1281224" cy="461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8">
            <a:extLst>
              <a:ext uri="{FF2B5EF4-FFF2-40B4-BE49-F238E27FC236}">
                <a16:creationId xmlns:a16="http://schemas.microsoft.com/office/drawing/2014/main" id="{4F50B80B-4103-4E7B-A545-E29ABB4A2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891" y="1192105"/>
            <a:ext cx="3153742" cy="5217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58748D1-0E8E-423B-9F58-0B695C011A06}"/>
              </a:ext>
            </a:extLst>
          </p:cNvPr>
          <p:cNvSpPr/>
          <p:nvPr/>
        </p:nvSpPr>
        <p:spPr>
          <a:xfrm>
            <a:off x="7033846" y="2964264"/>
            <a:ext cx="271306" cy="22106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0917707-F54A-480E-A8A7-19B4F557E5DB}"/>
              </a:ext>
            </a:extLst>
          </p:cNvPr>
          <p:cNvSpPr/>
          <p:nvPr/>
        </p:nvSpPr>
        <p:spPr>
          <a:xfrm>
            <a:off x="6888741" y="1992922"/>
            <a:ext cx="271306" cy="221063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F2F5E6-E2BE-48DC-86C6-3886A0C6567A}"/>
              </a:ext>
            </a:extLst>
          </p:cNvPr>
          <p:cNvSpPr/>
          <p:nvPr/>
        </p:nvSpPr>
        <p:spPr>
          <a:xfrm>
            <a:off x="7941547" y="1992923"/>
            <a:ext cx="271306" cy="221063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5AFE63-C76C-43D0-9B6F-E8F3FA0BEF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497" y="5529300"/>
            <a:ext cx="1776720" cy="107996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3546486-0D4F-44C4-8C1C-041C91F9162D}"/>
              </a:ext>
            </a:extLst>
          </p:cNvPr>
          <p:cNvSpPr/>
          <p:nvPr/>
        </p:nvSpPr>
        <p:spPr>
          <a:xfrm>
            <a:off x="342900" y="6015207"/>
            <a:ext cx="3154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express this principle as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51009F-FC9C-4D7E-A876-1C8E947F12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680" y="5111297"/>
            <a:ext cx="4734586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6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F6A9-0ECB-4168-A35F-C5DFA2120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Apply Nodal Analysis II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FE057-A00E-4D4D-B920-50BB186D420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1344" y="1047115"/>
            <a:ext cx="8360833" cy="1613247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now use O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M’s law to express the unknown currents </a:t>
            </a:r>
            <a:r>
              <a:rPr lang="en-US" altLang="en-US" sz="2000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US" altLang="en-US" sz="2000" b="1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000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terms of node voltages.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doing so, keep in mind that current flows from high potential to low.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we get: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FF9021E-D049-471D-B058-164D4B9A9A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679139"/>
              </p:ext>
            </p:extLst>
          </p:nvPr>
        </p:nvGraphicFramePr>
        <p:xfrm>
          <a:off x="172550" y="3162429"/>
          <a:ext cx="2055076" cy="592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8320" imgH="431640" progId="Equation.DSMT4">
                  <p:embed/>
                </p:oleObj>
              </mc:Choice>
              <mc:Fallback>
                <p:oleObj name="Equation" r:id="rId2" imgW="1498320" imgH="4316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7FF9021E-D049-471D-B058-164D4B9A9A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2550" y="3162429"/>
                        <a:ext cx="2055076" cy="592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42384F8-E71A-4AF5-8FA2-6EB3BCB2A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374737"/>
              </p:ext>
            </p:extLst>
          </p:nvPr>
        </p:nvGraphicFramePr>
        <p:xfrm>
          <a:off x="131344" y="3779410"/>
          <a:ext cx="2768913" cy="591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19240" imgH="431640" progId="Equation.DSMT4">
                  <p:embed/>
                </p:oleObj>
              </mc:Choice>
              <mc:Fallback>
                <p:oleObj name="Equation" r:id="rId4" imgW="2019240" imgH="431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242384F8-E71A-4AF5-8FA2-6EB3BCB2A5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1344" y="3779410"/>
                        <a:ext cx="2768913" cy="5919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7A0AC237-DBEA-46E7-90C6-7CD8BD0A6C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053584"/>
              </p:ext>
            </p:extLst>
          </p:nvPr>
        </p:nvGraphicFramePr>
        <p:xfrm>
          <a:off x="162945" y="4395184"/>
          <a:ext cx="1947414" cy="538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431640" progId="Equation.DSMT4">
                  <p:embed/>
                </p:oleObj>
              </mc:Choice>
              <mc:Fallback>
                <p:oleObj name="Equation" r:id="rId6" imgW="1562040" imgH="4316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7A0AC237-DBEA-46E7-90C6-7CD8BD0A6C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2945" y="4395184"/>
                        <a:ext cx="1947414" cy="5383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0D7A30B-3864-43FC-9233-39E7FCAA5A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387827"/>
              </p:ext>
            </p:extLst>
          </p:nvPr>
        </p:nvGraphicFramePr>
        <p:xfrm>
          <a:off x="2670935" y="3685583"/>
          <a:ext cx="1742398" cy="976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080" imgH="469800" progId="Equation.DSMT4">
                  <p:embed/>
                </p:oleObj>
              </mc:Choice>
              <mc:Fallback>
                <p:oleObj name="Equation" r:id="rId8" imgW="838080" imgH="4698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50D7A30B-3864-43FC-9233-39E7FCAA5A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70935" y="3685583"/>
                        <a:ext cx="1742398" cy="976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FDC6D351-8F05-43B7-90E7-CAD0EB7BE8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610260"/>
              </p:ext>
            </p:extLst>
          </p:nvPr>
        </p:nvGraphicFramePr>
        <p:xfrm>
          <a:off x="4632674" y="3702698"/>
          <a:ext cx="1673466" cy="57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57120" imgH="431640" progId="Equation.DSMT4">
                  <p:embed/>
                </p:oleObj>
              </mc:Choice>
              <mc:Fallback>
                <p:oleObj name="Equation" r:id="rId10" imgW="1257120" imgH="43164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FDC6D351-8F05-43B7-90E7-CAD0EB7BE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632674" y="3702698"/>
                        <a:ext cx="1673466" cy="57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3E9913BF-85FC-436F-9723-1EDE0C48DB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100224"/>
              </p:ext>
            </p:extLst>
          </p:nvPr>
        </p:nvGraphicFramePr>
        <p:xfrm>
          <a:off x="4582784" y="4311219"/>
          <a:ext cx="1369200" cy="57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28520" imgH="431640" progId="Equation.DSMT4">
                  <p:embed/>
                </p:oleObj>
              </mc:Choice>
              <mc:Fallback>
                <p:oleObj name="Equation" r:id="rId12" imgW="1028520" imgH="43164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3E9913BF-85FC-436F-9723-1EDE0C48DB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82784" y="4311219"/>
                        <a:ext cx="1369200" cy="57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44FA1E63-34D4-4DE4-9F9B-EA0AB4200B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067521"/>
              </p:ext>
            </p:extLst>
          </p:nvPr>
        </p:nvGraphicFramePr>
        <p:xfrm>
          <a:off x="4533389" y="4834138"/>
          <a:ext cx="236652" cy="185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139680" progId="Equation.DSMT4">
                  <p:embed/>
                </p:oleObj>
              </mc:Choice>
              <mc:Fallback>
                <p:oleObj name="Equation" r:id="rId14" imgW="177480" imgH="13968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44FA1E63-34D4-4DE4-9F9B-EA0AB4200B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33389" y="4834138"/>
                        <a:ext cx="236652" cy="185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E9CB2CB8-57E2-4CCC-BD9B-39A4324884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173346"/>
              </p:ext>
            </p:extLst>
          </p:nvPr>
        </p:nvGraphicFramePr>
        <p:xfrm>
          <a:off x="4460335" y="5093375"/>
          <a:ext cx="1951609" cy="307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12800" imgH="253800" progId="Equation.DSMT4">
                  <p:embed/>
                </p:oleObj>
              </mc:Choice>
              <mc:Fallback>
                <p:oleObj name="Equation" r:id="rId16" imgW="1612800" imgH="2538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E9CB2CB8-57E2-4CCC-BD9B-39A4324884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460335" y="5093375"/>
                        <a:ext cx="1951609" cy="307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62CC7BD0-28AB-41FC-8AA1-6EEEB771EE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250147"/>
              </p:ext>
            </p:extLst>
          </p:nvPr>
        </p:nvGraphicFramePr>
        <p:xfrm>
          <a:off x="4473148" y="5466451"/>
          <a:ext cx="1675003" cy="307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84200" imgH="253800" progId="Equation.DSMT4">
                  <p:embed/>
                </p:oleObj>
              </mc:Choice>
              <mc:Fallback>
                <p:oleObj name="Equation" r:id="rId18" imgW="1384200" imgH="25380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62CC7BD0-28AB-41FC-8AA1-6EEEB771EE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73148" y="5466451"/>
                        <a:ext cx="1675003" cy="307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FED20-65D7-4B23-B2F8-3BE99BECBA5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8406" y="5975280"/>
            <a:ext cx="6046611" cy="434622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step is to solve the system of equations.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D864D22F-137C-4F31-9E00-4D9C247B78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712253"/>
              </p:ext>
            </p:extLst>
          </p:nvPr>
        </p:nvGraphicFramePr>
        <p:xfrm>
          <a:off x="3131738" y="2277833"/>
          <a:ext cx="1622755" cy="428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63280" imgH="228600" progId="Equation.DSMT4">
                  <p:embed/>
                </p:oleObj>
              </mc:Choice>
              <mc:Fallback>
                <p:oleObj name="Equation" r:id="rId20" imgW="863280" imgH="228600" progId="Equation.DSMT4">
                  <p:embed/>
                  <p:pic>
                    <p:nvPicPr>
                      <p:cNvPr id="18" name="Object 2">
                        <a:extLst>
                          <a:ext uri="{FF2B5EF4-FFF2-40B4-BE49-F238E27FC236}">
                            <a16:creationId xmlns:a16="http://schemas.microsoft.com/office/drawing/2014/main" id="{D864D22F-137C-4F31-9E00-4D9C247B78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738" y="2277833"/>
                        <a:ext cx="1622755" cy="428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65931670-D943-491D-9417-1FE68C38F1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583604"/>
              </p:ext>
            </p:extLst>
          </p:nvPr>
        </p:nvGraphicFramePr>
        <p:xfrm>
          <a:off x="3131738" y="2674729"/>
          <a:ext cx="1281224" cy="46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34725" imgH="228501" progId="Equation.3">
                  <p:embed/>
                </p:oleObj>
              </mc:Choice>
              <mc:Fallback>
                <p:oleObj name="Equation" r:id="rId22" imgW="634725" imgH="228501" progId="Equation.3">
                  <p:embed/>
                  <p:pic>
                    <p:nvPicPr>
                      <p:cNvPr id="19" name="Object 3">
                        <a:extLst>
                          <a:ext uri="{FF2B5EF4-FFF2-40B4-BE49-F238E27FC236}">
                            <a16:creationId xmlns:a16="http://schemas.microsoft.com/office/drawing/2014/main" id="{65931670-D943-491D-9417-1FE68C38F1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738" y="2674729"/>
                        <a:ext cx="1281224" cy="461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5D0526-F8B4-4934-B693-16236A1A581F}"/>
              </a:ext>
            </a:extLst>
          </p:cNvPr>
          <p:cNvSpPr/>
          <p:nvPr/>
        </p:nvSpPr>
        <p:spPr>
          <a:xfrm>
            <a:off x="3115966" y="2238580"/>
            <a:ext cx="1673466" cy="91571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B9ED93F-B067-41E4-87F9-C14424060BAE}"/>
              </a:ext>
            </a:extLst>
          </p:cNvPr>
          <p:cNvGrpSpPr/>
          <p:nvPr/>
        </p:nvGrpSpPr>
        <p:grpSpPr>
          <a:xfrm>
            <a:off x="6367492" y="2276264"/>
            <a:ext cx="2559074" cy="4018306"/>
            <a:chOff x="6367492" y="2276264"/>
            <a:chExt cx="2559074" cy="401830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B2934D-08DC-4B77-96AC-DC16B6796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6411615" y="2276264"/>
              <a:ext cx="2514951" cy="15242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65448D9-53A0-40C3-88C4-EADFE5702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367492" y="2351626"/>
              <a:ext cx="2550127" cy="3942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525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48E0-D9E3-4872-BD45-4570D1008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27" y="152400"/>
            <a:ext cx="8458200" cy="678611"/>
          </a:xfrm>
        </p:spPr>
        <p:txBody>
          <a:bodyPr/>
          <a:lstStyle/>
          <a:p>
            <a:r>
              <a:rPr lang="en-US" altLang="en-US" dirty="0"/>
              <a:t>Apply Nodal Analysis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AB8CD7-8B02-4426-88BB-B4EBAD453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4126"/>
            <a:ext cx="9144000" cy="113085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BE24B5F-C7AB-D457-C151-3FACBB1AEBC0}"/>
              </a:ext>
            </a:extLst>
          </p:cNvPr>
          <p:cNvGrpSpPr/>
          <p:nvPr/>
        </p:nvGrpSpPr>
        <p:grpSpPr>
          <a:xfrm>
            <a:off x="124691" y="831273"/>
            <a:ext cx="9019309" cy="4182853"/>
            <a:chOff x="124691" y="831273"/>
            <a:chExt cx="9019309" cy="418285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AFADBC4-771A-4A74-8406-5EBED2F16C6B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24691" y="831273"/>
              <a:ext cx="9019309" cy="4182853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ABE6183-3502-5F10-AAFD-2BA96F43C337}"/>
                </a:ext>
              </a:extLst>
            </p:cNvPr>
            <p:cNvGrpSpPr/>
            <p:nvPr/>
          </p:nvGrpSpPr>
          <p:grpSpPr>
            <a:xfrm>
              <a:off x="4285789" y="4010880"/>
              <a:ext cx="415800" cy="65880"/>
              <a:chOff x="4285789" y="4010880"/>
              <a:chExt cx="415800" cy="65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3" name="Ink 2">
                    <a:extLst>
                      <a:ext uri="{FF2B5EF4-FFF2-40B4-BE49-F238E27FC236}">
                        <a16:creationId xmlns:a16="http://schemas.microsoft.com/office/drawing/2014/main" id="{E73AB57C-BC23-8221-6E88-DF18F1024BAD}"/>
                      </a:ext>
                    </a:extLst>
                  </p14:cNvPr>
                  <p14:cNvContentPartPr/>
                  <p14:nvPr/>
                </p14:nvContentPartPr>
                <p14:xfrm>
                  <a:off x="4285789" y="4010880"/>
                  <a:ext cx="335520" cy="50400"/>
                </p14:xfrm>
              </p:contentPart>
            </mc:Choice>
            <mc:Fallback xmlns="">
              <p:pic>
                <p:nvPicPr>
                  <p:cNvPr id="3" name="Ink 2">
                    <a:extLst>
                      <a:ext uri="{FF2B5EF4-FFF2-40B4-BE49-F238E27FC236}">
                        <a16:creationId xmlns:a16="http://schemas.microsoft.com/office/drawing/2014/main" id="{E73AB57C-BC23-8221-6E88-DF18F1024BAD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222789" y="3948240"/>
                    <a:ext cx="461160" cy="176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4" name="Ink 3">
                    <a:extLst>
                      <a:ext uri="{FF2B5EF4-FFF2-40B4-BE49-F238E27FC236}">
                        <a16:creationId xmlns:a16="http://schemas.microsoft.com/office/drawing/2014/main" id="{3D7AEB97-1B1E-2943-577F-01DFA6929B9B}"/>
                      </a:ext>
                    </a:extLst>
                  </p14:cNvPr>
                  <p14:cNvContentPartPr/>
                  <p14:nvPr/>
                </p14:nvContentPartPr>
                <p14:xfrm>
                  <a:off x="4402789" y="4024920"/>
                  <a:ext cx="298800" cy="51840"/>
                </p14:xfrm>
              </p:contentPart>
            </mc:Choice>
            <mc:Fallback xmlns="">
              <p:pic>
                <p:nvPicPr>
                  <p:cNvPr id="4" name="Ink 3">
                    <a:extLst>
                      <a:ext uri="{FF2B5EF4-FFF2-40B4-BE49-F238E27FC236}">
                        <a16:creationId xmlns:a16="http://schemas.microsoft.com/office/drawing/2014/main" id="{3D7AEB97-1B1E-2943-577F-01DFA6929B9B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4340149" y="3962280"/>
                    <a:ext cx="424440" cy="1774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CCAC31-3CE6-41A1-DF15-270005F3B3FE}"/>
                </a:ext>
              </a:extLst>
            </p:cNvPr>
            <p:cNvGrpSpPr/>
            <p:nvPr/>
          </p:nvGrpSpPr>
          <p:grpSpPr>
            <a:xfrm>
              <a:off x="4228549" y="3786960"/>
              <a:ext cx="535680" cy="278280"/>
              <a:chOff x="4228549" y="3786960"/>
              <a:chExt cx="535680" cy="278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3EB8BA1F-B226-A732-492A-CA346435F84F}"/>
                      </a:ext>
                    </a:extLst>
                  </p14:cNvPr>
                  <p14:cNvContentPartPr/>
                  <p14:nvPr/>
                </p14:nvContentPartPr>
                <p14:xfrm>
                  <a:off x="4295869" y="3869400"/>
                  <a:ext cx="352440" cy="2376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3EB8BA1F-B226-A732-492A-CA346435F84F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4287229" y="3860760"/>
                    <a:ext cx="370080" cy="41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2E37500A-7B23-6F60-51DF-D8EB3996C65A}"/>
                      </a:ext>
                    </a:extLst>
                  </p14:cNvPr>
                  <p14:cNvContentPartPr/>
                  <p14:nvPr/>
                </p14:nvContentPartPr>
                <p14:xfrm>
                  <a:off x="4228549" y="3940680"/>
                  <a:ext cx="475200" cy="1440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2E37500A-7B23-6F60-51DF-D8EB3996C65A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4219549" y="3932040"/>
                    <a:ext cx="492840" cy="32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DB3B19F5-A211-721C-CE27-0E2331ECD692}"/>
                      </a:ext>
                    </a:extLst>
                  </p14:cNvPr>
                  <p14:cNvContentPartPr/>
                  <p14:nvPr/>
                </p14:nvContentPartPr>
                <p14:xfrm>
                  <a:off x="4487389" y="3786960"/>
                  <a:ext cx="276840" cy="27828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DB3B19F5-A211-721C-CE27-0E2331ECD692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478389" y="3778320"/>
                    <a:ext cx="294480" cy="29592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D2FC28B-2058-BFAA-BBE3-41898D07ABA0}"/>
                    </a:ext>
                  </a:extLst>
                </p14:cNvPr>
                <p14:cNvContentPartPr/>
                <p14:nvPr/>
              </p14:nvContentPartPr>
              <p14:xfrm>
                <a:off x="371509" y="1410600"/>
                <a:ext cx="1045800" cy="106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D2FC28B-2058-BFAA-BBE3-41898D07AB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2869" y="1401600"/>
                  <a:ext cx="1063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A215ABB-363A-4FE1-F5BD-484B07109F8B}"/>
                    </a:ext>
                  </a:extLst>
                </p14:cNvPr>
                <p14:cNvContentPartPr/>
                <p14:nvPr/>
              </p14:nvContentPartPr>
              <p14:xfrm>
                <a:off x="3406309" y="1522920"/>
                <a:ext cx="715320" cy="140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A215ABB-363A-4FE1-F5BD-484B07109F8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43669" y="1460280"/>
                  <a:ext cx="8409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5B5D523-3DDC-6D16-808B-C934BB705936}"/>
                    </a:ext>
                  </a:extLst>
                </p14:cNvPr>
                <p14:cNvContentPartPr/>
                <p14:nvPr/>
              </p14:nvContentPartPr>
              <p14:xfrm>
                <a:off x="313549" y="1392960"/>
                <a:ext cx="3397680" cy="180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5B5D523-3DDC-6D16-808B-C934BB70593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0909" y="1329960"/>
                  <a:ext cx="3523320" cy="3060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370A46-BC01-1F04-7BF8-4DC0ECA8544D}"/>
                </a:ext>
              </a:extLst>
            </p:cNvPr>
            <p:cNvSpPr txBox="1"/>
            <p:nvPr/>
          </p:nvSpPr>
          <p:spPr>
            <a:xfrm>
              <a:off x="374071" y="1238934"/>
              <a:ext cx="67402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Calculate the node voltages in the circuit shown in Fig. 3.3(a).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2780902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110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82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6573535-9569-8369-9DEA-6A753A493AC5}"/>
              </a:ext>
            </a:extLst>
          </p:cNvPr>
          <p:cNvGrpSpPr/>
          <p:nvPr/>
        </p:nvGrpSpPr>
        <p:grpSpPr>
          <a:xfrm>
            <a:off x="124692" y="248088"/>
            <a:ext cx="8917417" cy="4264992"/>
            <a:chOff x="124692" y="248088"/>
            <a:chExt cx="8917417" cy="426499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B18E458-646C-F048-04D7-AE62456F65AB}"/>
                    </a:ext>
                  </a:extLst>
                </p14:cNvPr>
                <p14:cNvContentPartPr/>
                <p14:nvPr/>
              </p14:nvContentPartPr>
              <p14:xfrm>
                <a:off x="1937149" y="1214760"/>
                <a:ext cx="1380600" cy="106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B18E458-646C-F048-04D7-AE62456F65A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74509" y="1151760"/>
                  <a:ext cx="1506240" cy="2322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2C7AE3F-B41D-2EDB-C6D7-2E8E8B1A6DF8}"/>
                </a:ext>
              </a:extLst>
            </p:cNvPr>
            <p:cNvGrpSpPr/>
            <p:nvPr/>
          </p:nvGrpSpPr>
          <p:grpSpPr>
            <a:xfrm>
              <a:off x="124692" y="248088"/>
              <a:ext cx="8832272" cy="4233857"/>
              <a:chOff x="124692" y="248088"/>
              <a:chExt cx="8832272" cy="423385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BA39247F-C778-48D9-BC00-06A71531BB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692" y="248088"/>
                <a:ext cx="8832272" cy="4233857"/>
              </a:xfrm>
              <a:prstGeom prst="rect">
                <a:avLst/>
              </a:prstGeom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4" name="Ink 3">
                    <a:extLst>
                      <a:ext uri="{FF2B5EF4-FFF2-40B4-BE49-F238E27FC236}">
                        <a16:creationId xmlns:a16="http://schemas.microsoft.com/office/drawing/2014/main" id="{FF39E8FB-DEFF-C296-A487-223D13AFA0E1}"/>
                      </a:ext>
                    </a:extLst>
                  </p14:cNvPr>
                  <p14:cNvContentPartPr/>
                  <p14:nvPr/>
                </p14:nvContentPartPr>
                <p14:xfrm>
                  <a:off x="510109" y="939000"/>
                  <a:ext cx="2732040" cy="191520"/>
                </p14:xfrm>
              </p:contentPart>
            </mc:Choice>
            <mc:Fallback xmlns="">
              <p:pic>
                <p:nvPicPr>
                  <p:cNvPr id="4" name="Ink 3">
                    <a:extLst>
                      <a:ext uri="{FF2B5EF4-FFF2-40B4-BE49-F238E27FC236}">
                        <a16:creationId xmlns:a16="http://schemas.microsoft.com/office/drawing/2014/main" id="{FF39E8FB-DEFF-C296-A487-223D13AFA0E1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47109" y="876000"/>
                    <a:ext cx="2857680" cy="3171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C6E65B-2F84-0521-ED2F-A39C870838A9}"/>
                    </a:ext>
                  </a:extLst>
                </p14:cNvPr>
                <p14:cNvContentPartPr/>
                <p14:nvPr/>
              </p14:nvContentPartPr>
              <p14:xfrm>
                <a:off x="234349" y="4040040"/>
                <a:ext cx="8807760" cy="473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C6E65B-2F84-0521-ED2F-A39C870838A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1709" y="3977040"/>
                  <a:ext cx="8933400" cy="5986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4BF7E3C-013E-4579-64D9-2ECCB91300DB}"/>
                </a:ext>
              </a:extLst>
            </p:cNvPr>
            <p:cNvSpPr txBox="1"/>
            <p:nvPr/>
          </p:nvSpPr>
          <p:spPr>
            <a:xfrm>
              <a:off x="497032" y="885643"/>
              <a:ext cx="6229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Obtain the node voltages in the circuit of Fig. 3.4.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817933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62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3256C54-37D5-366D-F655-0016CDA2DACF}"/>
              </a:ext>
            </a:extLst>
          </p:cNvPr>
          <p:cNvGrpSpPr/>
          <p:nvPr/>
        </p:nvGrpSpPr>
        <p:grpSpPr>
          <a:xfrm>
            <a:off x="766186" y="251210"/>
            <a:ext cx="7724671" cy="4332454"/>
            <a:chOff x="766186" y="251210"/>
            <a:chExt cx="7724671" cy="43324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502A006-BBB2-C284-CD26-7D106535F4D9}"/>
                </a:ext>
              </a:extLst>
            </p:cNvPr>
            <p:cNvGrpSpPr/>
            <p:nvPr/>
          </p:nvGrpSpPr>
          <p:grpSpPr>
            <a:xfrm>
              <a:off x="766186" y="251210"/>
              <a:ext cx="7724671" cy="4332454"/>
              <a:chOff x="766186" y="251210"/>
              <a:chExt cx="7724671" cy="433245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9F0E207-3CAC-456A-932F-70C002240B56}"/>
                  </a:ext>
                </a:extLst>
              </p:cNvPr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66186" y="251210"/>
                <a:ext cx="7724671" cy="4332454"/>
              </a:xfrm>
              <a:prstGeom prst="rect">
                <a:avLst/>
              </a:prstGeom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4" name="Ink 3">
                    <a:extLst>
                      <a:ext uri="{FF2B5EF4-FFF2-40B4-BE49-F238E27FC236}">
                        <a16:creationId xmlns:a16="http://schemas.microsoft.com/office/drawing/2014/main" id="{7384E4A9-2B74-4FEB-069B-35D995C811A1}"/>
                      </a:ext>
                    </a:extLst>
                  </p14:cNvPr>
                  <p14:cNvContentPartPr/>
                  <p14:nvPr/>
                </p14:nvContentPartPr>
                <p14:xfrm>
                  <a:off x="912949" y="1054200"/>
                  <a:ext cx="2517480" cy="84240"/>
                </p14:xfrm>
              </p:contentPart>
            </mc:Choice>
            <mc:Fallback xmlns="">
              <p:pic>
                <p:nvPicPr>
                  <p:cNvPr id="4" name="Ink 3">
                    <a:extLst>
                      <a:ext uri="{FF2B5EF4-FFF2-40B4-BE49-F238E27FC236}">
                        <a16:creationId xmlns:a16="http://schemas.microsoft.com/office/drawing/2014/main" id="{7384E4A9-2B74-4FEB-069B-35D995C811A1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49949" y="991560"/>
                    <a:ext cx="2643120" cy="20988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43540E5-7C4E-9F83-BC4B-2AEBE8FF8A31}"/>
                </a:ext>
              </a:extLst>
            </p:cNvPr>
            <p:cNvSpPr txBox="1"/>
            <p:nvPr/>
          </p:nvSpPr>
          <p:spPr>
            <a:xfrm>
              <a:off x="865907" y="927206"/>
              <a:ext cx="56249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Determine the voltages at the nodes in Fig. 3.5(a).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1005294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1490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667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087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D069F00-D9E8-1D89-F160-710A617D28D3}"/>
              </a:ext>
            </a:extLst>
          </p:cNvPr>
          <p:cNvGrpSpPr/>
          <p:nvPr/>
        </p:nvGrpSpPr>
        <p:grpSpPr>
          <a:xfrm>
            <a:off x="146238" y="308535"/>
            <a:ext cx="8737831" cy="6241391"/>
            <a:chOff x="146238" y="308535"/>
            <a:chExt cx="8737831" cy="62413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4CE81A1-C6BA-4D70-8B86-2F641985DDE5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07567" y="308535"/>
              <a:ext cx="8445488" cy="420112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B85D89F-CC42-4E4D-946B-C12CB93E6E13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46238" y="4516581"/>
              <a:ext cx="3088799" cy="2033345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76C65E1-E2C3-F379-D867-E0DF9B839CF6}"/>
                    </a:ext>
                  </a:extLst>
                </p14:cNvPr>
                <p14:cNvContentPartPr/>
                <p14:nvPr/>
              </p14:nvContentPartPr>
              <p14:xfrm>
                <a:off x="548989" y="4040040"/>
                <a:ext cx="8335080" cy="370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76C65E1-E2C3-F379-D867-E0DF9B839C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6349" y="3977040"/>
                  <a:ext cx="846072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FD49101-6C44-39AE-74D8-D15E8B389737}"/>
                    </a:ext>
                  </a:extLst>
                </p14:cNvPr>
                <p14:cNvContentPartPr/>
                <p14:nvPr/>
              </p14:nvContentPartPr>
              <p14:xfrm>
                <a:off x="4307389" y="986520"/>
                <a:ext cx="1080" cy="1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FD49101-6C44-39AE-74D8-D15E8B3897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44749" y="923880"/>
                  <a:ext cx="126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D2C6BA0-7B54-3A57-C4FE-AFC812FB9CE9}"/>
                    </a:ext>
                  </a:extLst>
                </p14:cNvPr>
                <p14:cNvContentPartPr/>
                <p14:nvPr/>
              </p14:nvContentPartPr>
              <p14:xfrm>
                <a:off x="616669" y="907320"/>
                <a:ext cx="3742920" cy="135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D2C6BA0-7B54-3A57-C4FE-AFC812FB9C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4029" y="844680"/>
                  <a:ext cx="3868560" cy="2606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3780C22-87CE-4427-173A-78A9C0501517}"/>
                </a:ext>
              </a:extLst>
            </p:cNvPr>
            <p:cNvSpPr txBox="1"/>
            <p:nvPr/>
          </p:nvSpPr>
          <p:spPr>
            <a:xfrm>
              <a:off x="464126" y="760951"/>
              <a:ext cx="70935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Find the voltages at the three nonreference nodes in the circuit of Fig. 3.6.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995757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805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4272-4A68-4AAC-A22F-C0A9AA0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Mesh Analysis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9719E-3210-4EE1-A28A-9448E0B53F2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279291"/>
          </a:xfrm>
        </p:spPr>
        <p:txBody>
          <a:bodyPr/>
          <a:lstStyle/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general procedure for analyzing circuits is to use the </a:t>
            </a:r>
            <a:r>
              <a:rPr lang="en-US" altLang="en-US" sz="2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currents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circuit variables.</a:t>
            </a:r>
          </a:p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loop is a closed path with no node passed more than once.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mesh is a loop that does not contain any other loop within it.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E9019-4DAD-4AFB-925E-5C858A426D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714044"/>
            <a:ext cx="8458200" cy="2534356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uses </a:t>
            </a:r>
            <a:r>
              <a:rPr lang="en-US" altLang="en-US" sz="24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unknown 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currents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93DA12-F724-45D2-9912-EE5088EC4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6951"/>
            <a:ext cx="9144000" cy="62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7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4272-4A68-4AAC-A22F-C0A9AA0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Mesh Analysis Steps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9719E-3210-4EE1-A28A-9448E0B53F2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4469335"/>
          </a:xfrm>
        </p:spPr>
        <p:txBody>
          <a:bodyPr>
            <a:noAutofit/>
          </a:bodyPr>
          <a:lstStyle/>
          <a:p>
            <a:pPr algn="just"/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follows these steps:</a:t>
            </a:r>
          </a:p>
          <a:p>
            <a:pPr marL="541338" indent="-541338" algn="just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</a:t>
            </a: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mesh currents 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2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,i</a:t>
            </a:r>
            <a:r>
              <a:rPr lang="en-US" altLang="en-US" sz="32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,…i</a:t>
            </a:r>
            <a:r>
              <a:rPr lang="en-US" altLang="en-US" sz="32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meshes.</a:t>
            </a:r>
          </a:p>
          <a:p>
            <a:pPr marL="541338" indent="-541338" algn="just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each of the 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mesh currents.</a:t>
            </a:r>
          </a:p>
          <a:p>
            <a:pPr marL="541338" indent="-541338" algn="just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the resulting </a:t>
            </a:r>
            <a:r>
              <a:rPr lang="en-US" altLang="en-US" sz="3200" b="1" i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simultaneous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 to get the mesh currents.</a:t>
            </a:r>
          </a:p>
        </p:txBody>
      </p:sp>
    </p:spTree>
    <p:extLst>
      <p:ext uri="{BB962C8B-B14F-4D97-AF65-F5344CB8AC3E}">
        <p14:creationId xmlns:p14="http://schemas.microsoft.com/office/powerpoint/2010/main" val="4263193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4272-4A68-4AAC-A22F-C0A9AA0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Mesh Analysis Example</a:t>
            </a:r>
            <a:endParaRPr lang="en-US" noProof="0" dirty="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A0826B8-2CCD-4397-A5BC-F8D2F47ED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603" y="1054243"/>
            <a:ext cx="4394555" cy="2374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9719E-3210-4EE1-A28A-9448E0B53F2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3384013"/>
            <a:ext cx="8458200" cy="1731819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circuit has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paths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meshes (abefa and bcdeb).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outer loop (abcdefa) is a loop, but not a mesh.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mesh currents</a:t>
            </a:r>
            <a:r>
              <a:rPr lang="en-US" altLang="en-US" sz="2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i="1" baseline="-25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i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000" i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i="1" baseline="-25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assigned to the two meshes.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meshes: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FFAF67E-4E23-43DF-88FE-9BEDFCAF0D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662853"/>
              </p:ext>
            </p:extLst>
          </p:nvPr>
        </p:nvGraphicFramePr>
        <p:xfrm>
          <a:off x="2450586" y="5200423"/>
          <a:ext cx="4242829" cy="946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87440" imgH="711000" progId="Equation.DSMT4">
                  <p:embed/>
                </p:oleObj>
              </mc:Choice>
              <mc:Fallback>
                <p:oleObj name="Equation" r:id="rId3" imgW="3187440" imgH="7110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FFAF67E-4E23-43DF-88FE-9BEDFCAF0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0586" y="5200423"/>
                        <a:ext cx="4242829" cy="9466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D6AFE7-BFB6-AFB7-B68E-7BED45B16786}"/>
              </a:ext>
            </a:extLst>
          </p:cNvPr>
          <p:cNvSpPr txBox="1"/>
          <p:nvPr/>
        </p:nvSpPr>
        <p:spPr>
          <a:xfrm>
            <a:off x="4752109" y="621267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0070C0"/>
                </a:solidFill>
              </a:rPr>
              <a:t>I₁ = i₁, I₂ = i₂, I₃ = i₁ − i₂</a:t>
            </a:r>
          </a:p>
        </p:txBody>
      </p:sp>
    </p:spTree>
    <p:extLst>
      <p:ext uri="{BB962C8B-B14F-4D97-AF65-F5344CB8AC3E}">
        <p14:creationId xmlns:p14="http://schemas.microsoft.com/office/powerpoint/2010/main" val="1901894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A90A1E-E4D7-4992-AF3D-0A62B1A34E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7672" y="0"/>
            <a:ext cx="8649770" cy="266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59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613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334C80-0529-48F9-853A-3771A1B09D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4398" y="307143"/>
            <a:ext cx="8528538" cy="344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385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7928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301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E5488E7-BD47-46B9-B63C-5CF4779176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3721" y="0"/>
            <a:ext cx="8890279" cy="366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84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395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83663-326A-49A5-B706-9F2D2022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Mesh analysis when…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F4688-6740-4987-8280-A81A82A98B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234135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network contains: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series connected elements.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sources.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circuit with fewer meshes than nodes.</a:t>
            </a:r>
          </a:p>
        </p:txBody>
      </p:sp>
    </p:spTree>
    <p:extLst>
      <p:ext uri="{BB962C8B-B14F-4D97-AF65-F5344CB8AC3E}">
        <p14:creationId xmlns:p14="http://schemas.microsoft.com/office/powerpoint/2010/main" val="3361789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83663-326A-49A5-B706-9F2D2022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Nodal analysis if…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F4688-6740-4987-8280-A81A82A98B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437335"/>
          </a:xfrm>
        </p:spPr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network contains: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parallel connected elements.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sources.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 with fewer nodes than meshes.</a:t>
            </a:r>
          </a:p>
        </p:txBody>
      </p:sp>
    </p:spTree>
    <p:extLst>
      <p:ext uri="{BB962C8B-B14F-4D97-AF65-F5344CB8AC3E}">
        <p14:creationId xmlns:p14="http://schemas.microsoft.com/office/powerpoint/2010/main" val="2043415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53527" y="0"/>
            <a:ext cx="1481328" cy="6858000"/>
          </a:xfrm>
          <a:prstGeom prst="rect">
            <a:avLst/>
          </a:prstGeom>
          <a:solidFill>
            <a:srgbClr val="E2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0"/>
            <a:ext cx="1481328" cy="6858000"/>
          </a:xfrm>
          <a:prstGeom prst="rect">
            <a:avLst/>
          </a:prstGeom>
        </p:spPr>
      </p:pic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640080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6437376"/>
            <a:ext cx="1252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Times New Roman"/>
              </a:rPr>
              <a:t>© McGraw Hill LLC.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00584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8448" y="3794760"/>
            <a:ext cx="42611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Because learning changes everything.®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5330952"/>
            <a:ext cx="1956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www.mheducation.com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Custom 4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84F6219E-3D47-41AC-9893-1108D06AA07D}"/>
    </a:ext>
  </a:extLst>
</a:theme>
</file>

<file path=ppt/theme/theme2.xml><?xml version="1.0" encoding="utf-8"?>
<a:theme xmlns:a="http://schemas.openxmlformats.org/drawingml/2006/main" name="MainContent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B385948E-CF34-4CE8-9AC7-28DE40FDC656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FEE61EC3-6634-45B5-BF77-FBC9B835BC79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A15A20A0-BEE6-47A5-BC6B-F87134FBF13C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22313DF8-AA3F-4A8D-9652-6DDC53D759E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155F30E97C6648B20B3A3C67389E48" ma:contentTypeVersion="11" ma:contentTypeDescription="Create a new document." ma:contentTypeScope="" ma:versionID="0e46556320d9f3361aa6da501e2644b8">
  <xsd:schema xmlns:xsd="http://www.w3.org/2001/XMLSchema" xmlns:xs="http://www.w3.org/2001/XMLSchema" xmlns:p="http://schemas.microsoft.com/office/2006/metadata/properties" xmlns:ns3="424f447d-6074-493a-bfd7-f12000995a6c" targetNamespace="http://schemas.microsoft.com/office/2006/metadata/properties" ma:root="true" ma:fieldsID="65230762ec06c5bbea9065d70216dd43" ns3:_="">
    <xsd:import namespace="424f447d-6074-493a-bfd7-f12000995a6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f447d-6074-493a-bfd7-f12000995a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36716C-1C7D-4C3D-93C3-94FBF68C70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85D20-2392-40FB-8F94-23795B5DD1DF}">
  <ds:schemaRefs>
    <ds:schemaRef ds:uri="http://purl.org/dc/terms/"/>
    <ds:schemaRef ds:uri="http://purl.org/dc/elements/1.1/"/>
    <ds:schemaRef ds:uri="http://schemas.microsoft.com/office/2006/metadata/properties"/>
    <ds:schemaRef ds:uri="424f447d-6074-493a-bfd7-f12000995a6c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429E4C-05FF-4767-9D25-737D6264BC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4f447d-6074-493a-bfd7-f12000995a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Template_Editorial_v9_2019</Template>
  <TotalTime>1252</TotalTime>
  <Words>717</Words>
  <Application>Microsoft Office PowerPoint</Application>
  <PresentationFormat>On-screen Show (4:3)</PresentationFormat>
  <Paragraphs>69</Paragraphs>
  <Slides>29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Calibri</vt:lpstr>
      <vt:lpstr>Times New Roman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PowerPoint Presentation</vt:lpstr>
      <vt:lpstr>Overview</vt:lpstr>
      <vt:lpstr>Nodal Analysis</vt:lpstr>
      <vt:lpstr>Applying Nodal Analysis</vt:lpstr>
      <vt:lpstr>Apply Nodal Analysis II</vt:lpstr>
      <vt:lpstr>Apply Nodal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Mesh Analysis</vt:lpstr>
      <vt:lpstr>Mesh Analysis Steps</vt:lpstr>
      <vt:lpstr>Mesh Analysis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Mesh analysis when…</vt:lpstr>
      <vt:lpstr>Nodal analysis if…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SCIENCE A Global Concern, 15th edition</dc:title>
  <dc:creator>R, Nithiyanandhan</dc:creator>
  <cp:keywords>PPT</cp:keywords>
  <cp:lastModifiedBy>Mozhgan Moazzen Zadeh-Bacon</cp:lastModifiedBy>
  <cp:revision>91</cp:revision>
  <dcterms:created xsi:type="dcterms:W3CDTF">2019-12-14T02:10:23Z</dcterms:created>
  <dcterms:modified xsi:type="dcterms:W3CDTF">2026-09-18T19:23:44Z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0x010100C1155F30E97C6648B20B3A3C67389E48</vt:lpwstr>
  </property>
</Properties>
</file>