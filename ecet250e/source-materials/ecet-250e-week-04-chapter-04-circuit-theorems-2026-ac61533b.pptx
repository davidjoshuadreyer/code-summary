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4"/>
    <p:sldMasterId id="2147483691" r:id="rId5"/>
    <p:sldMasterId id="2147483684" r:id="rId6"/>
    <p:sldMasterId id="2147483686" r:id="rId7"/>
    <p:sldMasterId id="2147483701" r:id="rId8"/>
  </p:sldMasterIdLst>
  <p:notesMasterIdLst>
    <p:notesMasterId r:id="rId74"/>
  </p:notesMasterIdLst>
  <p:sldIdLst>
    <p:sldId id="406" r:id="rId9"/>
    <p:sldId id="266" r:id="rId10"/>
    <p:sldId id="314" r:id="rId11"/>
    <p:sldId id="342" r:id="rId12"/>
    <p:sldId id="343" r:id="rId13"/>
    <p:sldId id="267" r:id="rId14"/>
    <p:sldId id="344" r:id="rId15"/>
    <p:sldId id="347" r:id="rId16"/>
    <p:sldId id="402" r:id="rId17"/>
    <p:sldId id="315" r:id="rId18"/>
    <p:sldId id="316" r:id="rId19"/>
    <p:sldId id="317" r:id="rId20"/>
    <p:sldId id="318" r:id="rId21"/>
    <p:sldId id="319" r:id="rId22"/>
    <p:sldId id="353" r:id="rId23"/>
    <p:sldId id="352" r:id="rId24"/>
    <p:sldId id="351" r:id="rId25"/>
    <p:sldId id="354" r:id="rId26"/>
    <p:sldId id="355" r:id="rId27"/>
    <p:sldId id="358" r:id="rId28"/>
    <p:sldId id="320" r:id="rId29"/>
    <p:sldId id="321" r:id="rId30"/>
    <p:sldId id="322" r:id="rId31"/>
    <p:sldId id="323" r:id="rId32"/>
    <p:sldId id="324" r:id="rId33"/>
    <p:sldId id="325" r:id="rId34"/>
    <p:sldId id="361" r:id="rId35"/>
    <p:sldId id="362" r:id="rId36"/>
    <p:sldId id="363" r:id="rId37"/>
    <p:sldId id="364" r:id="rId38"/>
    <p:sldId id="366" r:id="rId39"/>
    <p:sldId id="367" r:id="rId40"/>
    <p:sldId id="368" r:id="rId41"/>
    <p:sldId id="369" r:id="rId42"/>
    <p:sldId id="370" r:id="rId43"/>
    <p:sldId id="371" r:id="rId44"/>
    <p:sldId id="372" r:id="rId45"/>
    <p:sldId id="403" r:id="rId46"/>
    <p:sldId id="326" r:id="rId47"/>
    <p:sldId id="327" r:id="rId48"/>
    <p:sldId id="328" r:id="rId49"/>
    <p:sldId id="329" r:id="rId50"/>
    <p:sldId id="379" r:id="rId51"/>
    <p:sldId id="380" r:id="rId52"/>
    <p:sldId id="381" r:id="rId53"/>
    <p:sldId id="382" r:id="rId54"/>
    <p:sldId id="383" r:id="rId55"/>
    <p:sldId id="385" r:id="rId56"/>
    <p:sldId id="386" r:id="rId57"/>
    <p:sldId id="387" r:id="rId58"/>
    <p:sldId id="388" r:id="rId59"/>
    <p:sldId id="390" r:id="rId60"/>
    <p:sldId id="391" r:id="rId61"/>
    <p:sldId id="405" r:id="rId62"/>
    <p:sldId id="330" r:id="rId63"/>
    <p:sldId id="331" r:id="rId64"/>
    <p:sldId id="332" r:id="rId65"/>
    <p:sldId id="394" r:id="rId66"/>
    <p:sldId id="395" r:id="rId67"/>
    <p:sldId id="389" r:id="rId68"/>
    <p:sldId id="396" r:id="rId69"/>
    <p:sldId id="397" r:id="rId70"/>
    <p:sldId id="398" r:id="rId71"/>
    <p:sldId id="401" r:id="rId72"/>
    <p:sldId id="407" r:id="rId7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Content" id="{5973D931-3BAC-4F30-9C16-B7461F574E40}">
          <p14:sldIdLst>
            <p14:sldId id="406"/>
            <p14:sldId id="266"/>
            <p14:sldId id="314"/>
            <p14:sldId id="342"/>
            <p14:sldId id="343"/>
            <p14:sldId id="267"/>
            <p14:sldId id="344"/>
            <p14:sldId id="347"/>
            <p14:sldId id="402"/>
            <p14:sldId id="315"/>
            <p14:sldId id="316"/>
            <p14:sldId id="317"/>
            <p14:sldId id="318"/>
            <p14:sldId id="319"/>
            <p14:sldId id="353"/>
            <p14:sldId id="352"/>
            <p14:sldId id="351"/>
            <p14:sldId id="354"/>
            <p14:sldId id="355"/>
            <p14:sldId id="358"/>
            <p14:sldId id="320"/>
            <p14:sldId id="321"/>
            <p14:sldId id="322"/>
            <p14:sldId id="323"/>
            <p14:sldId id="324"/>
            <p14:sldId id="325"/>
            <p14:sldId id="361"/>
            <p14:sldId id="362"/>
            <p14:sldId id="363"/>
            <p14:sldId id="364"/>
            <p14:sldId id="366"/>
            <p14:sldId id="367"/>
            <p14:sldId id="368"/>
            <p14:sldId id="369"/>
            <p14:sldId id="370"/>
            <p14:sldId id="371"/>
            <p14:sldId id="372"/>
            <p14:sldId id="403"/>
            <p14:sldId id="326"/>
            <p14:sldId id="327"/>
            <p14:sldId id="328"/>
            <p14:sldId id="329"/>
            <p14:sldId id="379"/>
            <p14:sldId id="380"/>
            <p14:sldId id="381"/>
            <p14:sldId id="382"/>
            <p14:sldId id="383"/>
            <p14:sldId id="385"/>
            <p14:sldId id="386"/>
            <p14:sldId id="387"/>
            <p14:sldId id="388"/>
            <p14:sldId id="390"/>
            <p14:sldId id="391"/>
            <p14:sldId id="405"/>
            <p14:sldId id="330"/>
            <p14:sldId id="331"/>
            <p14:sldId id="332"/>
            <p14:sldId id="394"/>
            <p14:sldId id="395"/>
            <p14:sldId id="389"/>
            <p14:sldId id="396"/>
            <p14:sldId id="397"/>
            <p14:sldId id="398"/>
            <p14:sldId id="401"/>
            <p14:sldId id="407"/>
          </p14:sldIdLst>
        </p14:section>
      </p14:sectionLst>
    </p:ext>
    <p:ext uri="{EFAFB233-063F-42B5-8137-9DF3F51BA10A}">
      <p15:sldGuideLst xmlns:p15="http://schemas.microsoft.com/office/powerpoint/2012/main">
        <p15:guide id="2" pos="3264" userDrawn="1">
          <p15:clr>
            <a:srgbClr val="A4A3A4"/>
          </p15:clr>
        </p15:guide>
        <p15:guide id="3" orient="horz" pos="2256" userDrawn="1">
          <p15:clr>
            <a:srgbClr val="A4A3A4"/>
          </p15:clr>
        </p15:guide>
        <p15:guide id="4" pos="56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iporen, Laura" initials="CL" lastIdx="4" clrIdx="0">
    <p:extLst>
      <p:ext uri="{19B8F6BF-5375-455C-9EA6-DF929625EA0E}">
        <p15:presenceInfo xmlns:p15="http://schemas.microsoft.com/office/powerpoint/2012/main" userId="S-1-5-21-1645522239-1123561945-839522115-1006658" providerId="AD"/>
      </p:ext>
    </p:extLst>
  </p:cmAuthor>
  <p:cmAuthor id="2" name="Ciporen, Laura" initials="CL [2]" lastIdx="2" clrIdx="1">
    <p:extLst>
      <p:ext uri="{19B8F6BF-5375-455C-9EA6-DF929625EA0E}">
        <p15:presenceInfo xmlns:p15="http://schemas.microsoft.com/office/powerpoint/2012/main" userId="S::laura.ciporen@mheducation.com::567f631f-0624-4179-9d16-569ddce4882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197190-0CE6-4F15-85D4-7830549033A5}" v="1" dt="2026-09-21T19:24:18.8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42" autoAdjust="0"/>
    <p:restoredTop sz="93837" autoAdjust="0"/>
  </p:normalViewPr>
  <p:slideViewPr>
    <p:cSldViewPr snapToGrid="0" showGuides="1">
      <p:cViewPr varScale="1">
        <p:scale>
          <a:sx n="40" d="100"/>
          <a:sy n="40" d="100"/>
        </p:scale>
        <p:origin x="1136" y="48"/>
      </p:cViewPr>
      <p:guideLst>
        <p:guide pos="3264"/>
        <p:guide orient="horz" pos="2256"/>
        <p:guide pos="5640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3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77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80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theme" Target="theme/theme1.xml"/><Relationship Id="rId8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3.xml"/><Relationship Id="rId2" Type="http://schemas.openxmlformats.org/officeDocument/2006/relationships/customXml" Target="../customXml/item2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zhgan Moazzen Zadeh-Bacon" userId="87017a61-33d9-4952-aa6c-e009fac81f23" providerId="ADAL" clId="{447EDA8B-4EC7-4A76-95DB-62723156D1EE}"/>
    <pc:docChg chg="undo custSel delSld modSld modSection">
      <pc:chgData name="Mozhgan Moazzen Zadeh-Bacon" userId="87017a61-33d9-4952-aa6c-e009fac81f23" providerId="ADAL" clId="{447EDA8B-4EC7-4A76-95DB-62723156D1EE}" dt="2026-09-21T19:50:40.944" v="57" actId="14100"/>
      <pc:docMkLst>
        <pc:docMk/>
      </pc:docMkLst>
      <pc:sldChg chg="modSp mod">
        <pc:chgData name="Mozhgan Moazzen Zadeh-Bacon" userId="87017a61-33d9-4952-aa6c-e009fac81f23" providerId="ADAL" clId="{447EDA8B-4EC7-4A76-95DB-62723156D1EE}" dt="2026-09-21T19:48:11.138" v="39" actId="313"/>
        <pc:sldMkLst>
          <pc:docMk/>
          <pc:sldMk cId="1863534969" sldId="328"/>
        </pc:sldMkLst>
        <pc:spChg chg="mod">
          <ac:chgData name="Mozhgan Moazzen Zadeh-Bacon" userId="87017a61-33d9-4952-aa6c-e009fac81f23" providerId="ADAL" clId="{447EDA8B-4EC7-4A76-95DB-62723156D1EE}" dt="2026-09-21T19:48:11.138" v="39" actId="313"/>
          <ac:spMkLst>
            <pc:docMk/>
            <pc:sldMk cId="1863534969" sldId="328"/>
            <ac:spMk id="3" creationId="{926F9D94-137F-441D-8245-D477B46E924F}"/>
          </ac:spMkLst>
        </pc:spChg>
      </pc:sldChg>
      <pc:sldChg chg="delSp modSp mod">
        <pc:chgData name="Mozhgan Moazzen Zadeh-Bacon" userId="87017a61-33d9-4952-aa6c-e009fac81f23" providerId="ADAL" clId="{447EDA8B-4EC7-4A76-95DB-62723156D1EE}" dt="2026-09-21T19:50:40.944" v="57" actId="14100"/>
        <pc:sldMkLst>
          <pc:docMk/>
          <pc:sldMk cId="2968788651" sldId="347"/>
        </pc:sldMkLst>
        <pc:grpChg chg="del">
          <ac:chgData name="Mozhgan Moazzen Zadeh-Bacon" userId="87017a61-33d9-4952-aa6c-e009fac81f23" providerId="ADAL" clId="{447EDA8B-4EC7-4A76-95DB-62723156D1EE}" dt="2026-09-21T19:50:38.491" v="56" actId="478"/>
          <ac:grpSpMkLst>
            <pc:docMk/>
            <pc:sldMk cId="2968788651" sldId="347"/>
            <ac:grpSpMk id="6" creationId="{0CCEBBAB-5C3F-4070-908B-D54D2DDF2130}"/>
          </ac:grpSpMkLst>
        </pc:grpChg>
        <pc:picChg chg="mod">
          <ac:chgData name="Mozhgan Moazzen Zadeh-Bacon" userId="87017a61-33d9-4952-aa6c-e009fac81f23" providerId="ADAL" clId="{447EDA8B-4EC7-4A76-95DB-62723156D1EE}" dt="2026-09-21T19:50:40.944" v="57" actId="14100"/>
          <ac:picMkLst>
            <pc:docMk/>
            <pc:sldMk cId="2968788651" sldId="347"/>
            <ac:picMk id="2" creationId="{05177439-7F82-4237-9ACD-7318F1B9E55F}"/>
          </ac:picMkLst>
        </pc:picChg>
      </pc:sldChg>
      <pc:sldChg chg="delSp modSp mod">
        <pc:chgData name="Mozhgan Moazzen Zadeh-Bacon" userId="87017a61-33d9-4952-aa6c-e009fac81f23" providerId="ADAL" clId="{447EDA8B-4EC7-4A76-95DB-62723156D1EE}" dt="2026-09-21T19:47:11.876" v="24" actId="478"/>
        <pc:sldMkLst>
          <pc:docMk/>
          <pc:sldMk cId="1402755061" sldId="355"/>
        </pc:sldMkLst>
        <pc:spChg chg="del mod">
          <ac:chgData name="Mozhgan Moazzen Zadeh-Bacon" userId="87017a61-33d9-4952-aa6c-e009fac81f23" providerId="ADAL" clId="{447EDA8B-4EC7-4A76-95DB-62723156D1EE}" dt="2026-09-21T19:47:11.876" v="24" actId="478"/>
          <ac:spMkLst>
            <pc:docMk/>
            <pc:sldMk cId="1402755061" sldId="355"/>
            <ac:spMk id="5" creationId="{3D2CB02E-F472-4C61-8A8F-3032737BA2C4}"/>
          </ac:spMkLst>
        </pc:spChg>
        <pc:picChg chg="del">
          <ac:chgData name="Mozhgan Moazzen Zadeh-Bacon" userId="87017a61-33d9-4952-aa6c-e009fac81f23" providerId="ADAL" clId="{447EDA8B-4EC7-4A76-95DB-62723156D1EE}" dt="2026-09-21T19:47:10.220" v="22" actId="478"/>
          <ac:picMkLst>
            <pc:docMk/>
            <pc:sldMk cId="1402755061" sldId="355"/>
            <ac:picMk id="4" creationId="{A6DE265C-4987-4A45-B9B5-8F52E64B1FFA}"/>
          </ac:picMkLst>
        </pc:picChg>
      </pc:sldChg>
      <pc:sldChg chg="del">
        <pc:chgData name="Mozhgan Moazzen Zadeh-Bacon" userId="87017a61-33d9-4952-aa6c-e009fac81f23" providerId="ADAL" clId="{447EDA8B-4EC7-4A76-95DB-62723156D1EE}" dt="2026-09-21T19:23:40.555" v="0" actId="47"/>
        <pc:sldMkLst>
          <pc:docMk/>
          <pc:sldMk cId="1036205525" sldId="356"/>
        </pc:sldMkLst>
      </pc:sldChg>
      <pc:sldChg chg="addSp delSp modSp mod">
        <pc:chgData name="Mozhgan Moazzen Zadeh-Bacon" userId="87017a61-33d9-4952-aa6c-e009fac81f23" providerId="ADAL" clId="{447EDA8B-4EC7-4A76-95DB-62723156D1EE}" dt="2026-09-21T19:47:27.957" v="29" actId="1076"/>
        <pc:sldMkLst>
          <pc:docMk/>
          <pc:sldMk cId="3327143885" sldId="358"/>
        </pc:sldMkLst>
        <pc:grpChg chg="add del">
          <ac:chgData name="Mozhgan Moazzen Zadeh-Bacon" userId="87017a61-33d9-4952-aa6c-e009fac81f23" providerId="ADAL" clId="{447EDA8B-4EC7-4A76-95DB-62723156D1EE}" dt="2026-09-21T19:47:24.446" v="27" actId="478"/>
          <ac:grpSpMkLst>
            <pc:docMk/>
            <pc:sldMk cId="3327143885" sldId="358"/>
            <ac:grpSpMk id="7" creationId="{7AC00ACB-D121-47D4-BECB-80360FD2C11B}"/>
          </ac:grpSpMkLst>
        </pc:grpChg>
        <pc:picChg chg="add mod">
          <ac:chgData name="Mozhgan Moazzen Zadeh-Bacon" userId="87017a61-33d9-4952-aa6c-e009fac81f23" providerId="ADAL" clId="{447EDA8B-4EC7-4A76-95DB-62723156D1EE}" dt="2026-09-21T19:47:27.957" v="29" actId="1076"/>
          <ac:picMkLst>
            <pc:docMk/>
            <pc:sldMk cId="3327143885" sldId="358"/>
            <ac:picMk id="8" creationId="{517A96E4-1C70-3631-B348-E8CB7C519DE2}"/>
          </ac:picMkLst>
        </pc:picChg>
      </pc:sldChg>
      <pc:sldChg chg="delSp mod">
        <pc:chgData name="Mozhgan Moazzen Zadeh-Bacon" userId="87017a61-33d9-4952-aa6c-e009fac81f23" providerId="ADAL" clId="{447EDA8B-4EC7-4A76-95DB-62723156D1EE}" dt="2026-09-21T19:47:47.570" v="30" actId="478"/>
        <pc:sldMkLst>
          <pc:docMk/>
          <pc:sldMk cId="781050194" sldId="370"/>
        </pc:sldMkLst>
        <pc:picChg chg="del">
          <ac:chgData name="Mozhgan Moazzen Zadeh-Bacon" userId="87017a61-33d9-4952-aa6c-e009fac81f23" providerId="ADAL" clId="{447EDA8B-4EC7-4A76-95DB-62723156D1EE}" dt="2026-09-21T19:47:47.570" v="30" actId="478"/>
          <ac:picMkLst>
            <pc:docMk/>
            <pc:sldMk cId="781050194" sldId="370"/>
            <ac:picMk id="3" creationId="{88CE70DB-E606-474F-9C25-1664E9409E0C}"/>
          </ac:picMkLst>
        </pc:picChg>
      </pc:sldChg>
      <pc:sldChg chg="delSp mod">
        <pc:chgData name="Mozhgan Moazzen Zadeh-Bacon" userId="87017a61-33d9-4952-aa6c-e009fac81f23" providerId="ADAL" clId="{447EDA8B-4EC7-4A76-95DB-62723156D1EE}" dt="2026-09-21T19:47:49.399" v="31" actId="478"/>
        <pc:sldMkLst>
          <pc:docMk/>
          <pc:sldMk cId="2233495504" sldId="371"/>
        </pc:sldMkLst>
        <pc:picChg chg="del">
          <ac:chgData name="Mozhgan Moazzen Zadeh-Bacon" userId="87017a61-33d9-4952-aa6c-e009fac81f23" providerId="ADAL" clId="{447EDA8B-4EC7-4A76-95DB-62723156D1EE}" dt="2026-09-21T19:47:49.399" v="31" actId="478"/>
          <ac:picMkLst>
            <pc:docMk/>
            <pc:sldMk cId="2233495504" sldId="371"/>
            <ac:picMk id="2" creationId="{CDF3DB6F-229B-480D-96DB-A58581D7E244}"/>
          </ac:picMkLst>
        </pc:picChg>
      </pc:sldChg>
      <pc:sldChg chg="delSp mod">
        <pc:chgData name="Mozhgan Moazzen Zadeh-Bacon" userId="87017a61-33d9-4952-aa6c-e009fac81f23" providerId="ADAL" clId="{447EDA8B-4EC7-4A76-95DB-62723156D1EE}" dt="2026-09-21T19:47:50.953" v="32" actId="478"/>
        <pc:sldMkLst>
          <pc:docMk/>
          <pc:sldMk cId="1736350923" sldId="372"/>
        </pc:sldMkLst>
        <pc:picChg chg="del">
          <ac:chgData name="Mozhgan Moazzen Zadeh-Bacon" userId="87017a61-33d9-4952-aa6c-e009fac81f23" providerId="ADAL" clId="{447EDA8B-4EC7-4A76-95DB-62723156D1EE}" dt="2026-09-21T19:47:50.953" v="32" actId="478"/>
          <ac:picMkLst>
            <pc:docMk/>
            <pc:sldMk cId="1736350923" sldId="372"/>
            <ac:picMk id="3" creationId="{257C1ABE-C080-464D-89D4-6FEAD63223B8}"/>
          </ac:picMkLst>
        </pc:picChg>
      </pc:sldChg>
      <pc:sldChg chg="del">
        <pc:chgData name="Mozhgan Moazzen Zadeh-Bacon" userId="87017a61-33d9-4952-aa6c-e009fac81f23" providerId="ADAL" clId="{447EDA8B-4EC7-4A76-95DB-62723156D1EE}" dt="2026-09-21T19:23:41.495" v="1" actId="47"/>
        <pc:sldMkLst>
          <pc:docMk/>
          <pc:sldMk cId="2380801662" sldId="373"/>
        </pc:sldMkLst>
      </pc:sldChg>
      <pc:sldChg chg="del">
        <pc:chgData name="Mozhgan Moazzen Zadeh-Bacon" userId="87017a61-33d9-4952-aa6c-e009fac81f23" providerId="ADAL" clId="{447EDA8B-4EC7-4A76-95DB-62723156D1EE}" dt="2026-09-21T19:23:42.434" v="2" actId="47"/>
        <pc:sldMkLst>
          <pc:docMk/>
          <pc:sldMk cId="1465060781" sldId="374"/>
        </pc:sldMkLst>
      </pc:sldChg>
      <pc:sldChg chg="del">
        <pc:chgData name="Mozhgan Moazzen Zadeh-Bacon" userId="87017a61-33d9-4952-aa6c-e009fac81f23" providerId="ADAL" clId="{447EDA8B-4EC7-4A76-95DB-62723156D1EE}" dt="2026-09-21T19:23:43.422" v="3" actId="47"/>
        <pc:sldMkLst>
          <pc:docMk/>
          <pc:sldMk cId="3552042804" sldId="375"/>
        </pc:sldMkLst>
      </pc:sldChg>
      <pc:sldChg chg="delSp mod">
        <pc:chgData name="Mozhgan Moazzen Zadeh-Bacon" userId="87017a61-33d9-4952-aa6c-e009fac81f23" providerId="ADAL" clId="{447EDA8B-4EC7-4A76-95DB-62723156D1EE}" dt="2026-09-21T19:48:19.832" v="40" actId="478"/>
        <pc:sldMkLst>
          <pc:docMk/>
          <pc:sldMk cId="205460356" sldId="386"/>
        </pc:sldMkLst>
        <pc:picChg chg="del">
          <ac:chgData name="Mozhgan Moazzen Zadeh-Bacon" userId="87017a61-33d9-4952-aa6c-e009fac81f23" providerId="ADAL" clId="{447EDA8B-4EC7-4A76-95DB-62723156D1EE}" dt="2026-09-21T19:48:19.832" v="40" actId="478"/>
          <ac:picMkLst>
            <pc:docMk/>
            <pc:sldMk cId="205460356" sldId="386"/>
            <ac:picMk id="3" creationId="{AFBF559B-5DEB-4391-9666-5CAB38DC7433}"/>
          </ac:picMkLst>
        </pc:picChg>
      </pc:sldChg>
      <pc:sldChg chg="delSp mod">
        <pc:chgData name="Mozhgan Moazzen Zadeh-Bacon" userId="87017a61-33d9-4952-aa6c-e009fac81f23" providerId="ADAL" clId="{447EDA8B-4EC7-4A76-95DB-62723156D1EE}" dt="2026-09-21T19:48:21.673" v="41" actId="478"/>
        <pc:sldMkLst>
          <pc:docMk/>
          <pc:sldMk cId="3312048413" sldId="387"/>
        </pc:sldMkLst>
        <pc:picChg chg="del">
          <ac:chgData name="Mozhgan Moazzen Zadeh-Bacon" userId="87017a61-33d9-4952-aa6c-e009fac81f23" providerId="ADAL" clId="{447EDA8B-4EC7-4A76-95DB-62723156D1EE}" dt="2026-09-21T19:48:21.673" v="41" actId="478"/>
          <ac:picMkLst>
            <pc:docMk/>
            <pc:sldMk cId="3312048413" sldId="387"/>
            <ac:picMk id="2" creationId="{34A09F01-BF37-480A-89BE-DD1740C92ABF}"/>
          </ac:picMkLst>
        </pc:picChg>
      </pc:sldChg>
      <pc:sldChg chg="delSp mod">
        <pc:chgData name="Mozhgan Moazzen Zadeh-Bacon" userId="87017a61-33d9-4952-aa6c-e009fac81f23" providerId="ADAL" clId="{447EDA8B-4EC7-4A76-95DB-62723156D1EE}" dt="2026-09-21T19:48:23.089" v="42" actId="478"/>
        <pc:sldMkLst>
          <pc:docMk/>
          <pc:sldMk cId="2458222277" sldId="388"/>
        </pc:sldMkLst>
        <pc:picChg chg="del">
          <ac:chgData name="Mozhgan Moazzen Zadeh-Bacon" userId="87017a61-33d9-4952-aa6c-e009fac81f23" providerId="ADAL" clId="{447EDA8B-4EC7-4A76-95DB-62723156D1EE}" dt="2026-09-21T19:48:23.089" v="42" actId="478"/>
          <ac:picMkLst>
            <pc:docMk/>
            <pc:sldMk cId="2458222277" sldId="388"/>
            <ac:picMk id="2" creationId="{1D1C06D7-3910-47BB-B182-10DD6246581A}"/>
          </ac:picMkLst>
        </pc:picChg>
      </pc:sldChg>
      <pc:sldChg chg="delSp mod">
        <pc:chgData name="Mozhgan Moazzen Zadeh-Bacon" userId="87017a61-33d9-4952-aa6c-e009fac81f23" providerId="ADAL" clId="{447EDA8B-4EC7-4A76-95DB-62723156D1EE}" dt="2026-09-21T19:48:24.690" v="43" actId="478"/>
        <pc:sldMkLst>
          <pc:docMk/>
          <pc:sldMk cId="43402872" sldId="390"/>
        </pc:sldMkLst>
        <pc:picChg chg="del">
          <ac:chgData name="Mozhgan Moazzen Zadeh-Bacon" userId="87017a61-33d9-4952-aa6c-e009fac81f23" providerId="ADAL" clId="{447EDA8B-4EC7-4A76-95DB-62723156D1EE}" dt="2026-09-21T19:48:24.690" v="43" actId="478"/>
          <ac:picMkLst>
            <pc:docMk/>
            <pc:sldMk cId="43402872" sldId="390"/>
            <ac:picMk id="2" creationId="{53006CEC-B3EE-4435-B622-3074F8639FAF}"/>
          </ac:picMkLst>
        </pc:picChg>
      </pc:sldChg>
      <pc:sldChg chg="addSp delSp modSp mod">
        <pc:chgData name="Mozhgan Moazzen Zadeh-Bacon" userId="87017a61-33d9-4952-aa6c-e009fac81f23" providerId="ADAL" clId="{447EDA8B-4EC7-4A76-95DB-62723156D1EE}" dt="2026-09-21T19:48:42.511" v="51" actId="478"/>
        <pc:sldMkLst>
          <pc:docMk/>
          <pc:sldMk cId="2182134013" sldId="397"/>
        </pc:sldMkLst>
        <pc:spChg chg="add mod">
          <ac:chgData name="Mozhgan Moazzen Zadeh-Bacon" userId="87017a61-33d9-4952-aa6c-e009fac81f23" providerId="ADAL" clId="{447EDA8B-4EC7-4A76-95DB-62723156D1EE}" dt="2026-09-21T19:24:18.905" v="11" actId="34902"/>
          <ac:spMkLst>
            <pc:docMk/>
            <pc:sldMk cId="2182134013" sldId="397"/>
            <ac:spMk id="31" creationId="{B82C5C15-7D4A-6F52-7658-ADC40ABB292F}"/>
          </ac:spMkLst>
        </pc:spChg>
        <pc:grpChg chg="del">
          <ac:chgData name="Mozhgan Moazzen Zadeh-Bacon" userId="87017a61-33d9-4952-aa6c-e009fac81f23" providerId="ADAL" clId="{447EDA8B-4EC7-4A76-95DB-62723156D1EE}" dt="2026-09-21T19:48:42.511" v="51" actId="478"/>
          <ac:grpSpMkLst>
            <pc:docMk/>
            <pc:sldMk cId="2182134013" sldId="397"/>
            <ac:grpSpMk id="24" creationId="{2913E2CD-F73D-6154-A379-B25572E75679}"/>
          </ac:grpSpMkLst>
        </pc:grpChg>
        <pc:grpChg chg="del">
          <ac:chgData name="Mozhgan Moazzen Zadeh-Bacon" userId="87017a61-33d9-4952-aa6c-e009fac81f23" providerId="ADAL" clId="{447EDA8B-4EC7-4A76-95DB-62723156D1EE}" dt="2026-09-21T19:48:42.511" v="51" actId="478"/>
          <ac:grpSpMkLst>
            <pc:docMk/>
            <pc:sldMk cId="2182134013" sldId="397"/>
            <ac:grpSpMk id="29" creationId="{97FD350A-2F97-D78F-6597-55065A7EDB21}"/>
          </ac:grpSpMkLst>
        </pc:grpChg>
        <pc:picChg chg="mod">
          <ac:chgData name="Mozhgan Moazzen Zadeh-Bacon" userId="87017a61-33d9-4952-aa6c-e009fac81f23" providerId="ADAL" clId="{447EDA8B-4EC7-4A76-95DB-62723156D1EE}" dt="2026-09-21T19:24:11.242" v="8" actId="1076"/>
          <ac:picMkLst>
            <pc:docMk/>
            <pc:sldMk cId="2182134013" sldId="397"/>
            <ac:picMk id="2" creationId="{7BCEBB43-BCD2-443B-B278-0507B5AA0CF8}"/>
          </ac:picMkLst>
        </pc:picChg>
        <pc:picChg chg="del">
          <ac:chgData name="Mozhgan Moazzen Zadeh-Bacon" userId="87017a61-33d9-4952-aa6c-e009fac81f23" providerId="ADAL" clId="{447EDA8B-4EC7-4A76-95DB-62723156D1EE}" dt="2026-09-21T19:23:57.060" v="4" actId="478"/>
          <ac:picMkLst>
            <pc:docMk/>
            <pc:sldMk cId="2182134013" sldId="397"/>
            <ac:picMk id="4" creationId="{08E0DAA9-948C-4B84-80E0-08DDF6451DCD}"/>
          </ac:picMkLst>
        </pc:picChg>
        <pc:picChg chg="del mod">
          <ac:chgData name="Mozhgan Moazzen Zadeh-Bacon" userId="87017a61-33d9-4952-aa6c-e009fac81f23" providerId="ADAL" clId="{447EDA8B-4EC7-4A76-95DB-62723156D1EE}" dt="2026-09-21T19:48:40.895" v="50" actId="478"/>
          <ac:picMkLst>
            <pc:docMk/>
            <pc:sldMk cId="2182134013" sldId="397"/>
            <ac:picMk id="5" creationId="{68EF70BC-E2AF-4974-8DB7-4E57915DCBA4}"/>
          </ac:picMkLst>
        </pc:picChg>
        <pc:inkChg chg="add">
          <ac:chgData name="Mozhgan Moazzen Zadeh-Bacon" userId="87017a61-33d9-4952-aa6c-e009fac81f23" providerId="ADAL" clId="{447EDA8B-4EC7-4A76-95DB-62723156D1EE}" dt="2026-09-21T19:24:35.352" v="12" actId="9405"/>
          <ac:inkMkLst>
            <pc:docMk/>
            <pc:sldMk cId="2182134013" sldId="397"/>
            <ac:inkMk id="32" creationId="{263874CC-1750-4D15-A286-262AEC3346A8}"/>
          </ac:inkMkLst>
        </pc:inkChg>
        <pc:inkChg chg="add">
          <ac:chgData name="Mozhgan Moazzen Zadeh-Bacon" userId="87017a61-33d9-4952-aa6c-e009fac81f23" providerId="ADAL" clId="{447EDA8B-4EC7-4A76-95DB-62723156D1EE}" dt="2026-09-21T19:24:42.320" v="13" actId="9405"/>
          <ac:inkMkLst>
            <pc:docMk/>
            <pc:sldMk cId="2182134013" sldId="397"/>
            <ac:inkMk id="33" creationId="{CBB12C6B-790C-A940-69E8-AA9EF532DF49}"/>
          </ac:inkMkLst>
        </pc:inkChg>
      </pc:sldChg>
      <pc:sldChg chg="delSp mod">
        <pc:chgData name="Mozhgan Moazzen Zadeh-Bacon" userId="87017a61-33d9-4952-aa6c-e009fac81f23" providerId="ADAL" clId="{447EDA8B-4EC7-4A76-95DB-62723156D1EE}" dt="2026-09-21T19:48:44.042" v="52" actId="478"/>
        <pc:sldMkLst>
          <pc:docMk/>
          <pc:sldMk cId="1830584261" sldId="398"/>
        </pc:sldMkLst>
        <pc:picChg chg="del">
          <ac:chgData name="Mozhgan Moazzen Zadeh-Bacon" userId="87017a61-33d9-4952-aa6c-e009fac81f23" providerId="ADAL" clId="{447EDA8B-4EC7-4A76-95DB-62723156D1EE}" dt="2026-09-21T19:48:44.042" v="52" actId="478"/>
          <ac:picMkLst>
            <pc:docMk/>
            <pc:sldMk cId="1830584261" sldId="398"/>
            <ac:picMk id="2" creationId="{64A81765-E8F4-4A78-B6B2-10F986F30553}"/>
          </ac:picMkLst>
        </pc:picChg>
      </pc:sldChg>
      <pc:sldChg chg="delSp mod">
        <pc:chgData name="Mozhgan Moazzen Zadeh-Bacon" userId="87017a61-33d9-4952-aa6c-e009fac81f23" providerId="ADAL" clId="{447EDA8B-4EC7-4A76-95DB-62723156D1EE}" dt="2026-09-21T19:48:53.211" v="55" actId="478"/>
        <pc:sldMkLst>
          <pc:docMk/>
          <pc:sldMk cId="1321334937" sldId="401"/>
        </pc:sldMkLst>
        <pc:spChg chg="del">
          <ac:chgData name="Mozhgan Moazzen Zadeh-Bacon" userId="87017a61-33d9-4952-aa6c-e009fac81f23" providerId="ADAL" clId="{447EDA8B-4EC7-4A76-95DB-62723156D1EE}" dt="2026-09-21T19:48:53.211" v="55" actId="478"/>
          <ac:spMkLst>
            <pc:docMk/>
            <pc:sldMk cId="1321334937" sldId="401"/>
            <ac:spMk id="3" creationId="{CC6DC0FB-1F7A-454F-A274-78662B12E3B9}"/>
          </ac:spMkLst>
        </pc:spChg>
        <pc:graphicFrameChg chg="del">
          <ac:chgData name="Mozhgan Moazzen Zadeh-Bacon" userId="87017a61-33d9-4952-aa6c-e009fac81f23" providerId="ADAL" clId="{447EDA8B-4EC7-4A76-95DB-62723156D1EE}" dt="2026-09-21T19:48:49.320" v="54" actId="478"/>
          <ac:graphicFrameMkLst>
            <pc:docMk/>
            <pc:sldMk cId="1321334937" sldId="401"/>
            <ac:graphicFrameMk id="4" creationId="{0CE9C72A-615A-4BA3-95CF-D073EE4995D3}"/>
          </ac:graphicFrameMkLst>
        </pc:graphicFrameChg>
        <pc:picChg chg="del">
          <ac:chgData name="Mozhgan Moazzen Zadeh-Bacon" userId="87017a61-33d9-4952-aa6c-e009fac81f23" providerId="ADAL" clId="{447EDA8B-4EC7-4A76-95DB-62723156D1EE}" dt="2026-09-21T19:48:45.580" v="53" actId="478"/>
          <ac:picMkLst>
            <pc:docMk/>
            <pc:sldMk cId="1321334937" sldId="401"/>
            <ac:picMk id="2" creationId="{F73F8531-A5EF-4F7E-B9CF-5FDD18AAB987}"/>
          </ac:picMkLst>
        </pc:picChg>
      </pc:sldChg>
      <pc:sldChg chg="delSp modSp mod">
        <pc:chgData name="Mozhgan Moazzen Zadeh-Bacon" userId="87017a61-33d9-4952-aa6c-e009fac81f23" providerId="ADAL" clId="{447EDA8B-4EC7-4A76-95DB-62723156D1EE}" dt="2026-09-21T19:47:03.244" v="21" actId="1076"/>
        <pc:sldMkLst>
          <pc:docMk/>
          <pc:sldMk cId="256592371" sldId="402"/>
        </pc:sldMkLst>
        <pc:picChg chg="del mod">
          <ac:chgData name="Mozhgan Moazzen Zadeh-Bacon" userId="87017a61-33d9-4952-aa6c-e009fac81f23" providerId="ADAL" clId="{447EDA8B-4EC7-4A76-95DB-62723156D1EE}" dt="2026-09-21T19:46:53.573" v="16" actId="478"/>
          <ac:picMkLst>
            <pc:docMk/>
            <pc:sldMk cId="256592371" sldId="402"/>
            <ac:picMk id="12" creationId="{8FF76234-20C7-4675-8B04-D1BFEBD3C365}"/>
          </ac:picMkLst>
        </pc:picChg>
        <pc:picChg chg="mod">
          <ac:chgData name="Mozhgan Moazzen Zadeh-Bacon" userId="87017a61-33d9-4952-aa6c-e009fac81f23" providerId="ADAL" clId="{447EDA8B-4EC7-4A76-95DB-62723156D1EE}" dt="2026-09-21T19:47:03.244" v="21" actId="1076"/>
          <ac:picMkLst>
            <pc:docMk/>
            <pc:sldMk cId="256592371" sldId="402"/>
            <ac:picMk id="13" creationId="{6D425AB4-6E75-4D40-A0CC-3FD97A8C2144}"/>
          </ac:picMkLst>
        </pc:picChg>
        <pc:picChg chg="del">
          <ac:chgData name="Mozhgan Moazzen Zadeh-Bacon" userId="87017a61-33d9-4952-aa6c-e009fac81f23" providerId="ADAL" clId="{447EDA8B-4EC7-4A76-95DB-62723156D1EE}" dt="2026-09-21T19:46:52.803" v="14" actId="478"/>
          <ac:picMkLst>
            <pc:docMk/>
            <pc:sldMk cId="256592371" sldId="402"/>
            <ac:picMk id="15" creationId="{99485B3D-9155-473F-954D-32086228F04C}"/>
          </ac:picMkLst>
        </pc:picChg>
        <pc:inkChg chg="del">
          <ac:chgData name="Mozhgan Moazzen Zadeh-Bacon" userId="87017a61-33d9-4952-aa6c-e009fac81f23" providerId="ADAL" clId="{447EDA8B-4EC7-4A76-95DB-62723156D1EE}" dt="2026-09-21T19:46:57.931" v="19" actId="478"/>
          <ac:inkMkLst>
            <pc:docMk/>
            <pc:sldMk cId="256592371" sldId="402"/>
            <ac:inkMk id="65" creationId="{65A41D8C-B07A-4CCB-8BA7-40006DAE26F6}"/>
          </ac:inkMkLst>
        </pc:inkChg>
        <pc:inkChg chg="del">
          <ac:chgData name="Mozhgan Moazzen Zadeh-Bacon" userId="87017a61-33d9-4952-aa6c-e009fac81f23" providerId="ADAL" clId="{447EDA8B-4EC7-4A76-95DB-62723156D1EE}" dt="2026-09-21T19:46:56.967" v="18" actId="478"/>
          <ac:inkMkLst>
            <pc:docMk/>
            <pc:sldMk cId="256592371" sldId="402"/>
            <ac:inkMk id="66" creationId="{299A7F7D-A9FA-4A12-B4E3-3CF7DDB9014E}"/>
          </ac:inkMkLst>
        </pc:inkChg>
        <pc:inkChg chg="del">
          <ac:chgData name="Mozhgan Moazzen Zadeh-Bacon" userId="87017a61-33d9-4952-aa6c-e009fac81f23" providerId="ADAL" clId="{447EDA8B-4EC7-4A76-95DB-62723156D1EE}" dt="2026-09-21T19:46:55.279" v="17" actId="478"/>
          <ac:inkMkLst>
            <pc:docMk/>
            <pc:sldMk cId="256592371" sldId="402"/>
            <ac:inkMk id="70" creationId="{5991BEB9-5583-4718-842F-7B9D514636AD}"/>
          </ac:inkMkLst>
        </pc:inkChg>
      </pc:sldChg>
      <pc:sldChg chg="delSp modSp mod">
        <pc:chgData name="Mozhgan Moazzen Zadeh-Bacon" userId="87017a61-33d9-4952-aa6c-e009fac81f23" providerId="ADAL" clId="{447EDA8B-4EC7-4A76-95DB-62723156D1EE}" dt="2026-09-21T19:48:02.081" v="38" actId="14100"/>
        <pc:sldMkLst>
          <pc:docMk/>
          <pc:sldMk cId="2668885790" sldId="403"/>
        </pc:sldMkLst>
        <pc:spChg chg="del">
          <ac:chgData name="Mozhgan Moazzen Zadeh-Bacon" userId="87017a61-33d9-4952-aa6c-e009fac81f23" providerId="ADAL" clId="{447EDA8B-4EC7-4A76-95DB-62723156D1EE}" dt="2026-09-21T19:47:54.496" v="35" actId="478"/>
          <ac:spMkLst>
            <pc:docMk/>
            <pc:sldMk cId="2668885790" sldId="403"/>
            <ac:spMk id="16" creationId="{605760D3-E4B3-4A82-8A07-3C978C3B2AC2}"/>
          </ac:spMkLst>
        </pc:spChg>
        <pc:grpChg chg="del">
          <ac:chgData name="Mozhgan Moazzen Zadeh-Bacon" userId="87017a61-33d9-4952-aa6c-e009fac81f23" providerId="ADAL" clId="{447EDA8B-4EC7-4A76-95DB-62723156D1EE}" dt="2026-09-21T19:47:55.718" v="36" actId="478"/>
          <ac:grpSpMkLst>
            <pc:docMk/>
            <pc:sldMk cId="2668885790" sldId="403"/>
            <ac:grpSpMk id="4" creationId="{209CA248-3834-599C-B4FB-22976146F480}"/>
          </ac:grpSpMkLst>
        </pc:grpChg>
        <pc:grpChg chg="del">
          <ac:chgData name="Mozhgan Moazzen Zadeh-Bacon" userId="87017a61-33d9-4952-aa6c-e009fac81f23" providerId="ADAL" clId="{447EDA8B-4EC7-4A76-95DB-62723156D1EE}" dt="2026-09-21T19:47:57.140" v="37" actId="478"/>
          <ac:grpSpMkLst>
            <pc:docMk/>
            <pc:sldMk cId="2668885790" sldId="403"/>
            <ac:grpSpMk id="43" creationId="{FDE72C9D-5F16-AED2-4F47-884BE445D32A}"/>
          </ac:grpSpMkLst>
        </pc:grpChg>
        <pc:picChg chg="mod">
          <ac:chgData name="Mozhgan Moazzen Zadeh-Bacon" userId="87017a61-33d9-4952-aa6c-e009fac81f23" providerId="ADAL" clId="{447EDA8B-4EC7-4A76-95DB-62723156D1EE}" dt="2026-09-21T19:48:02.081" v="38" actId="14100"/>
          <ac:picMkLst>
            <pc:docMk/>
            <pc:sldMk cId="2668885790" sldId="403"/>
            <ac:picMk id="13" creationId="{ED5911F1-BC83-4AB0-8987-A184C55D0A15}"/>
          </ac:picMkLst>
        </pc:picChg>
        <pc:picChg chg="del">
          <ac:chgData name="Mozhgan Moazzen Zadeh-Bacon" userId="87017a61-33d9-4952-aa6c-e009fac81f23" providerId="ADAL" clId="{447EDA8B-4EC7-4A76-95DB-62723156D1EE}" dt="2026-09-21T19:47:53.525" v="34" actId="478"/>
          <ac:picMkLst>
            <pc:docMk/>
            <pc:sldMk cId="2668885790" sldId="403"/>
            <ac:picMk id="14" creationId="{68320554-4BC8-43A0-BB43-F79754351DED}"/>
          </ac:picMkLst>
        </pc:picChg>
        <pc:picChg chg="del">
          <ac:chgData name="Mozhgan Moazzen Zadeh-Bacon" userId="87017a61-33d9-4952-aa6c-e009fac81f23" providerId="ADAL" clId="{447EDA8B-4EC7-4A76-95DB-62723156D1EE}" dt="2026-09-21T19:47:52.682" v="33" actId="478"/>
          <ac:picMkLst>
            <pc:docMk/>
            <pc:sldMk cId="2668885790" sldId="403"/>
            <ac:picMk id="15" creationId="{24724DF4-A720-40BC-86F3-6DB2B6A4CF23}"/>
          </ac:picMkLst>
        </pc:picChg>
        <pc:inkChg chg="del">
          <ac:chgData name="Mozhgan Moazzen Zadeh-Bacon" userId="87017a61-33d9-4952-aa6c-e009fac81f23" providerId="ADAL" clId="{447EDA8B-4EC7-4A76-95DB-62723156D1EE}" dt="2026-09-21T19:47:57.140" v="37" actId="478"/>
          <ac:inkMkLst>
            <pc:docMk/>
            <pc:sldMk cId="2668885790" sldId="403"/>
            <ac:inkMk id="37" creationId="{B557D7AB-EE8E-E2B6-AE6A-80287C34D787}"/>
          </ac:inkMkLst>
        </pc:inkChg>
      </pc:sldChg>
      <pc:sldChg chg="delSp modSp mod">
        <pc:chgData name="Mozhgan Moazzen Zadeh-Bacon" userId="87017a61-33d9-4952-aa6c-e009fac81f23" providerId="ADAL" clId="{447EDA8B-4EC7-4A76-95DB-62723156D1EE}" dt="2026-09-21T19:48:35.328" v="49" actId="14100"/>
        <pc:sldMkLst>
          <pc:docMk/>
          <pc:sldMk cId="435936586" sldId="405"/>
        </pc:sldMkLst>
        <pc:picChg chg="del">
          <ac:chgData name="Mozhgan Moazzen Zadeh-Bacon" userId="87017a61-33d9-4952-aa6c-e009fac81f23" providerId="ADAL" clId="{447EDA8B-4EC7-4A76-95DB-62723156D1EE}" dt="2026-09-21T19:48:28.431" v="44" actId="478"/>
          <ac:picMkLst>
            <pc:docMk/>
            <pc:sldMk cId="435936586" sldId="405"/>
            <ac:picMk id="5" creationId="{0EA2FF80-B79D-42D8-ADA0-79A364B4A581}"/>
          </ac:picMkLst>
        </pc:picChg>
        <pc:picChg chg="del">
          <ac:chgData name="Mozhgan Moazzen Zadeh-Bacon" userId="87017a61-33d9-4952-aa6c-e009fac81f23" providerId="ADAL" clId="{447EDA8B-4EC7-4A76-95DB-62723156D1EE}" dt="2026-09-21T19:48:32.444" v="48" actId="478"/>
          <ac:picMkLst>
            <pc:docMk/>
            <pc:sldMk cId="435936586" sldId="405"/>
            <ac:picMk id="12" creationId="{D5DAA977-2751-40B0-B82F-00C6A5981FBE}"/>
          </ac:picMkLst>
        </pc:picChg>
        <pc:picChg chg="mod">
          <ac:chgData name="Mozhgan Moazzen Zadeh-Bacon" userId="87017a61-33d9-4952-aa6c-e009fac81f23" providerId="ADAL" clId="{447EDA8B-4EC7-4A76-95DB-62723156D1EE}" dt="2026-09-21T19:48:35.328" v="49" actId="14100"/>
          <ac:picMkLst>
            <pc:docMk/>
            <pc:sldMk cId="435936586" sldId="405"/>
            <ac:picMk id="13" creationId="{5D6F3487-E1D3-4C31-AA4C-F0FFBA20FAEA}"/>
          </ac:picMkLst>
        </pc:picChg>
        <pc:picChg chg="del">
          <ac:chgData name="Mozhgan Moazzen Zadeh-Bacon" userId="87017a61-33d9-4952-aa6c-e009fac81f23" providerId="ADAL" clId="{447EDA8B-4EC7-4A76-95DB-62723156D1EE}" dt="2026-09-21T19:48:31.616" v="47" actId="478"/>
          <ac:picMkLst>
            <pc:docMk/>
            <pc:sldMk cId="435936586" sldId="405"/>
            <ac:picMk id="17" creationId="{C63D4918-C6FD-433D-A4CC-430188E29681}"/>
          </ac:picMkLst>
        </pc:picChg>
        <pc:inkChg chg="del">
          <ac:chgData name="Mozhgan Moazzen Zadeh-Bacon" userId="87017a61-33d9-4952-aa6c-e009fac81f23" providerId="ADAL" clId="{447EDA8B-4EC7-4A76-95DB-62723156D1EE}" dt="2026-09-21T19:48:29.723" v="45" actId="478"/>
          <ac:inkMkLst>
            <pc:docMk/>
            <pc:sldMk cId="435936586" sldId="405"/>
            <ac:inkMk id="24" creationId="{64F0FFFD-8E93-4C2C-800F-D69C61029E2C}"/>
          </ac:inkMkLst>
        </pc:inkChg>
        <pc:inkChg chg="del">
          <ac:chgData name="Mozhgan Moazzen Zadeh-Bacon" userId="87017a61-33d9-4952-aa6c-e009fac81f23" providerId="ADAL" clId="{447EDA8B-4EC7-4A76-95DB-62723156D1EE}" dt="2026-09-21T19:48:30.842" v="46" actId="478"/>
          <ac:inkMkLst>
            <pc:docMk/>
            <pc:sldMk cId="435936586" sldId="405"/>
            <ac:inkMk id="27" creationId="{946AFDD2-9D25-44B3-8DAE-179E17559E5F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1:48.07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36 217 8098,'-3'0'331,"1"1"-154,0-1 0,0 1-1,-1-1 1,1 1 0,0 0 0,0 0 0,0 0-1,0 0 1,0 0 0,0 0 0,0 0 0,0 1-1,1-1 1,-3 3 0,4-4-165,0 0-1,0 1 1,-1-1 0,1 0 0,0 0-1,0 1 1,0-1 0,0 0-1,0 0 1,0 1 0,0-1 0,0 0-1,0 1 1,0-1 0,0 0-1,0 0 1,0 1 0,0-1 0,1 0-1,-1 0 1,0 1 0,0-1-1,0 0 1,0 0 0,0 1 0,0-1-1,1 0 1,-1 0 0,0 0-1,0 1 1,0-1 0,1 0-1,-1 0 1,0 0 0,0 0 0,1 0-1,-1 1 1,0-1 0,0 0-1,1 0 1,-1 0 0,0 0 0,0 0-1,1 0 1,-1 0 0,0 0-1,1 0 1,-1 0 0,0 0 0,1 0-1,21 3 185,-18-3-141,49 1 1038,105-12 0,-77 4-393,190 0-62,-70-5 5,-11-1 65,-39 12-568,158 3-62,-171 5-27,-128-8-48,-8 0-3,-8-1 0,-33-2 41,-53 1 1,48 2-24,-168 11-7,79 0 6,-24-2 15,-154 3-4,220-20-17,2 0-11,-124 16 16,198-6-11,0-1 0,0 0 1,0-1-1,0-1 0,-20-4 1,32 6-10,-2-2-19,16-2 3,199-30-18,-163 28 35,68-3 18,160 7 0,-126 4-7,-33-1-1,159-3-138,-118 5-222,-102 0-583,0-2 0,58-7 1,-85 0 1252,-16 2-2005,-8-6-3534,-4 8 5414,0 0 1,0 0-1,0 0 1,0 0-1,0 0 0,0 1 1,0-1-1,-1 0 1,1 0-1,-1 0 1,1 1-1,-1-1 1,0 0-1,0 1 0,1-1 1,-1 0-1,0 1 1,-1-1-1,1 1 1,0-1-1,-2-1 0,-9-4-18,0 0-1,0 0 1,-1 1-1,1 1 0,-1 0 1,-23-6-1,4 3 402,-3-1 399,-51-20 0,86 29-937,-3-2 14,3 1 65,5 1 252,3 1-340,1 0-1,-1 0 0,0 2 0,1-1 1,-1 1-1,15 7 0,17 7 8,0-2-1,75 17 1,-78-24-25,1-2 0,63 1 0,-42-4 23,-58-1-25,-6 0 5,-15 5 20,-11 6-5,11-1-21,-21 15 0,1 0 5,24-17-6,0 2 1,1-1-1,-14 16 1,21-20-5,1 0 1,1 1 0,-1 1-1,1-1 1,1 1-1,0 0 1,-6 12 0,-3 11-19,14-32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1:49.01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213 75 2064,'2'-3'142,"0"1"293,-1 1 0,1-1-1,-1 1 1,0-1 0,0 0-1,0 1 1,1-4 0,-2 5-331,0-1 1,0 1-1,0-1 1,0 1-1,0-1 1,0 1-1,0 0 1,0-1-1,0 1 1,0-1 0,0 1-1,0-1 1,-1 1-1,1 0 1,0-1-1,0 1 1,-1-1-1,1 1 1,0 0-1,0-1 1,-1 1-1,1 0 1,0-1-1,-1 1 1,1 0 0,-1 0-1,1-1 1,0 1-1,-1 0 1,1 0-1,-1 0 1,1 0-1,0-1 1,-1 1-1,1 0 1,-1 0-1,1 0 1,-1 0 0,1 0-1,-1 0 1,0 0-1,-14-2 405,0 1 1,0 0-1,-26 3 0,27-1-272,1 0-1,-1-1 1,0-1-1,1 0 0,-19-4 1,30 4-213,0 0 0,0 0 0,0 0 1,0 0-1,0 0 0,0 0 1,0-1-1,0 1 0,1-1 0,-1 1 1,-1-3-1,3 4-14,-1 0 1,1-1-1,0 1 0,-1-1 0,1 1 1,0 0-1,0-1 0,0 1 1,-1-1-1,1 1 0,0-1 0,0 1 1,0-1-1,0 1 0,0-1 1,0 1-1,0-1 0,0 1 0,0 0 1,0-1-1,0 0 0,1 0 4,-1 1 0,0-1 0,1 0 0,-1 1 0,1-1 0,0 1 0,-1-1 0,1 1 0,-1 0 0,1-1 0,0 1 0,-1 0 0,1-1 0,0 1 0,-1 0 0,1 0 0,0-1 0,-1 1 0,2 0 0,0-1 3,0 1 1,1 0-1,-1-1 1,0 1-1,0 0 0,0 0 1,1 0-1,-1 1 1,0-1-1,0 0 0,0 1 1,0-1-1,0 1 0,1 0 1,-1 0-1,2 1 1,-1 0-10,0 0 0,-1 0 0,1 1 0,-1-1 0,0 0 0,0 1 0,0-1 0,0 1 0,0 0 1,1 3-1,2 7-7,0 0 0,-1 0 0,0 0 0,2 18 0,-4-23 17,10 45 9,-4-22-2,3 38 1,-10-64-24,-1 1 1,0-1 0,-1 1-1,0 0 1,-2 10 0,-2 9 3,5-23-54,0-1 0,0 0 0,0 1 0,0-1 0,0 0 0,1 1 0,-1-1 0,0 0 0,1 0 0,-1 1 0,1-1 0,-1 0 0,1 0 0,0 0 1,-1 0-1,1 0 0,0 0 0,0 0 0,2 2 0,-1-1-139,0-1 0,0 1 0,0-1 1,0 0-1,0 1 0,1-1 0,-1 0 0,0 0 1,5 1-1,14 0-947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1:49.26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286 16 2689,'-20'0'2000,"-3"-5"320,9 5-767,-7-9-265,5 9-640,-8 0-152,-6-1-24,7 5-23,-5-1-1,4 1 56,2 4 64,2 1 8,8-5-104,3 4-136,9-5-248,3-2-40,11 1-48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03.36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1442 17 9010,'1'0'313,"20"-14"4700,-11 11-3845,-9 3-1163,-1 0 1,0 0-1,0 1 1,1-1-1,-1 0 1,0 0-1,0 0 1,0 0-1,1 0 1,-1 1-1,0-1 1,0 0-1,0 0 1,0 0-1,1 1 1,-1-1-1,0 0 1,0 0-1,0 1 1,0-1-1,0 0 1,0 0-1,0 1 1,0-1 0,1 0-1,-1 0 1,0 1-1,0-1 1,0 0-1,0 0 1,0 1-1,-1-1 1,1 0-1,0 1 1,0 1-6,-1 0 1,0 1-1,0-1 0,0 0 1,0 0-1,0 0 1,0 0-1,-1 0 0,1 0 1,-1 0-1,1 0 1,-1-1-1,0 1 0,-2 1 1,0 1-5,-22 19 152,-2-1-1,0-1 0,-61 33 1,36-27 56,-61 21 1,-60 13-87,68-25-34,-399 166 556,443-173-414,2 3-1,-103 71 1,153-96-203,7-5-16,-1 0 1,1 1 0,0 0 0,-1-1-1,1 1 1,0 0 0,1 0 0,-1 1-1,-4 5 1,8-9-17,-1 0 1,0 0-1,0 0 0,0 0 1,0 0-1,0 0 0,0 0 0,0 0 1,1 0-1,-1 0 0,0 0 0,0 0 1,0 0-1,0 0 0,0 0 0,0 0 1,1 0-1,-1 0 0,0 0 0,0 0 1,0 0-1,0 0 0,0 0 0,0 0 1,0 0-1,0 0 0,1 0 0,-1 0 1,0 1-1,0-1 0,0 0 0,0 0 1,0 0-1,0 0 0,0 0 0,0 0 1,0 0-1,0 0 0,0 1 0,0-1 1,0 0-1,0 0 0,0 0 0,0 0 1,0 0-1,0 0 0,0 0 0,0 1 1,0-1-1,0 0 0,0 0 0,0 0 1,0 0-1,0 0 0,0 0 0,0 1 1,0-1-1,0 0 0,14-9-1406,-12 7 1227,25-18-591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04.62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74 65 9154,'-16'-15'3233,"-29"-29"533,45 43-3760,-1 1 1,1 0-1,0-1 0,0 1 1,-1 0-1,1-1 0,0 1 1,0 0-1,-1 0 1,1-1-1,0 1 0,-1 0 1,1 0-1,0 0 0,-1-1 1,1 1-1,0 0 1,-1 0-1,1 0 0,-1 0 1,1 0-1,0 0 1,-1 0-1,0 0 0,-2 7 41,4 15-29,7 7 51,1 1 0,24 52 0,-10-27 8,25 47-11,-41-86-87,-5-11-272,0-1-1063,3-17-3203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05.09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99 170 6697,'-23'-7'4947,"16"6"-4665,0-1 1,0 0-1,1 0 1,-1-1-1,1 0 1,-12-7 0,17 9-173,-1 0 1,1 0 0,0 0 0,-1-1 0,1 1 0,0 0-1,0-1 1,0 1 0,0-1 0,0 0 0,0 1 0,0-1-1,1 0 1,-1 1 0,1-1 0,-1 0 0,1 0 0,-1-3-1,1 2-72,0 0 0,1 1 0,-1-1-1,1 0 1,-1 0 0,1 0 0,0 0-1,0 1 1,0-1 0,3-4 0,2-1-52,0 0 0,0 0-1,0 0 1,1 1 0,12-11 0,-17 17 18,0-1 0,1 0 0,-1 1 0,0-1 0,1 1 0,-1-1 0,0 1 0,1 0 0,0 0 0,3-1 0,-5 2-3,0 0 1,0 0-1,1 1 0,-1-1 1,0 0-1,0 0 0,1 1 1,-1-1-1,0 0 0,0 1 1,0-1-1,1 1 0,-1 0 1,0-1-1,0 1 0,0 0 1,0 0-1,0-1 0,0 1 1,0 0-1,-1 0 0,1 0 1,0 0-1,0 0 0,0 2 1,2 3 4,0 0 0,0 0 0,0 1 0,-1-1 0,0 1-1,0 0 1,-1 0 0,0 0 0,1 11 0,-1 3 13,-5 42 0,-14 43 19,8-51-1,10-54-38,-1 11 46,1-12-43,0 1 1,1-1-1,-1 0 1,0 1-1,0-1 0,0 0 1,0 0-1,1 0 1,-1 1-1,0-1 0,0 0 1,1 0-1,-1 0 1,0 1-1,0-1 0,1 0 1,-1 0-1,0 0 1,1 0-1,-1 0 0,0 0 1,1 0-1,-1 0 1,0 0-1,0 0 0,1 0 1,-1 0-1,0 0 1,1 0-1,-1 0 0,0 0 1,1 0-1,-1 0 0,0 0 1,0 0-1,1 0 1,-1-1-1,0 1 0,1 0 1,10-5 18,1-1 1,-1-1-1,-1 1 0,1-2 1,-1 1-1,14-15 0,2 0-7,-22 18-16,23-18-20,0 1 1,2 2-1,34-19 1,-58 36-333,-1 0 0,1 0 0,0 0 1,0 1-1,0 0 0,0 0 0,8 0 1,-3 3-922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13.23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31 210 6657,'-2'1'1557,"-14"4"1840,16-5-3374,-1 0-1,1 0 1,-1 0-1,1 0 1,-1 0 0,1 0-1,0-1 1,-1 1 0,1 0-1,-1 0 1,1 0-1,-1 0 1,1-1 0,-1 1-1,1 0 1,0 0 0,-1-1-1,1 1 1,0 0-1,-1-1 1,1 1 0,0 0-1,-1-1 1,1 1-1,0-1 1,0 1 0,-1 0-1,1-1 1,0 1 0,0-1-1,0 1 1,0-1-1,-1 1 1,1-1 0,0 0-1,0-1-7,0 0-1,0-1 1,-1 1-1,1 0 1,1 0-1,-1 0 0,0-1 1,1 1-1,-1 0 1,1 0-1,-1 0 1,1 0-1,1-3 1,1 1 32,0 0 0,0 0 1,0 0-1,0 0 0,0 0 0,7-4 1,22-19 153,1 1 0,62-36 0,-87 58-161,0 0 0,0 1 0,0-1 0,0 1 0,16-3 0,-22 6-24,0 0 1,0-1-1,-1 1 0,1 0 0,0 0 1,0 0-1,0 0 0,-1 1 1,1-1-1,0 0 0,0 1 1,-1 0-1,1-1 0,0 1 0,-1 0 1,1-1-1,0 1 0,-1 0 1,1 0-1,-1 1 0,0-1 1,1 0-1,-1 0 0,0 1 0,0-1 1,0 0-1,0 1 0,0-1 1,0 1-1,0 0 0,0-1 1,-1 1-1,1 0 0,0 3 0,1 2 9,-1 0-1,0 0 0,-1 0 0,0 0 0,0 1 0,0-1 0,-1 0 0,0 0 0,-1 0 1,1 0-1,-1 0 0,-1 0 0,-4 10 0,-6 8 28,0 0 1,-19 25-1,24-38-21,-13 23 62,20-35-92,1 0-1,0 0 1,0 0-1,0 0 0,0 1 1,0-1-1,0 0 1,0 0-1,0 0 1,0 0-1,0 1 1,0-1-1,0 0 1,0 0-1,0 0 1,0 1-1,0-1 0,0 0 1,0 0-1,0 0 1,0 0-1,0 1 1,0-1-1,0 0 1,0 0-1,0 0 1,0 0-1,0 1 0,0-1 1,1 0-1,-1 0 1,0 0-1,0 0 1,0 0-1,0 1 1,0-1-1,0 0 1,1 0-1,-1 0 0,9 0 4,11-4-8,23-12-18,-23 7 16,0 2 0,1 1 0,0 0 1,43-4-1,-53 9 6,1 0-1,0 1 1,-1 1 0,1 0-1,19 4 1,-27-4 1,-1 0 0,1 1-1,0-1 1,-1 1 0,1 0 0,-1 0-1,0 0 1,1 0 0,-1 0 0,0 1-1,0-1 1,-1 1 0,1 0 0,0 0-1,-1 0 1,0 1 0,0-1 0,0 0-1,0 1 1,0-1 0,1 5 0,-2-4-1,1 1 1,-1-1-1,0 1 1,0 0-1,-1-1 1,1 1-1,-1 0 1,0-1-1,-1 1 1,1 0-1,-1-1 1,0 1-1,0 0 1,-2 6-1,0-4 27,0 0 0,-1-1 0,0 0 0,0 0 0,0 0 0,-1 0 0,1-1 0,-11 9 0,0-2 159,0 0 1,-1-1-1,-1-1 0,0-1 1,0 0-1,-26 8 1,-47 12 453,65-20-727,-1-1 1,-36 5 0,38-12-970,24-1 1029,0 0 0,-1 0 0,1 0 0,-1 0 0,1-1 0,-1 1 0,1 0 0,0 0 0,-1 0 0,1-1 0,0 1 0,-1 0 0,1-1 0,0 1 0,-1 0 0,1-1 0,0 1 0,0 0 0,-1-1 0,1 1 0,0-1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13.90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167 19 6281,'5'-8'4145,"-3"1"-3425,-7 4-672,-3 3-48,-7 1 152,-2 5 249,-4 2 367,-3 2 128,3 7-104,-1-3-240,8 0-400,1-5-88,4-3-408,6-3-1000,1-6 896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14.11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5 5297,'3'-3'3633,"3"1"-2609,6 32-880,-12-12 336,2 3 136,5 4 385,1-5 87,5 2-112,-1-5-264,-2-5-368,1 2-128,-1 0-96,0 0-64,-2-1-40,-2-4-192,-5-4 136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14.67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4 220 6385,'-3'-24'4499,"3"-15"-4610,0 18 464,0 15-206,0 0 1,1 0-1,-1 0 0,1 0 0,1 0 0,-1 1 0,1-1 0,0 0 0,0 1 0,0-1 0,1 1 0,0 0 0,0 0 0,0 0 0,1 0 0,0 0 0,-1 1 0,2-1 0,-1 1 1,0 0-1,1 1 0,0-1 0,0 1 0,0 0 0,11-5 0,-15 8-129,1-1 1,-1 0 0,1 1-1,-1-1 1,1 1-1,0 0 1,-1 0 0,1-1-1,-1 1 1,1 0 0,0 0-1,-1 1 1,1-1-1,0 0 1,-1 1 0,1-1-1,-1 0 1,1 1-1,-1 0 1,3 0 0,-2 1-3,0-1 0,-1 1 1,1 0-1,0-1 0,-1 1 0,1 0 1,-1 0-1,0 0 0,0 0 1,0 0-1,0 0 0,2 4 1,0 4 16,-1 0 0,0 1 0,0-1 0,-1 1 0,0 11 0,-2 2 6,0-18-31,1 1 0,0-1 1,0 0-1,1 0 0,2 13 0,-3-17-7,1-1-1,-1 1 1,1-1-1,0 1 1,0-1-1,0 1 1,0-1-1,0 0 1,0 1-1,0-1 1,0 0 0,0 0-1,1 0 1,-1 0-1,0 0 1,1 0-1,-1 0 1,1 0-1,-1 0 1,1-1-1,0 1 1,-1-1-1,1 1 1,0-1-1,-1 0 1,1 1 0,2-1-1,3 0 3,1 0-1,0-1 0,-1 1 1,1-1-1,10-3 1,-12 2-2,0 0 1,0 1 0,0 0 0,-1 1-1,1-1 1,1 1 0,-1 0 0,0 1-1,10 1 1,-15-2-1,0 1 1,0-1-1,1 1 1,-1-1-1,0 1 1,0-1-1,0 1 0,-1-1 1,1 1-1,0 0 1,0 0-1,0-1 0,0 1 1,-1 0-1,1 0 1,0 0-1,-1 0 1,1 0-1,0 0 0,-1 0 1,0 0-1,1 0 1,-1 0-1,0 0 0,1 1 1,-1-1-1,0 0 1,0 0-1,0 0 1,0 0-1,0 0 0,0 1 1,0-1-1,0 0 1,-1 0-1,1 0 0,0 0 1,-1 0-1,1 0 1,-1 0-1,0 1 1,-1 3 22,0 0 0,-1 0 0,1-1 0,-1 1 0,0-1 0,-1 0 0,-5 7 0,-1-4-50,0 0-1,0 0 1,0-1-1,0-1 1,-1 0 0,0 0-1,0-1 1,0-1-1,-17 4 1,12-4-317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15.44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83 0 6497,'15'2'4553,"-2"3"-3040,-5 16-1313,0 10-72,-8 8-56,0 6 0,-1-2-16,-7-5 40,5-2 104,-11-9 48,4-5 24,3 3 0,-12-9-144,2 3-56,-6-3-416,7-3-728,7-6 720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15.66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41 4513,'6'-15'4217,"-1"-1"-1152,6 11-2097,-4 0-296,7 12-344,0 6-136,0 7-64,0 2 72,0 2 168,6 1-24,4-1 24,-8-5-40,8-6-120,-3-6-64,-3-5-88,2 3-24,-8-5-848,-1-2 600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16.09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10 162 9010,'-5'-44'6253,"3"31"-6209,-1-23 0,3 33-37,0-1-1,1 1 1,-1-1 0,1 1 0,0-1 0,-1 1 0,1-1-1,1 1 1,-1 0 0,1-1 0,1-2 0,-1 4-5,-1 0 1,1 0 0,0 0-1,-1 0 1,1 1 0,0-1-1,0 1 1,0-1 0,0 1-1,1 0 1,-1 0 0,0 0-1,0 0 1,1 0 0,-1 0-1,1 1 1,-1-1 0,0 1-1,1 0 1,-1-1 0,1 1-1,-1 1 1,1-1 0,-1 0-1,1 0 1,2 2 0,-1-2-1,-1 1 0,0 0 0,0 0 1,1 1-1,-1-1 0,0 0 0,0 1 1,0 0-1,-1 0 0,1 0 0,0 0 1,-1 0-1,1 1 0,-1-1 0,0 1 1,0 0-1,0-1 0,3 6 0,2 8 16,-1-1-1,-1 1 1,6 28 0,-10-34 1,1-1 0,-1 1 0,-1-1 0,0 1 0,0 0 0,-1-1 0,-4 19 0,2-17 5,0-4-2,1 1-1,0 0 0,0 0 0,1 1 0,0-1 0,0 0 0,2 14 0,-1-21-15,0-1-1,0 0 0,1 1 0,-1-1 0,0 0 0,0 1 0,1-1 0,-1 0 0,0 1 0,1-1 1,-1 0-1,0 0 0,1 1 0,-1-1 0,1 0 0,-1 0 0,0 0 0,1 0 0,-1 1 0,1-1 1,-1 0-1,1 0 0,-1 0 0,0 0 0,1 0 0,-1 0 0,1 0 0,-1 0 0,1 0 1,-1 0-1,1 0 0,-1-1 0,0 1 0,1 0 0,-1 0 0,1 0 0,-1-1 0,1 1 0,19-9 72,-19 8-63,45-23-324,-1-1 1,59-46 0,-82 54-1952,-2 3 839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16.25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7386,'6'4'5177,"2"-1"-3785,-2 1-664,-3 5-576,-2 1-80,-4-2-24,-1 2-8,-3-5-40,0 0-864,6-10 592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16.65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0 158 5913,'1'-13'1908,"0"0"0,5-20 0,-5 28-1898,1 0 0,0 0 0,0 1 0,0-1 0,0 1 0,1-1 0,-1 1 0,1 0 0,7-7 0,-3 3 67,-4 5-14,-1-1 1,1 1 0,0 0-1,0 1 1,0-1 0,0 1-1,1-1 1,-1 1 0,1 0 0,-1 0-1,1 0 1,0 1 0,7-3-1,-6 3 15,-1 1-1,1-1 0,0 1 0,0 0 0,0 0 1,-1 1-1,1-1 0,9 3 0,-11-2-12,0 1-1,0-1 0,0 0 1,0 1-1,-1-1 1,1 1-1,0 0 1,-1 0-1,0 0 0,1 0 1,-1 1-1,0-1 1,0 1-1,0-1 1,2 4-1,0 2 65,-1 0 0,1 0-1,-1 1 1,-1-1 0,0 1-1,0-1 1,0 1 0,-1 0 0,-1 0-1,1 0 1,-1-1 0,-1 1 0,0 0-1,0 0 1,-1-1 0,0 1-1,0-1 1,-6 14 0,-2 18 279,9-40-403,1 1 0,-1 0-1,1 0 1,0-1 0,-1 1 0,1 0 0,0 0-1,0 0 1,-1 0 0,1 0 0,0-1 0,0 1-1,0 0 1,0 0 0,0 0 0,0 0 0,1 0 0,-1 0-1,0-1 1,0 1 0,1 0 0,-1 0 0,0 0-1,1-1 1,-1 1 0,1 0 0,-1 0 0,1-1-1,-1 1 1,1 0 0,0-1 0,-1 1 0,1-1-1,0 1 1,-1-1 0,1 1 0,0-1 0,0 1-1,-1-1 1,1 0 0,0 1 0,0-1 0,0 0-1,0 0 1,1 1 0,3-1 3,0 1 0,0-1 0,0 0-1,0 0 1,0 0 0,10-2 0,-5-1-131,0 0 0,-1 0 0,1-1 0,-1 0 0,0-1 0,0 0 0,8-6 0,-5 2-1588,0 0-1,12-13 0,4-9-776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17.01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0 137 8882,'0'-2'581,"1"-1"1,-1 1-1,0 0 1,0 0-1,1 0 1,-1 0-1,1 0 0,2-4 1,-2 4-348,0 0 0,0 0 1,1 0-1,-1 0 1,0 1-1,1-1 0,2-2 1,2 0-370,0 0 1,0 1 0,0 0-1,11-4 1,5-4 557,-2 1-383,0 0 1,0 2-1,1 0 1,0 1-1,25-5 0,-28 8-4,-14 3-27,1-1 0,0 1 0,0 1 0,0-1 0,0 1 0,6 0 0,-10 0-6,1 0 0,-1 0 0,0 1-1,0-1 1,0 1 0,0-1 0,0 1-1,0-1 1,0 1 0,0 0-1,0-1 1,0 1 0,0 0 0,0 0-1,0-1 1,0 1 0,-1 0 0,1 0-1,0 0 1,-1 0 0,1 0 0,-1 0-1,1 0 1,-1 1 0,1-1 0,-1 0-1,0 0 1,0 0 0,1 0 0,-1 3-1,0 3 29,0 1 0,0-1 0,0 0-1,-3 12 1,-1 14 120,5-14-49,0 0 0,2 0 1,0 0-1,1-1 1,7 23-1,-1 9 4,4-9-148,-9-25-174,2-4 94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17.20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86 10922,'31'-20'5690,"5"-3"-4394,6 9-1152,4 1-280,3 8-504,3-1-417,-3 2 633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21:02:18.19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56 227 6753,'-4'-4'1358,"1"0"-1,0 0 0,0 0 0,-5-8 0,6 8-1092,1 1 1,-1 0-1,-1-1 1,1 1-1,0 0 1,-1 1 0,1-1-1,-1 0 1,-5-3-1,1 4 342,9 8-359,9 9-183,-2-5-40,1 0-1,0-1 0,0-1 1,1 0-1,0 0 0,0-1 1,1-1-1,13 6 0,2-1 32,0-1-1,48 11 1,-55-17-1,0 0 0,0-1-1,0-1 1,0-1 0,0-1 0,0-1 0,0 0 0,1-2 0,-2 0 0,1-1-1,0-1 1,31-13 0,44-30 231,-56 26-232,62-24 0,-89 41-53,1 1 0,0 1 0,1 0 1,-1 0-1,0 1 0,1 1 0,0 0 0,-1 1 0,17 2 1,11 6-1,0 2 0,41 15 0,-40-11 8,73 13-1,-100-24-4,0-2 0,0 0 0,1-1 0,-1 0 1,0-1-1,0-1 0,0 0 0,27-8 0,14-10 5,-25 9 30,1 1 1,59-12 0,65 13 858,-9 0 107,81-35-74,-4-21-1654,-137 35 380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32:54.78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209 342 1536,'-15'-42'10264,"1"60"-9292,14-18-953,-19 34 620,1 0 1,-23 63 0,-14 29-244,49-114-326,3-5 30,0-1 0,-1 0 0,1 0 0,-1 0 0,0 0 0,0-1 0,-1 0-1,-6 6 1,12-15 151,66-116-92,-33 56 29,75-105 0,-104 162-123,1 0-1,0 1 1,0-1-1,1 1 1,7-5-1,-13 10-52,0 0-1,1 0 1,-1 0-1,0 0 0,0 0 1,1 1-1,-1-1 1,1 1-1,-1-1 0,0 1 1,1-1-1,-1 1 1,1 0-1,-1 0 0,1 0 1,-1 0-1,1 0 1,-1 0-1,1 0 0,-1 0 1,1 0-1,-1 1 1,1-1-1,-1 1 0,0-1 1,1 1-1,-1-1 1,1 1-1,-1 0 0,0 0 1,0 0-1,0 0 1,1 0-1,-1 0 0,0 0 1,0 0-1,0 0 1,1 2-1,1 3-4,1-1 0,-1 1 0,0 0 0,-1 1 0,1-1 0,-1 0 0,1 9 0,6 48 13,-8-48-14,0 1 0,2-1 0,7 26 0,-6-28 4,1-1-1,0-1 1,1 1-1,0-1 1,1 0-1,13 18 1,-20-29-10,0 0 1,1 0 0,-1 0-1,0 1 1,0-1-1,0 0 1,0 0-1,1 0 1,-1 1 0,0-1-1,0 0 1,0 0-1,0 0 1,1 0 0,-1 1-1,0-1 1,0 0-1,1 0 1,-1 0-1,0 0 1,0 0 0,1 0-1,-1 0 1,0 0-1,0 0 1,1 0-1,-1 0 1,0 0 0,0 0-1,1 0 1,-1 0-1,0 0 1,0 0 0,1 0-1,-1 0 1,0 0-1,0 0 1,1 0-1,-1-1 1,0 1 0,0 0-1,0 0 1,1 0-1,-1 0 1,0-1 0,0 1-1,0 0 1,1 0-1,-1 0 1,0-1-1,0 1 1,0 0 0,0 0-1,0 0 1,0-1-1,0 1 1,0 0-1,1 0 1,-1-1 0,0 1-1,0 0 1,0 0-1,0-1 1,0 1 0,3-26 103,-2 14 1,0-9 77,0 1 1,-2-1 0,0 0 0,-8-38 0,2 12-25,4 15-73,1-1 0,2-48 1,2 62-105,0 1 0,1-1 0,1 1 0,1-1 0,12-29 0,-13 39-186,1 1-1,-1-1 1,1 1-1,1 1 0,7-9 1,5-1-295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17:32:56.4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65 442 6185,'14'-30'4059,"-9"21"-3703,0 1 0,1 1 0,6-16 2227,-14 28-2467,-1-1 1,1 1-1,0 0 1,0 0-1,0 1 1,-1 8-1,-5 40 61,4-24-142,-1 3-14,1 4 19,-2 0 0,-2-1 0,-1 0 0,-17 42 0,5-28 274,24-66 149,3-27 1,-3 13-291,3-7 5,2 1 1,1 0-1,1 0 1,22-48-1,-28 75-156,1 0-1,0 1 1,0 0 0,1 0 0,9-11-1,-12 16-6,0 0-1,0 0 0,0 0 0,1 0 1,-1 1-1,1-1 0,0 1 0,0 0 1,0 0-1,0 0 0,0 1 0,0-1 1,0 1-1,5-1 0,-6 2-3,-1 0-1,0 0 1,0 0 0,0 0-1,0 1 1,0-1 0,1 1-1,-1-1 1,0 1 0,0 0-1,0 0 1,0 0 0,-1 0-1,1 0 1,0 0 0,0 1-1,0-1 1,-1 0 0,1 1-1,-1-1 1,1 1 0,-1 0-1,0 0 1,2 3 0,3 5 4,-1 0 0,0 1 0,5 17 0,-1-3 4,-7-21-17,1 4 7,1 1 0,0-1-1,0 0 1,10 12-1,-13-18-2,0-1 0,0 1 0,0-1-1,0 0 1,1 1 0,-1-1 0,1 0-1,-1 0 1,1 0 0,-1 0 0,1 0-1,0-1 1,-1 1 0,1 0 0,0-1-1,0 1 1,-1-1 0,1 1 0,0-1-1,0 0 1,0 0 0,-1 0 0,1 0-1,0 0 1,0 0 0,0-1 0,0 1-1,-1-1 1,1 1 0,2-2 0,-1 1 13,-1-1 0,0 0 1,0 1-1,1-1 0,-1 0 1,0 0-1,-1-1 0,1 1 1,0 0-1,-1-1 1,1 1-1,-1-1 0,0 1 1,1-1-1,0-4 0,5-8 96,9-19 147,-2-1 1,-1 0-1,13-66 1,4-8-134,-10 48-1150,32-66 1,-46 113 203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4:35.3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11370,'0'0'296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9:24:42.3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3304 375 7498,'-1'-3'75,"-1"-1"0,1 1 0,-1 0 1,0 0-1,-1 0 0,1 0 1,0 0-1,-1 0 0,0 1 1,1-1-1,-1 1 0,0-1 0,0 1 1,0 0-1,-1 1 0,-4-3 1,-2 1-50,1 0 0,-1 1 0,0 1 1,0 0-1,-12 0 0,-899-17 473,849 18-417,0 4 0,-74 12-1,116-9-75,29-7-6,0 0 1,1 0-1,-1 0 1,1 1-1,-1-1 1,0 0-1,1 0 1,-1 0-1,1 1 1,-1-1 0,1 0-1,-1 1 1,0-1-1,1 1 1,0-1-1,-1 0 1,1 1-1,-1-1 1,1 1-1,-1 0 1,1-1-1,-1 2 1,1-2-1,1 1 0,-1-1 0,0 0 0,0 1 0,0-1 0,1 1 1,-1-1-1,0 1 0,0-1 0,1 0 0,-1 1 0,1-1 0,-1 0 0,0 1 0,1-1 0,-1 0 1,1 1-1,-1-1 0,0 0 0,1 0 0,0 1 0,29 8-1,12-4 6,1-2 0,69-5 0,-75 1-4,396-35 126,0-27 147,-63 9-39,-351 51-107,-13 1-47,0 1 1,0 0 0,0 1 0,0 0 0,0 0 0,10 1-1,-15-1-78,-1 0-1,0 0 0,0 0 1,0 0-1,1 0 0,-1 0 1,0-1-1,0 1 1,0 0-1,1 0 0,-1 0 1,0 0-1,0 0 0,1 0 1,-1 1-1,0-1 0,0 0 1,0 0-1,1 0 0,-1 0 1,0 0-1,0 0 0,0 0 1,1 0-1,-1 0 1,0 1-1,0-1 0,0 0 1,0 0-1,1 0 0,-1 0 1,0 1-1,0-1 0,0 0 1,0 0-1,0 0 0,0 0 1,1 1-1,-1-1 1,0 0-1,0 0 0,0 1 1,0-1-1,0 0 0,0 0 1,0 0-1,0 1 0,0-1 1,0 0-1,0 0 0,0 1 1,0-1-1,0 0 0,0 0 1,0 0-1,-1 1 1,1-1-1,0 0 0,0 0 1,0 0-1,0 1 0,0-1 1,-16 10 30,-12 3-14,0-2 0,-51 14 1,-66 8 8,118-27-24,-962 175 60,768-136-48,626-108-27,-207 37 6,57-18 15,242-25 44,-491 69-42,-1 0 0,1 0 0,-1 0 0,11 3 0,-15-3-10,-1 0 1,1 0-1,0 0 0,-1 1 1,1-1-1,-1 0 0,1 0 1,-1 1-1,1-1 0,-1 0 1,1 1-1,-1-1 1,0 0-1,1 1 0,-1-1 1,1 1-1,-1-1 0,0 1 1,1-1-1,-1 1 0,0 0 2,0-1-1,0 1 0,0 0 1,0-1-1,0 1 0,0 0 0,-1-1 1,1 1-1,0-1 0,0 1 0,-1 0 1,1-1-1,0 1 0,-1-1 0,1 1 1,-1-1-1,1 1 0,-1-1 0,1 1 1,0-1-1,-1 0 0,-1 1 0,-6 5 11,0-1-1,-1-1 0,1 1 0,-1-1 0,0-1 0,-1 0 0,1 0 0,-11 1 0,8-1-6,-68 15 25,-117 9 1,113-17-25,-652 62 3,2-51-3,727-21-8,-15 1 0,-1-2 0,1-1 0,-30-6 0,50 8 0,1 0 0,0-1 0,-1 1 1,1-1-1,-1 1 0,1-1 1,0 1-1,0-1 0,-1 0 0,1 0 1,0 0-1,-2-1 0,3 1 1,0 1-1,0 0 0,-1-1 1,1 1-1,0 0 0,0-1 0,0 1 1,0 0-1,0-1 0,0 1 1,0 0-1,0-1 0,0 1 0,0-1 1,0 1-1,0 0 0,0-1 1,0 1-1,0 0 0,0-1 1,0 1-1,0 0 0,1-1 0,-1 1 1,0 0-1,0-1 0,0 1 1,1 0-1,-1-1 0,3-1 2,-1-1 0,1 1 0,-1 0 0,1 1-1,0-1 1,0 0 0,0 1 0,5-2 0,22-7 2,1 2 1,53-7-1,-56 10-1,1476-190 18,-1450 190-1,174-12 42,-156 14 300,81 9 0,-139-5-232,-9-1-74,-1 0 0,1 0 0,-1 0-1,1 1 1,-1-1 0,0 1 0,1 1 0,-1-1 0,0 0 0,1 1 0,-1 0 0,0 0 0,0 0 0,5 5 0,-8-7-51,-1 0-1,0 1 0,1-1 0,-1 0 1,0 1-1,0-1 0,0 0 0,1 1 1,-1-1-1,0 0 0,0 1 0,0-1 0,0 1 1,0-1-1,0 0 0,0 1 0,1-1 1,-1 0-1,0 1 0,0-1 0,-1 1 1,1-1-1,0 0 0,0 1 0,0-1 1,0 0-1,0 1 0,0-1 0,0 1 1,-1-1-1,1 0 0,0 1 0,0-1 1,0 0-1,-1 1 0,1-1 0,0 0 1,-1 0-1,1 1 0,0-1 0,0 0 1,-1 1-1,-4 1 9,1 1-1,0-1 1,-1 0 0,1 0-1,-1 0 1,1-1 0,-1 1 0,-7 0-1,-53 6 53,64-7-64,-576 17 363,461-18-304,-1402-39 140,1041 42-156,439-1-5,83-6-30,668-15 40,-141 6-22,29-22 8,-151 7-6,-327 24 11,-220 12 327,-554 21-111,-618 36-231,555 11 3,684-72-27,19-3 2,0 1 1,-1 0-1,1 1 0,1 0 1,-1 0-1,-11 6 0,23-9-2,-1 0-1,0 0 1,0 0-1,0 0 0,1 0 1,-1 1-1,0-1 1,0 0-1,0 0 0,0 0 1,0 0-1,1 0 1,-1 0-1,0 0 1,0 1-1,0-1 0,0 0 1,0 0-1,0 0 1,0 0-1,1 1 0,-1-1 1,0 0-1,0 0 1,0 0-1,0 0 1,0 1-1,0-1 0,0 0 1,0 0-1,0 0 1,0 1-1,0-1 0,0 0 1,0 0-1,0 0 1,0 0-1,0 1 0,0-1 1,0 0-1,0 0 1,-1 0-1,1 0 1,0 1-1,0-1 0,0 0 1,0 0-1,0 0 1,0 0-1,0 0 0,-1 1 1,1-1-1,0 0 1,0 0-1,0 0 1,0 0-1,-1 0 0,19 3 9,1-1-1,-1-1 1,0-1 0,19-1-1,-7 0 1,1475-89 104,-895 46-90,-583 42-21,52-4-1,1 3 0,116 11-1,-183-7 1,32 6 15,-42-7-14,0 1 0,-1 0 0,1 0 0,-1 0 0,1 0 0,-1 0 0,1 1 0,-1-1 0,0 1-1,0-1 1,1 1 0,-1 0 0,2 2 0,-4-4-1,0 1 0,0-1 0,1 0 0,-1 1 0,0-1-1,0 1 1,1-1 0,-1 0 0,0 1 0,0-1 0,0 1-1,0-1 1,0 1 0,0-1 0,0 1 0,0-1 0,0 0-1,0 1 1,0-1 0,0 1 0,0-1 0,0 1 0,0-1-1,0 0 1,-1 1 0,1-1 0,0 1 0,0-1 0,0 1-1,-1-1 1,1 0 0,0 1 0,0-1 0,-1 0 0,1 1-1,0-1 1,-1 0 0,1 0 0,-1 1 0,1-1 0,0 0-1,-1 0 1,1 0 0,-1 1 0,1-1 0,0 0 0,-1 0-1,-8 4 18,-1 0 0,1-1 0,-1-1 0,-17 4 0,-59 4 48,-573 8 79,521-19-142,-1447-4 21,1560 4-9,24-1-12,6 0-1,41-8 6,827-93 106,-692 86-111,151-17 14,400-33 10,-703 65-27,-8 0 1,0 1 0,1 1 0,26 4 0,-34-1 5,-11 1 1,-4-3-7,-1 1 1,1-1-1,-1 0 1,0 0 0,0-1-1,0 1 1,1 0 0,-1 0-1,0-1 1,-3 1 0,-28 7 4,-1-2 0,-49 3 0,45-6 4,-900 60 65,546-41-56,333-19-17,-277 13 18,4-27-11,307 9-8,11 1 3,0-1 1,0 0-1,0 0 0,0-1 1,0-1-1,-25-11 1,37 15-3,1-1 0,0 1 0,0-1 0,0 1 0,0-1 0,0 0 0,0 1 1,0-1-1,0 0 0,0 0 0,0 0 0,0 0 0,0 0 0,1 0 0,-1 0 0,0 0 1,1 0-1,-1 0 0,0-2 0,1 2 0,0 0 0,0 0 0,0 0 0,0 0 0,1 1 1,-1-1-1,0 0 0,1 0 0,-1 0 0,0 1 0,1-1 0,-1 0 0,1 0 0,-1 1 0,1-1 1,-1 0-1,1 1 0,0-1 0,-1 1 0,1-1 0,1 0 0,6-4 6,1 0 0,-1 1 0,1 0 0,0 1 0,12-3 0,54-13 6,125-15 1,92 8-8,-223 21-7,1333-66 25,-1386 71-25,5-1 3,0 2-1,28 3 1,-43-1 6,-10 0 4,-32 5 12,-442 22 108,365-26-120,-185 6 19,-559 28 30,833-37-60,-53 3 7,-1 4-1,-94 21 1,138-16-2,23-4 0,11-8-5,0-1-1,0 0 1,0 0-1,0 1 1,0-1-1,0 0 1,-1 1-1,1-1 1,0 0-1,0 1 0,0-1 1,0 0-1,0 1 1,0-1-1,1 0 1,-1 1-1,0-1 1,0 0-1,0 0 1,0 1-1,0-1 1,0 0-1,0 1 1,1-1-1,-1 0 0,0 0 1,0 1-1,0-1 1,1 0-1,-1 0 1,0 0-1,1 1 1,3 1 3,1 1 0,0-1 0,0-1 0,0 1 0,0-1 0,10 2 0,68 11 40,122 5 1,92-13-38,681-41 25,-381 7 0,-591 27-32,177 2 4,-139 5 4,-34-1 28,-12 0 7,-22 5 67,-33 1 95,-87 5 1,-786 21 64,687-33-248,-732 1 10,959-6-30,-10 1 12,0-1 0,-28-5 0,50 3-2,9 0 0,5 0-8,1 0 0,-1 0 0,1 1 0,0 0 0,19 0 0,9 0 0,765-45 37,-637 40-38,-1 0-1,507-16 24,-4 40-6,-590-10-18,77 17 0,-142-22 1,32 10 8,-44-11-11,0-1 1,0 1 0,0 0-1,0 0 1,0 0-1,0 0 1,0 0 0,0 1-1,-1-1 1,1 1-1,-1-1 1,1 1 0,-1-1-1,1 1 1,-1 0-1,2 3 1,-3-4 0,0-1-1,0 1 1,1 0-1,-1 0 1,0-1-1,0 1 1,0 0 0,0 0-1,0-1 1,0 1-1,-1 0 1,1 0-1,0-1 1,0 1 0,-1 0-1,1-1 1,0 1-1,-1 0 1,1-1-1,0 1 1,-1 0 0,1-1-1,-1 1 1,1-1-1,-1 1 1,1-1 0,-1 1-1,0-1 1,1 1-1,-1-1 1,1 0-1,-1 1 1,0-1 0,0 0-1,1 1 1,-2-1-1,-11 6 10,-1 0-1,1-1 0,-29 7 0,-62 9 22,-601 66 36,527-69-67,-469 43 3,1-26 10,628-34-13,3 0 4,0-1 1,1 0 0,-1 0 0,1-2-1,-24-4 1,37 6-5,1 0 0,0 0 1,0 0-1,0-1 0,0 1 0,-1 0 0,1 0 0,0 0 1,0 0-1,0 0 0,0 0 0,0 0 0,-1 0 1,1 0-1,0 0 0,0-1 0,0 1 0,0 0 0,0 0 1,0 0-1,0 0 0,0 0 0,-1-1 0,1 1 1,0 0-1,0 0 0,0 0 0,0 0 0,0-1 0,0 1 1,0 0-1,0 0 0,0 0 0,0 0 0,0 0 1,0-1-1,0 1 0,0 0 0,0 0 0,0 0 1,0-1-1,8-5 5,-2 3-1,0 0-1,0 0 1,1 1-1,11-3 1,255-45 40,18 15-25,-180 23-14,617-79 5,34-3 14,-425 63-19,-9 25-3,-322 6-2,58 5 0,-60-5 0,0 0 0,0 1 0,0 0 0,0 0 0,-1 0 0,1 0 0,0 1 0,0 0 0,6 3 0,-10-4 0,1-1 0,-1 1 0,0-1 1,0 0-1,1 1 0,-1-1 0,0 1 0,0-1 0,0 1 0,1-1 0,-1 1 0,0-1 1,0 1-1,0-1 0,0 1 0,0-1 0,0 1 0,0-1 0,0 0 0,0 1 1,0-1-1,0 1 0,-1-1 0,1 1 0,0-1 0,0 1 0,0-1 0,-1 1 0,1-1 1,0 0-1,0 1 0,-1-1 0,1 1 0,0-1 0,-1 0 0,1 1 0,-1-1 1,1 0-1,0 0 0,-1 1 0,1-1 0,-1 0 0,1 0 0,-1 1 0,-8 4 4,0 0 0,0-1 0,0 0 0,-1 0 0,1-1-1,-1 0 1,0-1 0,0 0 0,-18 1 0,-7 3 3,-326 38 40,-8-21-33,236-15-13,-290 15 3,-823 54 15,1074-65-3,141-14 0,28-2-8,13-1-1,33-7 4,84-14 0,278-22-8,15 20-3,-200 14 3,-141 9 1,517-27 6,-404 30-9,211 25 0,-389-21 0,121 17 9,-117-15-9,0 1-1,0 0 1,0 1-1,-1 1 1,17 9-1,-32-15 1,1 1 0,-1-1-1,0 1 1,0-1 0,0 1-1,0 0 1,0 0 0,0 0-1,2 4 1,-4-6 0,1 1-1,-1 0 1,0-1-1,1 1 1,-1 0 0,0-1-1,0 1 1,1 0 0,-1-1-1,0 1 1,0 0 0,0 0-1,0-1 1,0 1-1,0 0 1,0 0 0,0-1-1,0 1 1,-1 0 0,1-1-1,0 1 1,0 0-1,-1 0 1,1-1 0,0 1-1,-1-1 1,1 1 0,0 0-1,-1-1 1,1 1 0,-1-1-1,1 1 1,-2 0-1,-2 2 5,0-1 0,0 1 1,-1-1-1,1 0 0,-1 0 0,1-1 0,-1 0 0,-9 2 0,-51 5 26,50-6-25,-449 9 76,374-11-83,-1171-7 24,1213 7-23,-112-3 3,111-3 10,38 0 0,14-1-3,22-5 6,46-6-1,0 2-1,79-6 1,-116 17-13,1298-97 22,-1076 106-21,-209-1-3,-1 2 0,0 2 0,59 17 0,-96-21 0,0 0 0,-1 1 0,1-1 0,-1 2 0,12 6 0,-19-10 0,0 0 0,0-1 0,0 1 0,0 0 0,0 0 0,0 0 0,0-1 0,0 1 1,0 0-1,0 0 0,0 1 0,0-1 0,-1 0 0,1 0 0,-1 0 0,1 0 0,-1 1 0,1-1 0,-1 0 0,1 1 0,-1-1 0,0 0 0,0 0 1,0 1-1,0-1 0,0 0 0,0 1 0,0-1 0,0 0 0,-1 1 0,1-1 0,0 0 0,-1 1 0,1-1 0,-1 0 0,1 0 0,-1 0 1,0 1-1,1-1 0,-1 0 0,-2 2 0,0 0 2,-1 1 0,0-1 0,0 1 0,0-1 0,0-1 0,-1 1 0,1 0 0,-1-1 0,-6 3-1,-51 12 20,52-15-19,-79 17 10,-109 7 0,-97-6 6,203-16-17,-56 4 0,-515 48 6,624-50-6,36-4 5,8 0-5,13 0-1,414-31 32,-281 13-33,266-27 7,2 26-3,-412 17-3,83 4 0,-80-3 0,0 1 0,0 0 0,-1 0 0,1 1 0,-1 0 0,16 8 0,-24-11 0,0 0 0,-1 1 0,1-1 0,0 0 0,-1 1 0,1-1 0,0 0 0,-1 1 0,1-1 0,-1 1 0,1-1 0,0 1 0,-1-1 0,1 1 0,-1-1 0,0 1 0,1-1 0,-1 1 0,1 0 0,-1-1 0,0 1 0,0 0 0,1-1 0,-1 1 0,0 0 0,0-1 0,0 1 0,0 0 0,0 0 0,0-1 0,0 1 0,0 0 0,0-1 0,0 1 0,0 0 0,0 0 0,0-1 0,-1 1 0,1 0 0,0-1 0,-1 1 0,1 0 0,0-1 0,-1 1 0,1-1 0,-1 1 0,1 0 0,-1-1 0,1 1 0,-1-1 0,1 0 0,-1 1 0,1-1 0,-1 1 0,0-1 0,0 1 0,-16 5 4,0 0-1,0-1 1,0 0-1,-1-1 1,-22 1 0,-99 11 9,-141-2 0,-145-19-8,231 0 9,78 2-1,103-1-11,13 4-2,0 0 0,0-1 0,0 1 0,0 0 0,0 0 0,0-1 1,0 1-1,0 0 0,0-1 0,0 1 0,0 0 0,0 0 0,0-1 1,0 1-1,0 0 0,1 0 0,-1-1 0,0 1 0,0 0 0,0 0 1,1-1-1,-1 1 0,0 0 0,0 0 0,0 0 0,1 0 0,-1-1 1,0 1-1,0 0 0,1 0 0,-1 0 0,0 0 0,1 0 0,-1 0 0,0 0 1,0 0-1,1 0 0,33-9 7,342-34 26,-170 24-24,384-79 7,-584 96-16,20-3 0,-10 1 0,1 1 0,0 0 0,-1 1 0,1 1 0,33 2 0,-49 1 1,-8 2-1,-15 4-3,-357 52-8,374-59 11,-25 2 3,-188 28 10,172-22-10,1 2-1,-74 27 1,168-49 31,-6 2-28,374-107 15,-382 106-21,157-43 0,-142 42 0,96-9 0,-132 19 0,-9 0 0,0 0-1,1 0 1,-1 1 0,0 0 0,1 0 0,-1 1-1,0-1 1,1 1 0,-1 0 0,0 0-1,0 1 1,0 0 0,0-1 0,0 2-1,9 4 1,-13-6-1,1 0 1,-1 1-1,0-1 0,1 1 0,-1-1 0,0 0 0,0 1 1,0 0-1,0-1 0,0 1 0,0 0 0,0-1 0,-1 1 1,1 0-1,-1 0 0,1 0 0,-1 0 0,1-1 0,-1 1 1,0 0-1,0 3 0,-1-2 0,0 1 1,0-1-1,0 0 0,0 0 1,0 0-1,-1 0 1,1 0-1,-1 0 0,0 0 1,0 0-1,-3 3 1,-3 3-1,-1-1 1,0 0 0,0 0 0,-1-1 0,-20 12 0,1-5 2,-1-1 1,0-2 0,-1-1-1,-34 7 1,-131 17 15,152-28-17,-27 6 2,-82 9 0,123-18-2,0-1-1,-60-6 1,83 3-1,1 0 1,-1 0 0,1-1 0,0 0 0,-8-3 0,13 5-1,0-1 1,0 1-1,0-1 1,0 1-1,0-1 1,0 1-1,0-1 1,0 1 0,1-1-1,-1 0 1,0 1-1,0-1 1,1 0-1,-1 0 1,0 0-1,1 0 1,-1 0-1,1 1 1,-1-1 0,1 0-1,0 0 1,-1 0-1,1 0 1,0 0-1,0 0 1,-1 0-1,1 0 1,0-1-1,0 1 1,0 0 0,0 0-1,0 0 1,1 0-1,-1 0 1,0 0-1,0 0 1,1 0-1,-1 0 1,1 0-1,-1 0 1,1-1 0,3-3 0,-1 1 0,1-1 1,0 0-1,0 1 1,0 0-1,1 0 1,0 1-1,-1-1 1,1 1-1,7-4 1,10-4-1,27-9 0,-41 16-1,64-22 0,1 2 0,1 4 0,0 3 0,1 3 0,93-5 0,-157 19 0,63-2 0,-68 2 0,1 1 0,-1 0 0,0 0 0,1 0 0,-1 0-1,0 1 1,0 0 0,9 5 0,-14-7 0,-1 1 0,1-1-1,0 1 1,-1 0 0,1-1 0,0 1 0,-1 0 0,1 0-1,-1-1 1,1 1 0,-1 0 0,0 0 0,1 0 0,-1 0 0,0 0-1,1-1 1,-1 1 0,0 0 0,0 0 0,0 0 0,0 0-1,0 0 1,0 0 0,0 0 0,0 0 0,0 0 0,0 0-1,-1-1 1,1 1 0,0 0 0,-1 0 0,1 0 0,0 0 0,-1-1-1,1 1 1,-1 0 0,1 0 0,-1-1 0,0 1 0,1 0-1,-2 0 1,-9 6 0,0-1 0,-1 0 0,0-1 0,0 0 0,-23 5 0,-43 9 1,-1-3-1,-1-4 0,0-3 0,-96-2 1,174-7-1,-27 1 2,1-1 0,-1-2 0,1-1 0,-47-10 0,73 13-1,1 0-1,0 0 0,-1-1 0,1 1 1,0 0-1,0-1 0,-1 1 1,1-1-1,0 0 0,0 1 0,0-1 1,-1 0-1,1 0 0,0 0 1,0 0-1,0 0 0,1 0 1,-1 0-1,0 0 0,0 0 0,-1-2 1,2 2-1,0 0 0,1 0 1,-1 0-1,0 0 0,0 0 1,1 0-1,-1 0 0,0 0 0,1 0 1,-1 0-1,1 1 0,-1-1 1,1 0-1,0 0 0,-1 0 0,1 1 1,0-1-1,-1 0 0,1 1 1,0-1-1,1 0 0,8-6 2,0 2 0,-1-1-1,22-7 1,58-15-2,127-23 0,-173 42 0,9-3 0,78-14 0,-107 22 0,1 2 0,-1 0 0,32 3 0,-50-1-1,0 1 0,0-1 0,-1 1-1,1 1 1,0-1 0,-1 0 0,1 1 0,-1 0-1,5 3 1,-8-5 1,-1 1 0,1-1-1,0 1 1,0 0 0,-1-1 0,1 1-1,0 0 1,-1 0 0,1 0 0,-1-1-1,1 1 1,-1 0 0,1 0 0,-1 0-1,0 0 1,1 0 0,-1 0-1,0 0 1,0 0 0,0 0 0,1 0-1,-1 0 1,0 0 0,0 0 0,-1 0-1,1 0 1,0 0 0,0 0-1,0 0 1,-1 0 0,1 0 0,0 0-1,-1-1 1,1 1 0,-1 0 0,1 0-1,-1 0 1,0 0 0,1-1 0,-1 1-1,0 0 1,1-1 0,-1 1-1,-1 0 1,-4 6 0,-1-1 0,0 1 0,-1-2 0,1 1 0,-1-1 0,0 0 0,-15 6 0,-69 21 0,61-22 0,-61 17 5,-163 25-1,-102-10 9,198-26-11,88-8 0,-92 12 4,226-38 36,360-57-27,7 32-1,-309 32-13,-91 8 0,-8 0 0,1 1 0,-1 1 0,0 0 0,1 2 0,31 5 0,-53-6-1,0 1 0,1-1 0,-1 0 0,0 1 0,0-1 0,1 1 0,-1 0 0,0-1 0,0 1 0,0 0 0,2 1 0,-3-1 0,0-1 0,0 0 0,0 1 0,0-1 0,1 1-1,-1-1 1,0 0 0,0 1 0,0-1 0,0 1 0,0-1 0,-1 1-1,1-1 1,0 0 0,0 1 0,0-1 0,0 1 0,0-1 0,0 0-1,-1 1 1,1-1 0,0 1 0,0-1 0,-1 0 0,1 1 0,0-1 0,-1 0-1,1 0 1,0 1 0,-1-1 0,1 0 0,0 0 0,-1 1 0,1-1-1,0 0 1,-1 0 0,1 0 0,-1 0 0,1 1 0,-1-1 0,-15 7-1,0-1 1,-1 0 0,0-1 0,-28 4-1,-304 37 11,-7-26 3,254-16-12,62-2-1,-668 12 46,705-14-46,-51-6 4,53 6-4,-1 0 1,1 0-1,0-1 1,-1 1-1,1-1 1,0 1 0,-1-1-1,1 0 1,0 0-1,-1 1 1,0-3-1,2 3 1,-1 0-1,1-1 1,0 1-1,0-1 1,0 1-1,-1 0 1,1-1 0,0 1-1,0-1 1,0 1-1,0-1 1,0 1-1,0-1 1,0 1-1,0 0 1,0-1-1,0 1 1,0-1-1,0 1 1,0-1-1,0 1 1,1-1 0,-1 1-1,0 0 1,0-1-1,0 1 1,1-1-1,-1 1 1,0 0-1,1-1 1,-1 1-1,0 0 1,0-1-1,1 1 1,2-3 1,-1 1 1,1 0 0,-1 0-1,1 0 1,0 0-1,0 0 1,0 1-1,0-1 1,5-1-1,73-23 17,132-24-1,-157 38-19,115-25 2,319-65 5,3 22 2,-464 77-7,13-3-1,1 2 0,83 2 0,-124 2 0,1 0 0,0 1 0,-1-1 0,1 1 0,-1-1 0,1 1 0,-1 0 0,3 1 0,-5-2 0,1 0 0,-1 0 0,0 0 0,0 1 0,0-1 0,1 0 0,-1 0 0,0 0 0,0 0 0,0 1 0,1-1 0,-1 0 1,0 0-1,0 1 0,0-1 0,0 0 0,0 0 0,0 1 0,0-1 0,1 0 0,-1 0 0,0 1 0,0-1 0,0 0 0,0 0 1,0 1-1,0-1 0,0 0 0,0 0 0,0 1 0,-1-1 0,1 0 0,0 1 0,0-1 0,0 0 0,0 0 0,0 0 0,0 1 1,0-1-1,-1 0 0,1 0 0,0 1 0,-4 2 2,0 0 0,0 0 1,-1 0-1,1 0 0,-1-1 0,1 0 1,-1 0-1,-6 2 0,-62 20 30,-1-4 0,-114 16-1,153-30-22,-718 84 93,-3-47-70,523-32-23,114-4-7,-256 2 12,294-15 12,76 5-22,0 0 0,0 0 0,0 0 0,1-1 0,-6-1 0,9 2-4,1 1 1,-1 0-1,1 0 1,-1-1 0,1 1-1,0 0 1,-1 0-1,1-1 1,-1 1-1,1 0 1,0-1-1,-1 1 1,1-1-1,-1 1 1,1-1-1,0 1 1,0-1 0,-1 1-1,1-1 1,0 1-1,0-1 1,0 1-1,0-1 1,-1 1-1,1-1 1,0 1-1,0-1 1,0 1-1,0-1 1,0 1 0,0-1-1,0 1 1,0-1-1,1 0 1,-1 1-1,0-1 1,0 1-1,0-1 1,1 1-1,-1-1 1,0 1-1,0 0 1,1-1-1,-1 1 1,0-1 0,1 1-1,-1-1 1,1 1-1,-1 0 1,1-1-1,-1 1 1,1-1-1,6-4 6,-1 0-1,1 1 0,0 0 1,0 0-1,0 0 0,15-5 1,63-17 13,-81 25-18,496-108 29,17 35-18,608-1-4,-1082 74-8,122 3 0,-125 0 0,1 3 0,39 10 0,-68-13 0,-1 1 0,0 1 0,12 5 0,-21-9 0,-1 1 0,0 0 0,1-1 0,-1 1 0,0 0 0,0 0 0,0 0 0,1 0 0,-1 0 0,0 0 0,0 0 0,-1 0-1,1 1 1,0-1 0,0 0 0,0 1 0,0 2 0,-1-3 0,0 0 1,0 0-1,0 0 0,0 0 0,0 0 1,0 0-1,0 0 0,-1 0 0,1 0 1,0 0-1,-1 0 0,1 0 0,-1 0 1,1-1-1,-1 1 0,1 0 0,-1 0 1,0 0-1,1 0 0,-1-1 0,0 1 1,0 0-1,1-1 0,-1 1 0,0-1 1,-1 2-1,-8 3 5,0 0 0,0 0 1,0-1-1,-19 6 0,-58 11 15,-288 35 52,-17-29-37,313-23-30,-41 3-3,-871 44 19,-5-38-8,933-14-12,-216-11 2,238 8-1,1-2-1,0-1 1,1-2 0,-65-25-1,99 32 1,-3-1 1,1 0 0,-1-1 0,-12-8 0,19 11-3,0 1 1,0-1-1,0 0 1,0 1-1,0-1 1,1 0-1,-1 0 0,0 0 1,0 0-1,1 0 1,-1 0-1,0 0 1,1 0-1,-1 0 1,1 0-1,-1 0 0,1 0 1,0 0-1,-1-1 1,1 1-1,0 0 1,0 0-1,0 0 1,0-1-1,0 1 0,0 0 1,0 0-1,0 0 1,0 0-1,1-1 1,-1 1-1,1-2 0,1 0 1,0 1 0,0 0 0,0-1-1,0 1 1,0 0 0,1 0-1,-1 0 1,1 0 0,-1 1 0,1-1-1,-1 1 1,1 0 0,0-1-1,6 0 1,24-9 8,46-8-1,231-26-3,6 26-6,-298 18 1,475-14 4,599 57 0,-989-33-4,0 5 0,168 44 0,-254-53 0,-6-2 0,0 0 0,0 0 0,0 1 0,0 1 0,0 0 0,-1 0 0,0 1 0,0 0 0,14 13 0,-22-18 0,0 0 0,-1 1 0,1-1 0,-1 1 0,1 0 0,-1-1 0,0 1 0,0 0 0,1 0 0,-1 0-1,-1 0 1,1 0 0,1 2 0,-2-2 0,-1-1 1,1 0-1,0 0 0,-1 1 0,1-1 1,0 0-1,-1 0 0,0 0 0,1 0 1,-1 0-1,0 0 0,1 0 0,-1 0 1,0 0-1,0 0 0,0 0 0,0 0 1,0 0-1,0-1 0,0 1 0,0 0 1,0-1-1,0 1 0,0-1 0,0 1 1,-2 0-1,-7 3 5,0 0 0,-1 0 0,1-1 0,-1 0 0,-13 2 0,-63 3 13,80-8-17,-866 4 43,28-41-30,237 9-15,488 24 2,-277-19 1,377 20 3,-36-7 1,40 1-2,16 9-4,0 0 0,0-1 0,0 1 0,0 0 0,0 0 0,0-1 0,0 1 0,0 0 1,-1 0-1,1-1 0,1 1 0,-1 0 0,0 0 0,0-1 0,0 1 0,0 0 0,0 0 1,0-1-1,0 1 0,0 0 0,0 0 0,0 0 0,0-1 0,1 1 0,-1 0 1,0 0-1,0 0 0,0-1 0,0 1 0,1 0 0,-1 0 0,0 0 0,0 0 0,1-1 1,-1 1-1,4-2 2,1 0 0,0 0 0,-1 0 0,1 0 0,5 0 0,61-12 17,110-7 0,477-17 3,11 24-19,-370 9-3,1054-27 0,-1191 32 20,-141 3-17,-17 1-1,-13 0 5,-32 4 10,-76 4 1,111-12-17,-740 45 26,239-17-20,450-24-6,-1036 87 0,1027-84 1,1 3 1,-97 29 0,145-34-1,1 1 0,-18 9 0,33-15-2,-1 1 0,1 0 1,0-1-1,-1 1 0,1 0 0,0 0 0,0 0 0,0 0 0,0 0 1,0 0-1,0 0 0,0 0 0,0 0 0,0 1 0,1-1 0,-1 0 1,0 1-1,1-1 0,-2 3 0,3-3 0,-1 0 0,0 0 1,1 0-1,-1 0 0,1 0 0,-1 0 1,1 0-1,0 0 0,-1 0 0,1 0 1,0 0-1,0 0 0,0-1 0,0 1 0,-1 0 1,1-1-1,0 1 0,0 0 0,0-1 1,0 1-1,0-1 0,1 1 0,-1-1 1,0 0-1,0 1 0,0-1 0,2 0 1,37 8 5,1-1 1,0-3 0,43 0 0,-69-4-5,671-9 22,5-52-15,-249 4-7,-101 11-2,-137 31 1,-196 15 1,0 0-1,0 1 1,13 2 0,-12 1 2,-9-4-4,0 0 1,0 1-1,0-1 0,0 0 0,0 0 0,0 0 1,0 0-1,0 0 0,0 1 0,0-1 0,0 0 1,0 0-1,0 0 0,0 0 0,0 1 0,0-1 1,0 0-1,0 0 0,0 0 0,0 0 0,0 0 1,0 0-1,0 1 0,-1-1 0,1 0 0,0 0 1,0 0-1,0 0 0,0 0 0,0 0 0,0 0 1,0 0-1,-1 1 0,1-1 0,0 0 0,0 0 1,0 0-1,0 0 0,0 0 0,-1 0 0,1 0 1,0 0-1,-16 5 13,0-1 1,0-1-1,0-1 1,-33 2 0,28-3-6,-593 28 89,404-21-93,-838 12 10,563-14-10,433-5-2,-95 3 28,352-12 7,580-25-18,-424 14-13,385 9-4,-594 12-2,226 34 0,-353-33 0,0 1 0,-1 2 0,1 0 0,-1 2 0,28 13 0,-50-21 0,0 1 0,0 0 0,1 0 1,-1 0-1,-1 0 0,1 1 0,0-1 1,0 1-1,0-1 0,-1 1 0,1-1 1,0 1-1,-1 0 0,0 0 0,1 0 1,-1 0-1,0 0 0,0 0 1,0 0-1,0 0 0,0 3 0,-1-4 1,0 0-1,0 0 0,0 0 0,-1 0 1,1 0-1,0 0 0,-1 0 1,1 0-1,-1 0 0,1 0 1,-1 0-1,1 0 0,-1 0 0,0 0 1,1 0-1,-1 0 0,0-1 1,-1 2-1,-1 1 1,-1-1 0,0 0-1,0 1 1,0-1 0,1-1 0,-8 3 0,-33 7 8,-1-2 0,1-2 0,-55 1 0,-403 10 12,-11-25-15,-942-39 3,1404 44-8,-191-14 6,173 4 0,53 5-1,16 7-6,0 0 0,0 0 0,0 0 0,-1 0 0,1 0 0,0 0 0,0 0 1,0-1-1,0 1 0,0 0 0,0 0 0,0 0 0,0 0 0,0 0 0,0-1 1,0 1-1,0 0 0,0 0 0,-1 0 0,1 0 0,0 0 0,0-1 0,0 1 1,0 0-1,0 0 0,1 0 0,-1 0 0,0-1 0,0 1 0,0 0 1,0 0-1,0 0 0,0 0 0,0 0 0,0 0 0,0-1 0,0 1 0,0 0 1,0 0-1,0 0 0,1 0 0,-1 0 0,0 0 0,0 0 0,0-1 0,3 0 2,1-1 0,-1 1 0,0-1-1,1 1 1,-1 0 0,6-1 0,54-8 9,105-3 0,417 6-2,-191 5-8,236-14 5,453-3-4,-1012 19-2,83 12 0,-144-11 0,1 1 0,-1 0 0,15 6 0,-24-8 0,-1 0 0,1 0 0,0 0 0,-1 1 0,1-1 0,0 0 0,-1 1 0,1-1 1,0 0-1,-1 1 0,1-1 0,-1 1 0,1-1 0,0 1 0,-1-1 0,1 1 0,-1-1 1,0 1-1,1-1 0,-1 1 0,1 0 0,-1-1 0,0 1 0,0 0 0,1-1 0,-1 1 0,0 0 1,0 0-1,0-1 0,0 1 0,0 0 0,0 1 0,0-1 1,-1 0 0,0 1-1,0-1 1,0 0 0,0 0-1,-1 0 1,1 0 0,0 0-1,0 0 1,-1 0 0,1-1-1,0 1 1,-1 0 0,1-1 0,-1 1-1,1-1 1,-4 1 0,-37 7 9,-2-1 1,-79 1-1,120-8-9,-948-4 27,630-4-24,-111 3-2,-295-7 5,679 10 2,42 0 1,11-1 0,13-3-3,-1 1-1,1 1 1,21-3-1,11-1 0,509-83 15,-130 23-15,-43 3 1,133-24-6,-492 82 3,-27 7-4,-1 0 0,1 0 0,0 0 0,0 0 0,0 0 1,0 0-1,0 0 0,0-1 0,0 1 0,0 0 0,0 0 0,0 0 0,0 0 0,0 0 0,0 0 0,-1 0 0,1 0 0,0 0 0,0 0 0,0 0 0,0 0 0,0 0 0,0 0 0,0 0 0,0 0 0,0-1 0,0 1 0,0 0 0,0 0 0,0 0 0,0 0 0,0 0 0,0 0 0,0 0 0,0 0 0,0 0 0,0 0 0,0 0 0,0-1 0,0 1 0,0 0 0,0 0 0,0 0 0,0 0 1,0 0-1,0 0 0,0 0 0,0 0 0,0 0 0,1 0 0,-1 0 0,0 0 0,0 0 0,0 0 0,0 0 0,0-1 0,0 1 0,0 0 0,0 0 0,0 0 0,0 0 0,0 0 0,0 0 0,0 0 0,1 0 0,-20-2 1,-192 3 0,204 0-1,-871 50 21,673-26-21,1 9-1,-252 76 1,316-63-355,19-2-288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D7B4E-A931-4E48-A545-0C156347CC46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995D4-C630-4D1E-A120-C0B9FB85BA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58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719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652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85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799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5166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795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7218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9394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8835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802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5565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6225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438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388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947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5283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0039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2916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1365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0115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248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MHE Official Background, fix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6105" y="2099014"/>
            <a:ext cx="3863458" cy="3863458"/>
            <a:chOff x="331115" y="2099014"/>
            <a:chExt cx="3863458" cy="386345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9DDEA9-6897-2B48-BA6A-9075880AA615}"/>
                </a:ext>
              </a:extLst>
            </p:cNvPr>
            <p:cNvSpPr/>
            <p:nvPr userDrawn="1"/>
          </p:nvSpPr>
          <p:spPr>
            <a:xfrm>
              <a:off x="331115" y="2099014"/>
              <a:ext cx="3863458" cy="3863458"/>
            </a:xfrm>
            <a:prstGeom prst="rect">
              <a:avLst/>
            </a:prstGeom>
            <a:solidFill>
              <a:srgbClr val="720F1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467612" y="2368353"/>
              <a:ext cx="3457621" cy="3457621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599258" y="2898475"/>
              <a:ext cx="2793799" cy="2792652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itle"/>
          <p:cNvSpPr>
            <a:spLocks noGrp="1"/>
          </p:cNvSpPr>
          <p:nvPr>
            <p:ph type="ctrTitle" hasCustomPrompt="1"/>
          </p:nvPr>
        </p:nvSpPr>
        <p:spPr>
          <a:xfrm>
            <a:off x="621792" y="3140014"/>
            <a:ext cx="2788920" cy="115766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1792" y="4261103"/>
            <a:ext cx="2788920" cy="61282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621792" y="5093208"/>
            <a:ext cx="2788920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8AC4EEC4-5547-4185-92E7-A6CAF888043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0" y="6478438"/>
            <a:ext cx="9144000" cy="374266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1001655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7">
          <p15:clr>
            <a:srgbClr val="FBAE40"/>
          </p15:clr>
        </p15:guide>
        <p15:guide id="2" orient="horz" pos="410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MHE Altered Background, fixed">
            <a:extLst>
              <a:ext uri="{FF2B5EF4-FFF2-40B4-BE49-F238E27FC236}">
                <a16:creationId xmlns:a16="http://schemas.microsoft.com/office/drawing/2014/main" id="{E2D8ACCF-E5FC-4FE9-9E84-B2A0A6B1E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2900" y="2095500"/>
            <a:ext cx="3886199" cy="3886199"/>
            <a:chOff x="342900" y="2095500"/>
            <a:chExt cx="3886199" cy="388619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342900" y="2095500"/>
              <a:ext cx="3886199" cy="3886199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495300" y="2362200"/>
              <a:ext cx="3429000" cy="34671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itle"/>
          <p:cNvSpPr>
            <a:spLocks noGrp="1"/>
          </p:cNvSpPr>
          <p:nvPr userDrawn="1">
            <p:ph type="ctrTitle" hasCustomPrompt="1"/>
          </p:nvPr>
        </p:nvSpPr>
        <p:spPr>
          <a:xfrm>
            <a:off x="621792" y="2608290"/>
            <a:ext cx="3035808" cy="13940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21792" y="4069830"/>
            <a:ext cx="3035808" cy="80409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21791" y="5096656"/>
            <a:ext cx="3043303" cy="56962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F4607C07-D864-4A1A-8061-D12997CC50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2489068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768">
          <p15:clr>
            <a:srgbClr val="FBAE40"/>
          </p15:clr>
        </p15:guide>
        <p15:guide id="3" pos="2664">
          <p15:clr>
            <a:srgbClr val="FBAE40"/>
          </p15:clr>
        </p15:guide>
        <p15:guide id="4" pos="2880">
          <p15:clr>
            <a:srgbClr val="FBAE40"/>
          </p15:clr>
        </p15:guide>
        <p15:guide id="5" pos="2472">
          <p15:clr>
            <a:srgbClr val="FBAE40"/>
          </p15:clr>
        </p15:guide>
        <p15:guide id="6" pos="312">
          <p15:clr>
            <a:srgbClr val="FBAE40"/>
          </p15:clr>
        </p15:guide>
        <p15:guide id="7" orient="horz" pos="1488">
          <p15:clr>
            <a:srgbClr val="FBAE40"/>
          </p15:clr>
        </p15:guide>
        <p15:guide id="8" orient="horz" pos="367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N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MHE Official Background, fix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52559"/>
            <a:ext cx="9144000" cy="4982750"/>
            <a:chOff x="0" y="1521567"/>
            <a:chExt cx="9144000" cy="484643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FD8DC8-1EF1-6B48-9F31-D9D254F85818}"/>
                </a:ext>
              </a:extLst>
            </p:cNvPr>
            <p:cNvSpPr/>
            <p:nvPr userDrawn="1"/>
          </p:nvSpPr>
          <p:spPr>
            <a:xfrm>
              <a:off x="0" y="1521567"/>
              <a:ext cx="9144000" cy="4846438"/>
            </a:xfrm>
            <a:prstGeom prst="rect">
              <a:avLst/>
            </a:prstGeom>
            <a:solidFill>
              <a:srgbClr val="720F1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00492E-5EBE-C745-8EEE-F17D4BB4582E}"/>
                </a:ext>
              </a:extLst>
            </p:cNvPr>
            <p:cNvSpPr/>
            <p:nvPr userDrawn="1"/>
          </p:nvSpPr>
          <p:spPr>
            <a:xfrm>
              <a:off x="185629" y="2001422"/>
              <a:ext cx="8493233" cy="4166364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976C39-0B94-D44F-9108-A52DD0916B5A}"/>
                </a:ext>
              </a:extLst>
            </p:cNvPr>
            <p:cNvSpPr/>
            <p:nvPr userDrawn="1"/>
          </p:nvSpPr>
          <p:spPr>
            <a:xfrm>
              <a:off x="364385" y="2475809"/>
              <a:ext cx="7858340" cy="3513221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"/>
          <p:cNvSpPr>
            <a:spLocks noGrp="1"/>
          </p:cNvSpPr>
          <p:nvPr userDrawn="1">
            <p:ph type="ctrTitle"/>
          </p:nvPr>
        </p:nvSpPr>
        <p:spPr>
          <a:xfrm>
            <a:off x="777240" y="2985555"/>
            <a:ext cx="6521640" cy="873214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782058" y="3986784"/>
            <a:ext cx="4297680" cy="5175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7202" y="4650037"/>
            <a:ext cx="35747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"/>
          <p:cNvSpPr>
            <a:spLocks noGrp="1"/>
          </p:cNvSpPr>
          <p:nvPr>
            <p:ph type="body" sz="quarter" idx="10"/>
          </p:nvPr>
        </p:nvSpPr>
        <p:spPr>
          <a:xfrm>
            <a:off x="777240" y="4718304"/>
            <a:ext cx="4443413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ong Copyright">
            <a:extLst>
              <a:ext uri="{FF2B5EF4-FFF2-40B4-BE49-F238E27FC236}">
                <a16:creationId xmlns:a16="http://schemas.microsoft.com/office/drawing/2014/main" id="{54514DA3-A928-4CD1-BFAE-B5DF399C4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87064"/>
            <a:ext cx="9144000" cy="370935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380643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N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MHE altered Background, fixed">
            <a:extLst>
              <a:ext uri="{FF2B5EF4-FFF2-40B4-BE49-F238E27FC236}">
                <a16:creationId xmlns:a16="http://schemas.microsoft.com/office/drawing/2014/main" id="{7A14A7A9-A9D7-4A08-A24F-4D1C1F4C2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46366"/>
            <a:ext cx="9143999" cy="4991100"/>
            <a:chOff x="0" y="1524000"/>
            <a:chExt cx="9143999" cy="49911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00492E-5EBE-C745-8EEE-F17D4BB4582E}"/>
                </a:ext>
              </a:extLst>
            </p:cNvPr>
            <p:cNvSpPr/>
            <p:nvPr userDrawn="1"/>
          </p:nvSpPr>
          <p:spPr>
            <a:xfrm>
              <a:off x="0" y="1524000"/>
              <a:ext cx="9143999" cy="4991100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976C39-0B94-D44F-9108-A52DD0916B5A}"/>
                </a:ext>
              </a:extLst>
            </p:cNvPr>
            <p:cNvSpPr/>
            <p:nvPr userDrawn="1"/>
          </p:nvSpPr>
          <p:spPr>
            <a:xfrm>
              <a:off x="190500" y="2019300"/>
              <a:ext cx="8496300" cy="42672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"/>
          <p:cNvSpPr>
            <a:spLocks noGrp="1"/>
          </p:cNvSpPr>
          <p:nvPr userDrawn="1">
            <p:ph type="ctrTitle"/>
          </p:nvPr>
        </p:nvSpPr>
        <p:spPr>
          <a:xfrm>
            <a:off x="567378" y="2593298"/>
            <a:ext cx="6980170" cy="1130559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 userDrawn="1">
            <p:ph type="subTitle" idx="1"/>
          </p:nvPr>
        </p:nvSpPr>
        <p:spPr>
          <a:xfrm>
            <a:off x="567378" y="3807503"/>
            <a:ext cx="4542020" cy="71935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02310" y="4665027"/>
            <a:ext cx="35747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"/>
          <p:cNvSpPr>
            <a:spLocks noGrp="1"/>
          </p:cNvSpPr>
          <p:nvPr userDrawn="1">
            <p:ph type="body" sz="quarter" idx="10"/>
          </p:nvPr>
        </p:nvSpPr>
        <p:spPr>
          <a:xfrm>
            <a:off x="567378" y="4770769"/>
            <a:ext cx="4443413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ong Copyright">
            <a:extLst>
              <a:ext uri="{FF2B5EF4-FFF2-40B4-BE49-F238E27FC236}">
                <a16:creationId xmlns:a16="http://schemas.microsoft.com/office/drawing/2014/main" id="{54514DA3-A928-4CD1-BFAE-B5DF399C4B36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0" y="6487064"/>
            <a:ext cx="9144000" cy="370935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1233895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orient="horz" pos="3960">
          <p15:clr>
            <a:srgbClr val="FBAE40"/>
          </p15:clr>
        </p15:guide>
        <p15:guide id="3" pos="120">
          <p15:clr>
            <a:srgbClr val="FBAE40"/>
          </p15:clr>
        </p15:guide>
        <p15:guide id="4" pos="5472">
          <p15:clr>
            <a:srgbClr val="FBAE40"/>
          </p15:clr>
        </p15:guide>
        <p15:guide id="5" orient="horz" pos="22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347" y="6324600"/>
            <a:ext cx="2405307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099" y="6684963"/>
            <a:ext cx="69723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85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36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Horizontal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283809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600"/>
            </a:lvl2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4343400"/>
            <a:ext cx="8458200" cy="1905000"/>
          </a:xfrm>
        </p:spPr>
        <p:txBody>
          <a:bodyPr/>
          <a:lstStyle>
            <a:lvl1pPr>
              <a:defRPr sz="2800"/>
            </a:lvl1pPr>
            <a:lvl2pPr>
              <a:defRPr sz="2600"/>
            </a:lvl2pPr>
            <a:lvl4pPr marL="455613" indent="0">
              <a:buNone/>
              <a:defRPr/>
            </a:lvl4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0" y="6684963"/>
            <a:ext cx="6972300" cy="173037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800" dirty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algn="r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933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orient="horz" pos="273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mpariso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40767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4400" y="1257300"/>
            <a:ext cx="4076700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099" y="6684963"/>
            <a:ext cx="69723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15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One Second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57912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8052" y="1257300"/>
            <a:ext cx="2383047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962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 userDrawn="1">
          <p15:clr>
            <a:srgbClr val="FBAE40"/>
          </p15:clr>
        </p15:guide>
        <p15:guide id="5" pos="386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with Third as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2838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1" y="4343400"/>
            <a:ext cx="57912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2432755-BCF5-451F-968D-CFFD10D87BE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00800" y="4343400"/>
            <a:ext cx="24003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05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>
          <p15:clr>
            <a:srgbClr val="FBAE40"/>
          </p15:clr>
        </p15:guide>
        <p15:guide id="5" pos="386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10"/>
            <a:ext cx="8458200" cy="6124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2070496"/>
            <a:ext cx="8458200" cy="6491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356A590-66B5-4770-8441-82DC031F56E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42900" y="2900944"/>
            <a:ext cx="8458200" cy="673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30BD29E5-BD7B-4CD0-9B09-8F8B24F89FB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42900" y="375535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4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908CA92-5DB2-4DC0-937B-1B178AA9178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42900" y="463516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5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8B728CCD-2639-461B-9841-57505AC1346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42900" y="5514975"/>
            <a:ext cx="8458200" cy="733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MHE Altered Background, fixed">
            <a:extLst>
              <a:ext uri="{FF2B5EF4-FFF2-40B4-BE49-F238E27FC236}">
                <a16:creationId xmlns:a16="http://schemas.microsoft.com/office/drawing/2014/main" id="{E2D8ACCF-E5FC-4FE9-9E84-B2A0A6B1E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2900" y="2095500"/>
            <a:ext cx="3886199" cy="3886199"/>
            <a:chOff x="342900" y="2095500"/>
            <a:chExt cx="3886199" cy="388619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342900" y="2095500"/>
              <a:ext cx="3886199" cy="3886199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495300" y="2362200"/>
              <a:ext cx="3429000" cy="34671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itle"/>
          <p:cNvSpPr>
            <a:spLocks noGrp="1"/>
          </p:cNvSpPr>
          <p:nvPr userDrawn="1">
            <p:ph type="ctrTitle" hasCustomPrompt="1"/>
          </p:nvPr>
        </p:nvSpPr>
        <p:spPr>
          <a:xfrm>
            <a:off x="621792" y="2608290"/>
            <a:ext cx="3035808" cy="13940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21792" y="4069830"/>
            <a:ext cx="3035808" cy="80409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21791" y="5096656"/>
            <a:ext cx="3043303" cy="56962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F4607C07-D864-4A1A-8061-D12997CC50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1915089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768">
          <p15:clr>
            <a:srgbClr val="FBAE40"/>
          </p15:clr>
        </p15:guide>
        <p15:guide id="3" pos="2664">
          <p15:clr>
            <a:srgbClr val="FBAE40"/>
          </p15:clr>
        </p15:guide>
        <p15:guide id="4" pos="2880">
          <p15:clr>
            <a:srgbClr val="FBAE40"/>
          </p15:clr>
        </p15:guide>
        <p15:guide id="5" pos="2472">
          <p15:clr>
            <a:srgbClr val="FBAE40"/>
          </p15:clr>
        </p15:guide>
        <p15:guide id="6" pos="312">
          <p15:clr>
            <a:srgbClr val="FBAE40"/>
          </p15:clr>
        </p15:guide>
        <p15:guide id="7" orient="horz" pos="1488">
          <p15:clr>
            <a:srgbClr val="FBAE40"/>
          </p15:clr>
        </p15:guide>
        <p15:guide id="8" orient="horz" pos="367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Slide Title">
            <a:extLst>
              <a:ext uri="{FF2B5EF4-FFF2-40B4-BE49-F238E27FC236}">
                <a16:creationId xmlns:a16="http://schemas.microsoft.com/office/drawing/2014/main" id="{D3229D0C-04EF-482F-B26C-8D49CD33D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5949" y="418391"/>
            <a:ext cx="2292103" cy="2918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hidden title here </a:t>
            </a:r>
          </a:p>
        </p:txBody>
      </p:sp>
      <p:pic>
        <p:nvPicPr>
          <p:cNvPr id="6" name="MGH Logo">
            <a:extLst>
              <a:ext uri="{FF2B5EF4-FFF2-40B4-BE49-F238E27FC236}">
                <a16:creationId xmlns:a16="http://schemas.microsoft.com/office/drawing/2014/main" id="{60DCFDF5-2A5B-440E-888A-BC0BFEF9FF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211" y="1005697"/>
            <a:ext cx="2443579" cy="2443579"/>
          </a:xfrm>
          <a:prstGeom prst="rect">
            <a:avLst/>
          </a:prstGeom>
        </p:spPr>
      </p:pic>
      <p:sp>
        <p:nvSpPr>
          <p:cNvPr id="3" name="Long Copyright">
            <a:extLst>
              <a:ext uri="{FF2B5EF4-FFF2-40B4-BE49-F238E27FC236}">
                <a16:creationId xmlns:a16="http://schemas.microsoft.com/office/drawing/2014/main" id="{9AB572CE-E262-4FA6-8D47-02F068ADD1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87064"/>
            <a:ext cx="9144000" cy="370936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  <p:sp>
        <p:nvSpPr>
          <p:cNvPr id="9" name="MGH Tagline">
            <a:extLst>
              <a:ext uri="{FF2B5EF4-FFF2-40B4-BE49-F238E27FC236}">
                <a16:creationId xmlns:a16="http://schemas.microsoft.com/office/drawing/2014/main" id="{F040BF5C-A78D-440C-93DF-72F3F641F3F1}"/>
              </a:ext>
            </a:extLst>
          </p:cNvPr>
          <p:cNvSpPr txBox="1"/>
          <p:nvPr userDrawn="1"/>
        </p:nvSpPr>
        <p:spPr>
          <a:xfrm>
            <a:off x="1730746" y="3796682"/>
            <a:ext cx="5682508" cy="469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Because learning changes everything.</a:t>
            </a:r>
            <a:r>
              <a:rPr kumimoji="0" lang="en-US" sz="1400" b="0" i="0" u="none" strike="noStrike" kern="1200" cap="none" spc="40" normalizeH="0" baseline="6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®</a:t>
            </a:r>
            <a:endParaRPr kumimoji="0" lang="en-US" sz="2400" b="0" i="0" u="none" strike="noStrike" kern="1200" cap="none" spc="40" normalizeH="0" baseline="6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MGH URL">
            <a:extLst>
              <a:ext uri="{FF2B5EF4-FFF2-40B4-BE49-F238E27FC236}">
                <a16:creationId xmlns:a16="http://schemas.microsoft.com/office/drawing/2014/main" id="{2215B5DD-E18E-478F-81B9-79BA83A9A251}"/>
              </a:ext>
            </a:extLst>
          </p:cNvPr>
          <p:cNvSpPr txBox="1"/>
          <p:nvPr userDrawn="1"/>
        </p:nvSpPr>
        <p:spPr>
          <a:xfrm>
            <a:off x="3269085" y="5329121"/>
            <a:ext cx="2605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www.mheducation.com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366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6CA9270-FD0E-4B64-B0D8-24095E6A2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2366309"/>
            <a:ext cx="7696919" cy="526936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Accessibility Content: Text Alternatives for Images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B6E1DCB-9B8A-423D-B48B-2CCDE624B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710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c.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C0136BE0-3F2D-44D5-B125-B7A30D2C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50" y="117244"/>
            <a:ext cx="6065851" cy="73097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A117DCA-6A6D-48B9-9002-DA1E4814BF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DA8444E8-1445-4AB7-85DD-90449330C0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973249"/>
            <a:ext cx="6477000" cy="4343400"/>
          </a:xfrm>
        </p:spPr>
        <p:txBody>
          <a:bodyPr/>
          <a:lstStyle>
            <a:lvl1pPr>
              <a:defRPr/>
            </a:lvl1pPr>
            <a:lvl2pPr marL="344488" indent="-342900">
              <a:buFont typeface="Arial" panose="020B0604020202020204" pitchFamily="34" charset="0"/>
              <a:buChar char="•"/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 dirty="0"/>
              <a:t>Slide Content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4541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-On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Return to main slide Link 1">
            <a:extLst>
              <a:ext uri="{FF2B5EF4-FFF2-40B4-BE49-F238E27FC236}">
                <a16:creationId xmlns:a16="http://schemas.microsoft.com/office/drawing/2014/main" id="{F538FEEA-434F-404A-8A40-5F717D6CB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1587" y="1068234"/>
            <a:ext cx="2980826" cy="225425"/>
          </a:xfrm>
        </p:spPr>
        <p:txBody>
          <a:bodyPr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dirty="0"/>
              <a:t>Return to parent-slide containing images.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371601"/>
            <a:ext cx="8458200" cy="487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turn to main slide Link 2">
            <a:extLst>
              <a:ext uri="{FF2B5EF4-FFF2-40B4-BE49-F238E27FC236}">
                <a16:creationId xmlns:a16="http://schemas.microsoft.com/office/drawing/2014/main" id="{D8AF3780-479B-4486-8AEE-B0E29BE2F8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92111" y="6350211"/>
            <a:ext cx="2959779" cy="2286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02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-Two Comparison Placeholders With Identifi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9" name="Return to main slide Link 1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81528" y="1059828"/>
            <a:ext cx="2980944" cy="228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8" name="Image Identifier 1">
            <a:extLst>
              <a:ext uri="{FF2B5EF4-FFF2-40B4-BE49-F238E27FC236}">
                <a16:creationId xmlns:a16="http://schemas.microsoft.com/office/drawing/2014/main" id="{C828D23C-A7ED-420E-B199-2D8CCF24D6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5125" y="1410562"/>
            <a:ext cx="4076700" cy="3921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Image Identifier 1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933303"/>
            <a:ext cx="4076700" cy="43150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Image Identifier 2">
            <a:extLst>
              <a:ext uri="{FF2B5EF4-FFF2-40B4-BE49-F238E27FC236}">
                <a16:creationId xmlns:a16="http://schemas.microsoft.com/office/drawing/2014/main" id="{7DBCEA22-E8D2-4B8A-B55C-3FFA6FAB31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5145" y="1410562"/>
            <a:ext cx="4078224" cy="39319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Image Identifier 2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4400" y="1933303"/>
            <a:ext cx="4076700" cy="43150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Return to main slide Link 2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1528" y="6348550"/>
            <a:ext cx="2980944" cy="228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933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GH logo">
            <a:extLst>
              <a:ext uri="{FF2B5EF4-FFF2-40B4-BE49-F238E27FC236}">
                <a16:creationId xmlns:a16="http://schemas.microsoft.com/office/drawing/2014/main" id="{BF372B49-B6F5-4826-B4F8-2F8A4FFF889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06" y="283845"/>
            <a:ext cx="999514" cy="999514"/>
          </a:xfrm>
          <a:prstGeom prst="rect">
            <a:avLst/>
          </a:prstGeom>
        </p:spPr>
      </p:pic>
      <p:sp>
        <p:nvSpPr>
          <p:cNvPr id="3" name="MGH Tagline">
            <a:extLst>
              <a:ext uri="{FF2B5EF4-FFF2-40B4-BE49-F238E27FC236}">
                <a16:creationId xmlns:a16="http://schemas.microsoft.com/office/drawing/2014/main" id="{70E12349-CEA7-4006-B6E3-3E283BDBD258}"/>
              </a:ext>
            </a:extLst>
          </p:cNvPr>
          <p:cNvSpPr txBox="1"/>
          <p:nvPr userDrawn="1"/>
        </p:nvSpPr>
        <p:spPr>
          <a:xfrm>
            <a:off x="5060273" y="337349"/>
            <a:ext cx="3873993" cy="338554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spc="4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Because learning changes everything.</a:t>
            </a:r>
            <a:r>
              <a:rPr lang="en-US" sz="1050" spc="40" baseline="60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®</a:t>
            </a:r>
            <a:endParaRPr lang="en-US" sz="1600" spc="40" baseline="60000" dirty="0"/>
          </a:p>
        </p:txBody>
      </p:sp>
      <p:sp>
        <p:nvSpPr>
          <p:cNvPr id="5" name="Long Copyright"/>
          <p:cNvSpPr>
            <a:spLocks noGrp="1"/>
          </p:cNvSpPr>
          <p:nvPr>
            <p:ph type="ftr" sz="quarter" idx="3"/>
          </p:nvPr>
        </p:nvSpPr>
        <p:spPr>
          <a:xfrm>
            <a:off x="0" y="6478439"/>
            <a:ext cx="9144000" cy="379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Add long copyright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32547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45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2860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60375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455613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2880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960">
          <p15:clr>
            <a:srgbClr val="F26B43"/>
          </p15:clr>
        </p15:guide>
        <p15:guide id="11" orient="horz" pos="410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8458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273877"/>
            <a:ext cx="8458200" cy="4944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15658" y="6664280"/>
            <a:ext cx="1233578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</a:rPr>
              <a:t>© McGraw Hill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E14E55-7953-4C3C-81FD-F2FC44310182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156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9" r:id="rId3"/>
    <p:sldLayoutId id="2147483695" r:id="rId4"/>
    <p:sldLayoutId id="2147483696" r:id="rId5"/>
    <p:sldLayoutId id="2147483697" r:id="rId6"/>
    <p:sldLayoutId id="2147483704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 userDrawn="1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 userDrawn="1">
          <p15:clr>
            <a:srgbClr val="F26B43"/>
          </p15:clr>
        </p15:guide>
        <p15:guide id="13" orient="horz" pos="360" userDrawn="1">
          <p15:clr>
            <a:srgbClr val="F26B43"/>
          </p15:clr>
        </p15:guide>
        <p15:guide id="14" orient="horz" pos="3936" userDrawn="1">
          <p15:clr>
            <a:srgbClr val="F26B43"/>
          </p15:clr>
        </p15:guide>
        <p15:guide id="15" pos="984" userDrawn="1">
          <p15:clr>
            <a:srgbClr val="F26B43"/>
          </p15:clr>
        </p15:guide>
        <p15:guide id="16" pos="5376" userDrawn="1">
          <p15:clr>
            <a:srgbClr val="F26B43"/>
          </p15:clr>
        </p15:guide>
        <p15:guide id="17" pos="26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95691"/>
            <a:ext cx="9144000" cy="362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Add long copyright line here</a:t>
            </a:r>
          </a:p>
        </p:txBody>
      </p:sp>
      <p:sp>
        <p:nvSpPr>
          <p:cNvPr id="6" name="MGH Yellow Line">
            <a:extLst>
              <a:ext uri="{FF2B5EF4-FFF2-40B4-BE49-F238E27FC236}">
                <a16:creationId xmlns:a16="http://schemas.microsoft.com/office/drawing/2014/main" id="{F20163A4-4644-4B17-9C8A-EF42A992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32547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8883F8-FE81-4D17-BFF9-4A8EF5974662}"/>
              </a:ext>
            </a:extLst>
          </p:cNvPr>
          <p:cNvSpPr txBox="1"/>
          <p:nvPr userDrawn="1"/>
        </p:nvSpPr>
        <p:spPr>
          <a:xfrm>
            <a:off x="8631382" y="6528808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7998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600" b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ctr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2860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60375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455613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2112" userDrawn="1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 userDrawn="1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2160" userDrawn="1">
          <p15:clr>
            <a:srgbClr val="F26B43"/>
          </p15:clr>
        </p15:guide>
        <p15:guide id="13" pos="3648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>
            <a:extLst>
              <a:ext uri="{FF2B5EF4-FFF2-40B4-BE49-F238E27FC236}">
                <a16:creationId xmlns:a16="http://schemas.microsoft.com/office/drawing/2014/main" id="{BEB99B55-73FB-42B4-93ED-C5E818675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1" y="1976546"/>
            <a:ext cx="648059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Slide Content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24279" y="6660234"/>
            <a:ext cx="1285344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© McGraw Hill</a:t>
            </a:r>
          </a:p>
        </p:txBody>
      </p:sp>
      <p:grpSp>
        <p:nvGrpSpPr>
          <p:cNvPr id="6" name="MGH Shape">
            <a:extLst>
              <a:ext uri="{FF2B5EF4-FFF2-40B4-BE49-F238E27FC236}">
                <a16:creationId xmlns:a16="http://schemas.microsoft.com/office/drawing/2014/main" id="{B719ECBD-8119-4217-9D58-2638FA436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622742" y="0"/>
            <a:ext cx="2521258" cy="6623843"/>
            <a:chOff x="3491346" y="0"/>
            <a:chExt cx="2508933" cy="6367263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FCAD01AC-30CD-4728-B0FD-543493B2CE55}"/>
                </a:ext>
              </a:extLst>
            </p:cNvPr>
            <p:cNvSpPr/>
            <p:nvPr/>
          </p:nvSpPr>
          <p:spPr>
            <a:xfrm rot="10800000">
              <a:off x="5468761" y="1352709"/>
              <a:ext cx="531517" cy="1821241"/>
            </a:xfrm>
            <a:custGeom>
              <a:avLst/>
              <a:gdLst>
                <a:gd name="connsiteX0" fmla="*/ 0 w 531517"/>
                <a:gd name="connsiteY0" fmla="*/ 1821241 h 1821241"/>
                <a:gd name="connsiteX1" fmla="*/ 0 w 531517"/>
                <a:gd name="connsiteY1" fmla="*/ 0 h 1821241"/>
                <a:gd name="connsiteX2" fmla="*/ 531517 w 531517"/>
                <a:gd name="connsiteY2" fmla="*/ 672400 h 1821241"/>
                <a:gd name="connsiteX3" fmla="*/ 0 w 531517"/>
                <a:gd name="connsiteY3" fmla="*/ 1821241 h 1821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1517" h="1821241">
                  <a:moveTo>
                    <a:pt x="0" y="1821241"/>
                  </a:moveTo>
                  <a:lnTo>
                    <a:pt x="0" y="0"/>
                  </a:lnTo>
                  <a:lnTo>
                    <a:pt x="531517" y="672400"/>
                  </a:lnTo>
                  <a:lnTo>
                    <a:pt x="0" y="1821241"/>
                  </a:lnTo>
                  <a:close/>
                </a:path>
              </a:pathLst>
            </a:custGeom>
            <a:solidFill>
              <a:srgbClr val="9F22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9A51DD71-B849-456F-A479-25728C0B26F4}"/>
                </a:ext>
              </a:extLst>
            </p:cNvPr>
            <p:cNvSpPr/>
            <p:nvPr/>
          </p:nvSpPr>
          <p:spPr>
            <a:xfrm rot="10800000">
              <a:off x="3491346" y="0"/>
              <a:ext cx="2508932" cy="2501550"/>
            </a:xfrm>
            <a:custGeom>
              <a:avLst/>
              <a:gdLst>
                <a:gd name="connsiteX0" fmla="*/ 2508932 w 2508932"/>
                <a:gd name="connsiteY0" fmla="*/ 2501550 h 2501550"/>
                <a:gd name="connsiteX1" fmla="*/ 0 w 2508932"/>
                <a:gd name="connsiteY1" fmla="*/ 2501550 h 2501550"/>
                <a:gd name="connsiteX2" fmla="*/ 0 w 2508932"/>
                <a:gd name="connsiteY2" fmla="*/ 1148841 h 2501550"/>
                <a:gd name="connsiteX3" fmla="*/ 531517 w 2508932"/>
                <a:gd name="connsiteY3" fmla="*/ 0 h 2501550"/>
                <a:gd name="connsiteX4" fmla="*/ 2508932 w 2508932"/>
                <a:gd name="connsiteY4" fmla="*/ 2501550 h 2501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8932" h="2501550">
                  <a:moveTo>
                    <a:pt x="2508932" y="2501550"/>
                  </a:moveTo>
                  <a:lnTo>
                    <a:pt x="0" y="2501550"/>
                  </a:lnTo>
                  <a:lnTo>
                    <a:pt x="0" y="1148841"/>
                  </a:lnTo>
                  <a:lnTo>
                    <a:pt x="531517" y="0"/>
                  </a:lnTo>
                  <a:lnTo>
                    <a:pt x="2508932" y="2501550"/>
                  </a:lnTo>
                  <a:close/>
                </a:path>
              </a:pathLst>
            </a:custGeom>
            <a:solidFill>
              <a:srgbClr val="E2DF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CE349BEA-4244-4589-91D3-1DECC6AB1E90}"/>
                </a:ext>
              </a:extLst>
            </p:cNvPr>
            <p:cNvSpPr/>
            <p:nvPr/>
          </p:nvSpPr>
          <p:spPr>
            <a:xfrm rot="10800000">
              <a:off x="3680272" y="1352707"/>
              <a:ext cx="2320007" cy="5014556"/>
            </a:xfrm>
            <a:custGeom>
              <a:avLst/>
              <a:gdLst>
                <a:gd name="connsiteX0" fmla="*/ 0 w 2320007"/>
                <a:gd name="connsiteY0" fmla="*/ 5014556 h 5014556"/>
                <a:gd name="connsiteX1" fmla="*/ 0 w 2320007"/>
                <a:gd name="connsiteY1" fmla="*/ 0 h 5014556"/>
                <a:gd name="connsiteX2" fmla="*/ 2320007 w 2320007"/>
                <a:gd name="connsiteY2" fmla="*/ 0 h 5014556"/>
                <a:gd name="connsiteX3" fmla="*/ 531518 w 2320007"/>
                <a:gd name="connsiteY3" fmla="*/ 3865713 h 5014556"/>
                <a:gd name="connsiteX4" fmla="*/ 1 w 2320007"/>
                <a:gd name="connsiteY4" fmla="*/ 3193313 h 5014556"/>
                <a:gd name="connsiteX5" fmla="*/ 1 w 2320007"/>
                <a:gd name="connsiteY5" fmla="*/ 5014554 h 5014556"/>
                <a:gd name="connsiteX6" fmla="*/ 0 w 2320007"/>
                <a:gd name="connsiteY6" fmla="*/ 5014556 h 5014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0007" h="5014556">
                  <a:moveTo>
                    <a:pt x="0" y="5014556"/>
                  </a:moveTo>
                  <a:lnTo>
                    <a:pt x="0" y="0"/>
                  </a:lnTo>
                  <a:lnTo>
                    <a:pt x="2320007" y="0"/>
                  </a:lnTo>
                  <a:lnTo>
                    <a:pt x="531518" y="3865713"/>
                  </a:lnTo>
                  <a:lnTo>
                    <a:pt x="1" y="3193313"/>
                  </a:lnTo>
                  <a:lnTo>
                    <a:pt x="1" y="5014554"/>
                  </a:lnTo>
                  <a:lnTo>
                    <a:pt x="0" y="50145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</p:grpSp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34622483-C344-43F3-82BE-D7AE2DFF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6073803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A6DDF3-C50B-48E9-8C73-044D29A7735E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0558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8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1588" indent="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5544" userDrawn="1">
          <p15:clr>
            <a:srgbClr val="F26B43"/>
          </p15:clr>
        </p15:guide>
        <p15:guide id="6" pos="216">
          <p15:clr>
            <a:srgbClr val="F26B43"/>
          </p15:clr>
        </p15:guide>
        <p15:guide id="7" pos="4296" userDrawn="1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1248" userDrawn="1">
          <p15:clr>
            <a:srgbClr val="F26B43"/>
          </p15:clr>
        </p15:guide>
        <p15:guide id="11" orient="horz" pos="3984" userDrawn="1">
          <p15:clr>
            <a:srgbClr val="F26B43"/>
          </p15:clr>
        </p15:guide>
        <p15:guide id="12" orient="horz" pos="1656" userDrawn="1">
          <p15:clr>
            <a:srgbClr val="F26B43"/>
          </p15:clr>
        </p15:guide>
        <p15:guide id="13" pos="2980">
          <p15:clr>
            <a:srgbClr val="F26B43"/>
          </p15:clr>
        </p15:guide>
        <p15:guide id="14" orient="horz" pos="2260" userDrawn="1">
          <p15:clr>
            <a:srgbClr val="F26B43"/>
          </p15:clr>
        </p15:guide>
        <p15:guide id="15" pos="26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8458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371599"/>
            <a:ext cx="8458200" cy="4876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15658" y="6664280"/>
            <a:ext cx="1233578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© McGraw Hill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9CEB9B-393C-4D35-B8DE-B952B1F73083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409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>
          <p15:clr>
            <a:srgbClr val="F26B43"/>
          </p15:clr>
        </p15:guide>
        <p15:guide id="13" orient="horz" pos="360">
          <p15:clr>
            <a:srgbClr val="F26B43"/>
          </p15:clr>
        </p15:guide>
        <p15:guide id="14" orient="horz" pos="3936">
          <p15:clr>
            <a:srgbClr val="F26B43"/>
          </p15:clr>
        </p15:guide>
        <p15:guide id="15" pos="984">
          <p15:clr>
            <a:srgbClr val="F26B43"/>
          </p15:clr>
        </p15:guide>
        <p15:guide id="16" pos="5376">
          <p15:clr>
            <a:srgbClr val="F26B43"/>
          </p15:clr>
        </p15:guide>
        <p15:guide id="17" pos="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2.png"/><Relationship Id="rId4" Type="http://schemas.openxmlformats.org/officeDocument/2006/relationships/image" Target="../media/image31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w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00.png"/><Relationship Id="rId26" Type="http://schemas.openxmlformats.org/officeDocument/2006/relationships/image" Target="../media/image104.png"/><Relationship Id="rId21" Type="http://schemas.openxmlformats.org/officeDocument/2006/relationships/customXml" Target="../ink/ink10.xml"/><Relationship Id="rId34" Type="http://schemas.openxmlformats.org/officeDocument/2006/relationships/image" Target="../media/image108.png"/><Relationship Id="rId7" Type="http://schemas.openxmlformats.org/officeDocument/2006/relationships/customXml" Target="../ink/ink3.xml"/><Relationship Id="rId12" Type="http://schemas.openxmlformats.org/officeDocument/2006/relationships/image" Target="../media/image97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110.png"/><Relationship Id="rId2" Type="http://schemas.openxmlformats.org/officeDocument/2006/relationships/image" Target="../media/image36.png"/><Relationship Id="rId16" Type="http://schemas.openxmlformats.org/officeDocument/2006/relationships/image" Target="../media/image99.png"/><Relationship Id="rId20" Type="http://schemas.openxmlformats.org/officeDocument/2006/relationships/image" Target="../media/image101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4.png"/><Relationship Id="rId11" Type="http://schemas.openxmlformats.org/officeDocument/2006/relationships/customXml" Target="../ink/ink5.xml"/><Relationship Id="rId24" Type="http://schemas.openxmlformats.org/officeDocument/2006/relationships/image" Target="../media/image103.png"/><Relationship Id="rId32" Type="http://schemas.openxmlformats.org/officeDocument/2006/relationships/image" Target="../media/image107.png"/><Relationship Id="rId37" Type="http://schemas.openxmlformats.org/officeDocument/2006/relationships/customXml" Target="../ink/ink18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05.png"/><Relationship Id="rId36" Type="http://schemas.openxmlformats.org/officeDocument/2006/relationships/image" Target="../media/image109.png"/><Relationship Id="rId10" Type="http://schemas.openxmlformats.org/officeDocument/2006/relationships/image" Target="../media/image96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93.png"/><Relationship Id="rId9" Type="http://schemas.openxmlformats.org/officeDocument/2006/relationships/customXml" Target="../ink/ink4.xml"/><Relationship Id="rId14" Type="http://schemas.openxmlformats.org/officeDocument/2006/relationships/image" Target="../media/image98.png"/><Relationship Id="rId22" Type="http://schemas.openxmlformats.org/officeDocument/2006/relationships/image" Target="../media/image102.png"/><Relationship Id="rId27" Type="http://schemas.openxmlformats.org/officeDocument/2006/relationships/customXml" Target="../ink/ink13.xml"/><Relationship Id="rId30" Type="http://schemas.openxmlformats.org/officeDocument/2006/relationships/image" Target="../media/image106.png"/><Relationship Id="rId35" Type="http://schemas.openxmlformats.org/officeDocument/2006/relationships/customXml" Target="../ink/ink17.xml"/><Relationship Id="rId8" Type="http://schemas.openxmlformats.org/officeDocument/2006/relationships/image" Target="../media/image95.png"/><Relationship Id="rId3" Type="http://schemas.openxmlformats.org/officeDocument/2006/relationships/customXml" Target="../ink/ink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4.png"/><Relationship Id="rId4" Type="http://schemas.openxmlformats.org/officeDocument/2006/relationships/image" Target="../media/image43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51" Type="http://schemas.openxmlformats.org/officeDocument/2006/relationships/customXml" Target="../ink/ink21.xml"/><Relationship Id="rId3" Type="http://schemas.openxmlformats.org/officeDocument/2006/relationships/customXml" Target="../ink/ink19.xml"/><Relationship Id="rId50" Type="http://schemas.openxmlformats.org/officeDocument/2006/relationships/image" Target="../media/image156.png"/><Relationship Id="rId2" Type="http://schemas.openxmlformats.org/officeDocument/2006/relationships/image" Target="../media/image50.png"/><Relationship Id="rId54" Type="http://schemas.openxmlformats.org/officeDocument/2006/relationships/image" Target="../media/image129.png"/><Relationship Id="rId1" Type="http://schemas.openxmlformats.org/officeDocument/2006/relationships/slideLayout" Target="../slideLayouts/slideLayout10.xml"/><Relationship Id="rId53" Type="http://schemas.openxmlformats.org/officeDocument/2006/relationships/customXml" Target="../ink/ink22.xml"/><Relationship Id="rId49" Type="http://schemas.openxmlformats.org/officeDocument/2006/relationships/customXml" Target="../ink/ink20.xml"/><Relationship Id="rId52" Type="http://schemas.openxmlformats.org/officeDocument/2006/relationships/image" Target="../media/image128.png"/><Relationship Id="rId48" Type="http://schemas.openxmlformats.org/officeDocument/2006/relationships/image" Target="../media/image155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34640" y="0"/>
            <a:ext cx="54864" cy="6858000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3317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Times New Roman"/>
              </a:rPr>
              <a:t>ECET 250E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971800"/>
            <a:ext cx="822960" cy="36576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598932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Camosun College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FDAEA"/>
                </a:solidFill>
                <a:latin typeface="Times New Roman"/>
              </a:rPr>
              <a:t>Electronics &amp; Computer Engineering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0984" y="1965960"/>
            <a:ext cx="543153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081F3D"/>
                </a:solidFill>
                <a:latin typeface="Times New Roman"/>
              </a:rPr>
              <a:t>Linear Circuits 1</a:t>
            </a:r>
          </a:p>
        </p:txBody>
      </p:sp>
      <p:sp>
        <p:nvSpPr>
          <p:cNvPr id="9" name="Rectangle 8"/>
          <p:cNvSpPr/>
          <p:nvPr/>
        </p:nvSpPr>
        <p:spPr>
          <a:xfrm>
            <a:off x="3300984" y="2880360"/>
            <a:ext cx="1920240" cy="27432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00984" y="3108960"/>
            <a:ext cx="57241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3B3B3B"/>
                </a:solidFill>
                <a:latin typeface="Times New Roman"/>
              </a:rPr>
              <a:t>Week 4  |  Chapter 4: Circuit Theorems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0984" y="5989320"/>
            <a:ext cx="543153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1" i="0">
                <a:solidFill>
                  <a:srgbClr val="3B3B3B"/>
                </a:solidFill>
                <a:latin typeface="Times New Roman"/>
              </a:rPr>
              <a:t>Mozhgan Bacon, PhD, P.Eng.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Times New Roman"/>
              </a:rPr>
              <a:t>Fall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0984" y="6473952"/>
            <a:ext cx="54315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1">
                <a:solidFill>
                  <a:srgbClr val="8A8A8A"/>
                </a:solidFill>
                <a:latin typeface="Times New Roman"/>
              </a:rPr>
              <a:t>Based on Fundamentals of Electric Circuits, 2026 Release — C.K. Alexander, M.N.O. Sadiku &amp; S.J. Fredette (McGraw Hill)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Overview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4309444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chapter, the concept of </a:t>
            </a:r>
            <a:r>
              <a:rPr lang="en-US" altLang="en-US" sz="32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superposition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be introduced.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transformation 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also be covered.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Thevenin and Norton’s 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theorems will be covered.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Power Transfer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3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79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Linearity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3927057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Linearity in a circuit means that as current is changed, the voltage changes proportionally.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requires that the response of a circuit to a sum of sources will be the sum of the individual responses from each source separately.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resistor satisfies both of these criteria.</a:t>
            </a:r>
          </a:p>
        </p:txBody>
      </p:sp>
    </p:spTree>
    <p:extLst>
      <p:ext uri="{BB962C8B-B14F-4D97-AF65-F5344CB8AC3E}">
        <p14:creationId xmlns:p14="http://schemas.microsoft.com/office/powerpoint/2010/main" val="1069943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A0662-8E94-46F3-8A73-323F1F4A7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Superposition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311CD-C623-4107-A3E5-30DB608F69E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8"/>
            <a:ext cx="8458200" cy="186550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altLang="en-US" sz="3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there are two or more independent sources there are two ways to solve for the circuit parameters:</a:t>
            </a:r>
          </a:p>
          <a:p>
            <a:pPr marL="291600" lvl="1" indent="-29160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Nodal or mesh analysis.</a:t>
            </a:r>
          </a:p>
          <a:p>
            <a:pPr marL="291600" lvl="1" indent="-29160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superposition.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D26D68-A57E-48AB-97B7-EE51FD1123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275215"/>
            <a:ext cx="8458200" cy="2306077"/>
          </a:xfrm>
        </p:spPr>
        <p:txBody>
          <a:bodyPr>
            <a:noAutofit/>
          </a:bodyPr>
          <a:lstStyle/>
          <a:p>
            <a:pPr algn="just"/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superposition principle states that the voltage across (or current through) an element in a linear circuit is the algebraic sum of the voltages across (or currents through) that element due to each independent source acting alone.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7E1D6FF-EC18-4880-A210-1239BAFE0D4D}"/>
              </a:ext>
            </a:extLst>
          </p:cNvPr>
          <p:cNvSpPr/>
          <p:nvPr/>
        </p:nvSpPr>
        <p:spPr>
          <a:xfrm>
            <a:off x="249382" y="3278908"/>
            <a:ext cx="8551718" cy="2087419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1499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581C3D6-D9CA-463F-B8CA-6F2F9C387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833"/>
            <a:ext cx="9144000" cy="656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674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A0662-8E94-46F3-8A73-323F1F4A7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Applying Superposition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311CD-C623-4107-A3E5-30DB608F69E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41300" y="983411"/>
            <a:ext cx="8458200" cy="1865503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superposition means applying </a:t>
            </a:r>
            <a:r>
              <a:rPr lang="en-US" altLang="en-US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independent 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at a time.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Dependent sources 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left alone.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steps are: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D26D68-A57E-48AB-97B7-EE51FD1123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41300" y="2848914"/>
            <a:ext cx="8458200" cy="2619399"/>
          </a:xfrm>
        </p:spPr>
        <p:txBody>
          <a:bodyPr>
            <a:noAutofit/>
          </a:bodyPr>
          <a:lstStyle/>
          <a:p>
            <a:pPr marL="403200" indent="-403200" algn="just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en-US" sz="2400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 off 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independent sources except one source. Find the output (voltage or current) due to that active source using the techniques covered in Chapters 2 and 3.</a:t>
            </a:r>
          </a:p>
          <a:p>
            <a:pPr marL="403200" indent="-403200" algn="just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en-US" sz="2400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step 1 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of the other independent sources.</a:t>
            </a:r>
          </a:p>
          <a:p>
            <a:pPr marL="403200" indent="-403200" algn="just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en-US" sz="2400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total contribution 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adding algebraically all the contributions due to the independent sources.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1C8D3AD-526F-49E4-BBD5-3DE76C022926}"/>
              </a:ext>
            </a:extLst>
          </p:cNvPr>
          <p:cNvSpPr/>
          <p:nvPr/>
        </p:nvSpPr>
        <p:spPr>
          <a:xfrm>
            <a:off x="226033" y="2754669"/>
            <a:ext cx="8691933" cy="271364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3255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1212937-5434-427E-BF2E-67DC7A6C6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458"/>
            <a:ext cx="9144000" cy="563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331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177439-7F82-4237-9ACD-7318F1B9E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111"/>
            <a:ext cx="9144000" cy="248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788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D425AB4-6E75-4D40-A0CC-3FD97A8C214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987405" cy="361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92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Source Transformation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60085"/>
            <a:ext cx="8458200" cy="3927057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possible to transform a source from one form to another.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be useful for simplifying circuits.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principle behind all of these transformations is equivalence.</a:t>
            </a:r>
          </a:p>
        </p:txBody>
      </p:sp>
    </p:spTree>
    <p:extLst>
      <p:ext uri="{BB962C8B-B14F-4D97-AF65-F5344CB8AC3E}">
        <p14:creationId xmlns:p14="http://schemas.microsoft.com/office/powerpoint/2010/main" val="2657566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Source Transformation II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983411"/>
            <a:ext cx="8458200" cy="1954911"/>
          </a:xfrm>
        </p:spPr>
        <p:txBody>
          <a:bodyPr>
            <a:normAutofit lnSpcReduction="10000"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source transformation is the process of replacing a </a:t>
            </a:r>
            <a:r>
              <a:rPr lang="en-US" altLang="en-US" sz="3200" noProof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voltage source </a:t>
            </a:r>
            <a:r>
              <a:rPr lang="en-US" altLang="en-US" sz="3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3200" i="1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3200" noProof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resistor </a:t>
            </a:r>
            <a:r>
              <a:rPr lang="en-US" altLang="en-US" sz="3200" i="1" noProof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 </a:t>
            </a:r>
            <a:r>
              <a:rPr lang="en-US" altLang="en-US" sz="3200" noProof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source </a:t>
            </a:r>
            <a:r>
              <a:rPr lang="en-US" altLang="en-US" sz="32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3200" i="1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3200" noProof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resistor </a:t>
            </a:r>
            <a:r>
              <a:rPr lang="en-US" altLang="en-US" sz="3200" i="1" noProof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vice versa.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A1FA98-406E-4E0E-8671-7E9400423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103" y="2832813"/>
            <a:ext cx="6844099" cy="217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317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Terminal Equivalency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60085"/>
            <a:ext cx="8458200" cy="3927057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transformations work because the two sources have equivalent behavior at their terminals.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sources are turned off the resistance at the terminals are both R.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terminals are short circuited, the currents need to be the same.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this we get the following requirement: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612D461-1AE4-4CEC-89B8-E067A2FE94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1977142"/>
              </p:ext>
            </p:extLst>
          </p:nvPr>
        </p:nvGraphicFramePr>
        <p:xfrm>
          <a:off x="1977920" y="5261442"/>
          <a:ext cx="3658625" cy="1101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07880" imgH="393480" progId="Equation.DSMT4">
                  <p:embed/>
                </p:oleObj>
              </mc:Choice>
              <mc:Fallback>
                <p:oleObj name="Equation" r:id="rId3" imgW="1307880" imgH="3934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7612D461-1AE4-4CEC-89B8-E067A2FE94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7920" y="5261442"/>
                        <a:ext cx="3658625" cy="11011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465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Dependent Sources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2876939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transformation also applies to dependent sources.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But, the dependent variable must be handled carefully.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relationship between the voltage and current holds here: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D52FB-5595-4E6C-9EF7-836D2D390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854" y="4307280"/>
            <a:ext cx="5927781" cy="186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693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Source transformation rules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60085"/>
            <a:ext cx="8458200" cy="4701100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the arrow of the current source is directed towards the </a:t>
            </a:r>
            <a:r>
              <a:rPr lang="en-US" altLang="en-US" sz="3200" noProof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terminal of the voltage source.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transformation is not possible when R = 0 for an ideal voltage source.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realistic source, R 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 0.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 ideal current source, R = 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∞ also prevents the use of source transformation.</a:t>
            </a:r>
            <a:endParaRPr lang="en-US" altLang="en-US" sz="3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925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3A5C32-61D6-46BB-A3B9-2C23E2256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79" y="0"/>
            <a:ext cx="7686381" cy="656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555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5BB089-728A-478F-A364-FE4F5F661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839" y="0"/>
            <a:ext cx="7631682" cy="663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063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3B98EE-5569-4B0A-94F5-6E6A9BAB0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9876"/>
            <a:ext cx="9144000" cy="497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44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2B30E6-A473-4DD0-A433-C62E82AAB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7509"/>
            <a:ext cx="9144000" cy="4599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92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6A8024-3261-4BDD-A368-BEC96DA74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27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755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7A96E4-1C70-3631-B348-E8CB7C519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153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143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Thevenin’s Theorem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60085"/>
            <a:ext cx="8458200" cy="4964870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circuits, one element will be variable.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example of this is mains power; many different appliances may be plugged into the outlet, each presenting a different resistance.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variable element is called the load.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Ordinarily one would have to reanalyze the circuit for each change in the load.</a:t>
            </a:r>
          </a:p>
        </p:txBody>
      </p:sp>
    </p:spTree>
    <p:extLst>
      <p:ext uri="{BB962C8B-B14F-4D97-AF65-F5344CB8AC3E}">
        <p14:creationId xmlns:p14="http://schemas.microsoft.com/office/powerpoint/2010/main" val="651161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Thevenin’s Theorem II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4464339" cy="4971691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Thevenin’s theorem states that a linear two terminal circuit may be replaced with a voltage source and resistor.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voltage source’s value is equal to the open circuit voltage at the terminals.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resistance is equal to the resistance measured at the terminals when the independent sources are turned off.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2851ED-F635-4034-87BA-BB921DA57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528" y="1436878"/>
            <a:ext cx="4040261" cy="43362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7AF95F-A078-40C9-B505-8BCBED72B2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146" y="5773159"/>
            <a:ext cx="8750643" cy="84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3453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Thevenin’s Theorem III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2359059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cases to consider when finding the equivalent resistance.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1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If there are no dependent sources, then the resistance may be found by simply turning off all the sources.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749D8F-F203-49C1-A584-5E6F79A3F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455" y="3777126"/>
            <a:ext cx="6909087" cy="241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7257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04800"/>
            <a:ext cx="8458200" cy="678611"/>
          </a:xfrm>
        </p:spPr>
        <p:txBody>
          <a:bodyPr anchor="ctr">
            <a:normAutofit/>
          </a:bodyPr>
          <a:lstStyle/>
          <a:p>
            <a:r>
              <a:rPr lang="en-US" altLang="en-US" noProof="0" dirty="0"/>
              <a:t>Thevenin’s Theorem IV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4229100" cy="4420706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2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If there are dependent sources, we still turn off all the independent sources.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apply a voltage v</a:t>
            </a:r>
            <a:r>
              <a:rPr lang="en-US" altLang="en-US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 current i</a:t>
            </a:r>
            <a:r>
              <a:rPr lang="en-US" altLang="en-US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the terminals and determine the current i</a:t>
            </a:r>
            <a:r>
              <a:rPr lang="en-US" altLang="en-US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(voltage v</a:t>
            </a:r>
            <a:r>
              <a:rPr lang="en-US" altLang="en-US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530483-7702-4685-9417-56F5523CC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209" y="1369360"/>
            <a:ext cx="3548168" cy="45635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60331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Thevenin’s Theorem V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4492324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Thevenin’s theorem is very powerful in circuit analysis.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one to simplify a circuit.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large circuit may be replaced by a single independent voltage source and a single resistor.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equivalent circuit behaves externally exactly the same as the original circuit.</a:t>
            </a:r>
          </a:p>
        </p:txBody>
      </p:sp>
    </p:spTree>
    <p:extLst>
      <p:ext uri="{BB962C8B-B14F-4D97-AF65-F5344CB8AC3E}">
        <p14:creationId xmlns:p14="http://schemas.microsoft.com/office/powerpoint/2010/main" val="4806675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Negative Resistance?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4725080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possible for the result of this analysis to end up with a negative resistance.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implies the circuit is supplying power.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reasonable with dependent sources.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in the end, the Thevenin equivalent makes working with variable loads much easier.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current can be calculated with a voltage source and two series resistors.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voltages use the voltage divider rule.</a:t>
            </a:r>
          </a:p>
        </p:txBody>
      </p:sp>
    </p:spTree>
    <p:extLst>
      <p:ext uri="{BB962C8B-B14F-4D97-AF65-F5344CB8AC3E}">
        <p14:creationId xmlns:p14="http://schemas.microsoft.com/office/powerpoint/2010/main" val="5392136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5C023D-CD6C-4376-A6CB-9294C9AE3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09" y="0"/>
            <a:ext cx="8384833" cy="673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4118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7D8209-42AD-4328-A210-FF9644BAE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13" y="0"/>
            <a:ext cx="7475441" cy="627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9187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E6812E-AE3B-4F7F-83C2-37F3E0A91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9831"/>
            <a:ext cx="9144000" cy="435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1972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E1E209-1FF0-4DB5-88AC-3867EFDCF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28" y="0"/>
            <a:ext cx="8375017" cy="640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9435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198D457-0835-4C64-972D-6A0A6C829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054" y="0"/>
            <a:ext cx="5583060" cy="605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7638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D41477-F750-45C6-9431-5701DAD2D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78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8045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AF2C6F-F2FD-424F-8B2D-FD2C2F31F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08" y="61880"/>
            <a:ext cx="8145838" cy="609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8581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C4D2E74-C5B6-4EB3-B436-EFF919FCC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137" y="342028"/>
            <a:ext cx="5042226" cy="574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047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6AA900-7DEB-414E-9B7D-CC40ED8BA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590"/>
            <a:ext cx="9144000" cy="265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0501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34955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3509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D5911F1-BC83-4AB0-8987-A184C55D0A1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9309" y="250448"/>
            <a:ext cx="8636000" cy="260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8857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Norton’s Theorem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4702629" cy="4971691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to Thevenin’s theorem, Norton’s theorem states that a linear two terminal circuit may be replaced with an equivalent circuit containing a resistor and a current source.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Norton resistance will be exactly the same as the Thevenin.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F67EEF-418B-4C65-B02A-572C89199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848" y="1501676"/>
            <a:ext cx="3392342" cy="31439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5CA651-031C-4FD6-BF21-409C8A1C0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679011"/>
            <a:ext cx="9144000" cy="104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7320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Norton’s Theorem II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1606441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Norton current I</a:t>
            </a:r>
            <a:r>
              <a:rPr lang="en-US" altLang="en-US" sz="3200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found by short circuiting the circuit’s terminals and measuring the resulting current.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2534046C-2482-4818-8932-5C2616CC50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560884"/>
              </p:ext>
            </p:extLst>
          </p:nvPr>
        </p:nvGraphicFramePr>
        <p:xfrm>
          <a:off x="2222495" y="2955039"/>
          <a:ext cx="1340680" cy="652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69800" imgH="228600" progId="Equation.DSMT4">
                  <p:embed/>
                </p:oleObj>
              </mc:Choice>
              <mc:Fallback>
                <p:oleObj name="Equation" r:id="rId3" imgW="469800" imgH="22860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2534046C-2482-4818-8932-5C2616CC50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22495" y="2955039"/>
                        <a:ext cx="1340680" cy="6522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45F3BA6-7451-4A75-BA27-2FDA56B316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5182" y="3875100"/>
            <a:ext cx="4203300" cy="2077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7781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04800"/>
            <a:ext cx="8458200" cy="678611"/>
          </a:xfrm>
        </p:spPr>
        <p:txBody>
          <a:bodyPr>
            <a:noAutofit/>
          </a:bodyPr>
          <a:lstStyle/>
          <a:p>
            <a:r>
              <a:rPr lang="en-US" altLang="en-US" sz="4400" noProof="0" dirty="0"/>
              <a:t>Norton versus Thevenin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1" y="1260085"/>
            <a:ext cx="8458199" cy="2946156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two equivalent circuits can be related to each other.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need only look at source transformation to understand this.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Norton current and Thevenin voltage are related to each other as follows: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3AE9C636-335F-41A6-AC71-6532596E62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4608672"/>
              </p:ext>
            </p:extLst>
          </p:nvPr>
        </p:nvGraphicFramePr>
        <p:xfrm>
          <a:off x="3189753" y="4582666"/>
          <a:ext cx="1833471" cy="135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20" imgH="431640" progId="Equation.DSMT4">
                  <p:embed/>
                </p:oleObj>
              </mc:Choice>
              <mc:Fallback>
                <p:oleObj name="Equation" r:id="rId3" imgW="583920" imgH="43164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3AE9C636-335F-41A6-AC71-6532596E62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89753" y="4582666"/>
                        <a:ext cx="1833471" cy="1355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35349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04800"/>
            <a:ext cx="8458200" cy="678611"/>
          </a:xfrm>
        </p:spPr>
        <p:txBody>
          <a:bodyPr>
            <a:noAutofit/>
          </a:bodyPr>
          <a:lstStyle/>
          <a:p>
            <a:r>
              <a:rPr lang="en-US" altLang="en-US" sz="4400" noProof="0" dirty="0"/>
              <a:t>Norton versus Thevenin II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1" y="1260085"/>
            <a:ext cx="8458199" cy="4026810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V</a:t>
            </a:r>
            <a:r>
              <a:rPr lang="en-US" altLang="en-US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</a:t>
            </a:r>
            <a:r>
              <a:rPr lang="en-US" altLang="en-US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(R</a:t>
            </a:r>
            <a:r>
              <a:rPr lang="en-US" altLang="en-US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=R</a:t>
            </a:r>
            <a:r>
              <a:rPr lang="en-US" altLang="en-US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related, finding the Thevenin or Norton equivalent circuit requires that we find: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open-circuit voltage across terminals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and b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short-circuit current at terminals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and b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equivalent or input resistance at terminals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and b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independent sources are turned off.</a:t>
            </a:r>
          </a:p>
        </p:txBody>
      </p:sp>
    </p:spTree>
    <p:extLst>
      <p:ext uri="{BB962C8B-B14F-4D97-AF65-F5344CB8AC3E}">
        <p14:creationId xmlns:p14="http://schemas.microsoft.com/office/powerpoint/2010/main" val="16948772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22E6F8-E8F6-42FC-B5DB-03FEF87C0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500" y="158943"/>
            <a:ext cx="7056934" cy="525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40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BAB0CC-D46F-4D05-B170-5D382FD84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91" y="482409"/>
            <a:ext cx="7636287" cy="471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670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CB9DDB-4C06-428E-B663-90C698D00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87" y="167619"/>
            <a:ext cx="8208660" cy="593074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EE6FA8C-120F-A7B6-9101-8212ACD96B72}"/>
              </a:ext>
            </a:extLst>
          </p:cNvPr>
          <p:cNvGrpSpPr/>
          <p:nvPr/>
        </p:nvGrpSpPr>
        <p:grpSpPr>
          <a:xfrm>
            <a:off x="5663380" y="4172370"/>
            <a:ext cx="700200" cy="337320"/>
            <a:chOff x="5663380" y="4172370"/>
            <a:chExt cx="700200" cy="33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272AABD-212B-F5CC-4441-2481911C4934}"/>
                    </a:ext>
                  </a:extLst>
                </p14:cNvPr>
                <p14:cNvContentPartPr/>
                <p14:nvPr/>
              </p14:nvContentPartPr>
              <p14:xfrm>
                <a:off x="5663380" y="4376130"/>
                <a:ext cx="700200" cy="1335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272AABD-212B-F5CC-4441-2481911C493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657260" y="4370010"/>
                  <a:ext cx="7124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BB9728D-8547-1686-5858-F4FD69A00F02}"/>
                    </a:ext>
                  </a:extLst>
                </p14:cNvPr>
                <p14:cNvContentPartPr/>
                <p14:nvPr/>
              </p14:nvContentPartPr>
              <p14:xfrm>
                <a:off x="5855620" y="4172370"/>
                <a:ext cx="81720" cy="141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BB9728D-8547-1686-5858-F4FD69A00F0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49500" y="4166250"/>
                  <a:ext cx="939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B1575DE-A4F3-4492-1882-8AF7B606C930}"/>
                    </a:ext>
                  </a:extLst>
                </p14:cNvPr>
                <p14:cNvContentPartPr/>
                <p14:nvPr/>
              </p14:nvContentPartPr>
              <p14:xfrm>
                <a:off x="5846620" y="4320690"/>
                <a:ext cx="103320" cy="16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B1575DE-A4F3-4492-1882-8AF7B606C93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840500" y="4314570"/>
                  <a:ext cx="11556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D562BA2-4650-411B-85B3-B23B54B374AD}"/>
              </a:ext>
            </a:extLst>
          </p:cNvPr>
          <p:cNvGrpSpPr/>
          <p:nvPr/>
        </p:nvGrpSpPr>
        <p:grpSpPr>
          <a:xfrm>
            <a:off x="1505740" y="5489610"/>
            <a:ext cx="743400" cy="584640"/>
            <a:chOff x="1505740" y="5489610"/>
            <a:chExt cx="743400" cy="58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10C986A-8933-1778-D7AE-BD97B342EA2E}"/>
                    </a:ext>
                  </a:extLst>
                </p14:cNvPr>
                <p14:cNvContentPartPr/>
                <p14:nvPr/>
              </p14:nvContentPartPr>
              <p14:xfrm>
                <a:off x="1507540" y="5602290"/>
                <a:ext cx="532440" cy="268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10C986A-8933-1778-D7AE-BD97B342EA2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501420" y="5596170"/>
                  <a:ext cx="5446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A097960-B077-2437-89BA-9F8594EE8621}"/>
                    </a:ext>
                  </a:extLst>
                </p14:cNvPr>
                <p14:cNvContentPartPr/>
                <p14:nvPr/>
              </p14:nvContentPartPr>
              <p14:xfrm>
                <a:off x="1653340" y="5947170"/>
                <a:ext cx="50040" cy="127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A097960-B077-2437-89BA-9F8594EE862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647220" y="5941050"/>
                  <a:ext cx="622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67FB19D-CEFA-5F95-D037-349D7948A450}"/>
                    </a:ext>
                  </a:extLst>
                </p14:cNvPr>
                <p14:cNvContentPartPr/>
                <p14:nvPr/>
              </p14:nvContentPartPr>
              <p14:xfrm>
                <a:off x="1780420" y="5899650"/>
                <a:ext cx="159120" cy="128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67FB19D-CEFA-5F95-D037-349D7948A45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774300" y="5893530"/>
                  <a:ext cx="1713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64BBF14-0331-A9C1-DDE9-2B4E0CCC24DF}"/>
                    </a:ext>
                  </a:extLst>
                </p14:cNvPr>
                <p14:cNvContentPartPr/>
                <p14:nvPr/>
              </p14:nvContentPartPr>
              <p14:xfrm>
                <a:off x="1505740" y="5489610"/>
                <a:ext cx="211320" cy="209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64BBF14-0331-A9C1-DDE9-2B4E0CCC24D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99620" y="5483490"/>
                  <a:ext cx="2235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826A701-E590-386B-4A40-991E2D72FFE4}"/>
                    </a:ext>
                  </a:extLst>
                </p14:cNvPr>
                <p14:cNvContentPartPr/>
                <p14:nvPr/>
              </p14:nvContentPartPr>
              <p14:xfrm>
                <a:off x="2003980" y="5889210"/>
                <a:ext cx="62640" cy="32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826A701-E590-386B-4A40-991E2D72FFE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97860" y="5883090"/>
                  <a:ext cx="748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51C920E-4E79-A717-B214-9FC7CA52EB64}"/>
                    </a:ext>
                  </a:extLst>
                </p14:cNvPr>
                <p14:cNvContentPartPr/>
                <p14:nvPr/>
              </p14:nvContentPartPr>
              <p14:xfrm>
                <a:off x="2019100" y="5859690"/>
                <a:ext cx="43200" cy="84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51C920E-4E79-A717-B214-9FC7CA52EB6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012980" y="5853570"/>
                  <a:ext cx="554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5CDBF12-3ECB-D3D9-3DB1-E77DF52C413F}"/>
                    </a:ext>
                  </a:extLst>
                </p14:cNvPr>
                <p14:cNvContentPartPr/>
                <p14:nvPr/>
              </p14:nvContentPartPr>
              <p14:xfrm>
                <a:off x="2127820" y="5779050"/>
                <a:ext cx="121320" cy="122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5CDBF12-3ECB-D3D9-3DB1-E77DF52C413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121700" y="5772930"/>
                  <a:ext cx="13356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4B36E57-884C-710E-D107-F8D528074A07}"/>
              </a:ext>
            </a:extLst>
          </p:cNvPr>
          <p:cNvGrpSpPr/>
          <p:nvPr/>
        </p:nvGrpSpPr>
        <p:grpSpPr>
          <a:xfrm>
            <a:off x="2121700" y="5281170"/>
            <a:ext cx="700560" cy="340560"/>
            <a:chOff x="2121700" y="5281170"/>
            <a:chExt cx="700560" cy="34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CBB79FF-42E1-99CF-0EDC-8404878407B6}"/>
                    </a:ext>
                  </a:extLst>
                </p14:cNvPr>
                <p14:cNvContentPartPr/>
                <p14:nvPr/>
              </p14:nvContentPartPr>
              <p14:xfrm>
                <a:off x="2133220" y="5475570"/>
                <a:ext cx="46080" cy="146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CBB79FF-42E1-99CF-0EDC-8404878407B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127100" y="5469450"/>
                  <a:ext cx="583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6A48F5D-5809-35FD-588A-83EF0DA917A8}"/>
                    </a:ext>
                  </a:extLst>
                </p14:cNvPr>
                <p14:cNvContentPartPr/>
                <p14:nvPr/>
              </p14:nvContentPartPr>
              <p14:xfrm>
                <a:off x="2121700" y="5509770"/>
                <a:ext cx="95760" cy="65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6A48F5D-5809-35FD-588A-83EF0DA917A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115580" y="5503650"/>
                  <a:ext cx="1080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1CD4E25-73B8-1D4E-E8A4-75426E3DDE3D}"/>
                    </a:ext>
                  </a:extLst>
                </p14:cNvPr>
                <p14:cNvContentPartPr/>
                <p14:nvPr/>
              </p14:nvContentPartPr>
              <p14:xfrm>
                <a:off x="2261380" y="5427330"/>
                <a:ext cx="149760" cy="116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1CD4E25-73B8-1D4E-E8A4-75426E3DDE3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255260" y="5421210"/>
                  <a:ext cx="1620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9F87F17-86E7-F36F-4232-9730F1DA2286}"/>
                    </a:ext>
                  </a:extLst>
                </p14:cNvPr>
                <p14:cNvContentPartPr/>
                <p14:nvPr/>
              </p14:nvContentPartPr>
              <p14:xfrm>
                <a:off x="2448940" y="5474130"/>
                <a:ext cx="9000" cy="20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9F87F17-86E7-F36F-4232-9730F1DA228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442820" y="5468010"/>
                  <a:ext cx="212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709E313-9089-4229-CF56-8897B719A6D6}"/>
                    </a:ext>
                  </a:extLst>
                </p14:cNvPr>
                <p14:cNvContentPartPr/>
                <p14:nvPr/>
              </p14:nvContentPartPr>
              <p14:xfrm>
                <a:off x="2494660" y="5342370"/>
                <a:ext cx="146520" cy="103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709E313-9089-4229-CF56-8897B719A6D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88540" y="5336250"/>
                  <a:ext cx="1587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1778686-7521-BF66-22FB-24393435C9D7}"/>
                    </a:ext>
                  </a:extLst>
                </p14:cNvPr>
                <p14:cNvContentPartPr/>
                <p14:nvPr/>
              </p14:nvContentPartPr>
              <p14:xfrm>
                <a:off x="2637940" y="5281170"/>
                <a:ext cx="131040" cy="130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1778686-7521-BF66-22FB-24393435C9D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631820" y="5275050"/>
                  <a:ext cx="1432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C220E0E-AA1B-326F-858C-5566419E231B}"/>
                    </a:ext>
                  </a:extLst>
                </p14:cNvPr>
                <p14:cNvContentPartPr/>
                <p14:nvPr/>
              </p14:nvContentPartPr>
              <p14:xfrm>
                <a:off x="2712460" y="5345250"/>
                <a:ext cx="109800" cy="30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C220E0E-AA1B-326F-858C-5566419E231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706340" y="5339130"/>
                  <a:ext cx="122040" cy="4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A8C40A0-E001-198E-891D-95F418DEFD17}"/>
                  </a:ext>
                </a:extLst>
              </p14:cNvPr>
              <p14:cNvContentPartPr/>
              <p14:nvPr/>
            </p14:nvContentPartPr>
            <p14:xfrm>
              <a:off x="3475660" y="5860050"/>
              <a:ext cx="886680" cy="1144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A8C40A0-E001-198E-891D-95F418DEFD1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469540" y="5853930"/>
                <a:ext cx="898920" cy="12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85306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F04EF2-8C15-4194-BC80-7B009E47B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0785"/>
            <a:ext cx="9144000" cy="581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36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8557E5-DB31-4BF3-B036-D7D972D93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25" y="0"/>
            <a:ext cx="8118258" cy="640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230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1DB9A4-4F6E-4787-96D4-50C54D4C5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4" y="0"/>
            <a:ext cx="89623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8063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01AAE4-744F-4007-947C-D500BA1EE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22" y="0"/>
            <a:ext cx="9144000" cy="292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603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0484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82222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028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5167D6-6E37-430C-8D45-635EED718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051"/>
            <a:ext cx="9144000" cy="623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5363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D6F3487-E1D3-4C31-AA4C-F0FFBA20FAE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4671" y="0"/>
            <a:ext cx="8910784" cy="253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9365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04800"/>
            <a:ext cx="8458200" cy="678611"/>
          </a:xfrm>
        </p:spPr>
        <p:txBody>
          <a:bodyPr>
            <a:noAutofit/>
          </a:bodyPr>
          <a:lstStyle/>
          <a:p>
            <a:r>
              <a:rPr lang="en-US" altLang="en-US" sz="4400" noProof="0" dirty="0"/>
              <a:t>Maximum Power Transfer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1" y="1260084"/>
            <a:ext cx="8458199" cy="4375945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applications, a circuit is designed to power a load.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those applications there are many cases where we wish to maximize the power transferred to the load.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an ideal source, internal resistance will restrict the conditions where maximum power is transferred.</a:t>
            </a:r>
          </a:p>
        </p:txBody>
      </p:sp>
    </p:spTree>
    <p:extLst>
      <p:ext uri="{BB962C8B-B14F-4D97-AF65-F5344CB8AC3E}">
        <p14:creationId xmlns:p14="http://schemas.microsoft.com/office/powerpoint/2010/main" val="35210035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Maximum Power Transfer II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2290400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use the Thevenin equivalent circuit for finding the maximum power in a linear circuit.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assume that the load resistance can be varied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Looking at the equivalent circuit with load included, the power transferred is: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2534046C-2482-4818-8932-5C2616CC50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1451956"/>
              </p:ext>
            </p:extLst>
          </p:nvPr>
        </p:nvGraphicFramePr>
        <p:xfrm>
          <a:off x="535884" y="3909770"/>
          <a:ext cx="3243733" cy="1365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06360" imgH="507960" progId="Equation.DSMT4">
                  <p:embed/>
                </p:oleObj>
              </mc:Choice>
              <mc:Fallback>
                <p:oleObj name="Equation" r:id="rId3" imgW="1206360" imgH="50796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2534046C-2482-4818-8932-5C2616CC50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5884" y="3909770"/>
                        <a:ext cx="3243733" cy="13653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6297B08-DEBD-4DD0-A25F-7D71F33269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764" y="3622920"/>
            <a:ext cx="3379130" cy="247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5181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noProof="0" dirty="0"/>
              <a:t>Maximum Power Transfer III</a:t>
            </a:r>
            <a:endParaRPr lang="en-US" sz="44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9D94-137F-441D-8245-D477B46E92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2576615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given circuit, V</a:t>
            </a:r>
            <a:r>
              <a:rPr lang="en-US" altLang="en-US" sz="2400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</a:t>
            </a:r>
            <a:r>
              <a:rPr lang="en-US" altLang="en-US" sz="2400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fixed. By varying the load resistance R</a:t>
            </a:r>
            <a:r>
              <a:rPr lang="en-US" altLang="en-US" sz="2400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power delivered to the load varies as shown.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see that as R</a:t>
            </a:r>
            <a:r>
              <a:rPr lang="en-US" altLang="en-US" sz="2400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approaches 0 and ∞ the power transferred goes to zero.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fact the maximum power transferred is when R</a:t>
            </a:r>
            <a:r>
              <a:rPr lang="en-US" altLang="en-US" sz="2400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R</a:t>
            </a:r>
            <a:r>
              <a:rPr lang="en-US" altLang="en-US" sz="2400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400" baseline="-25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6ACC41-6C77-45F6-AFDF-FE5483030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723" y="3952746"/>
            <a:ext cx="3196602" cy="217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0415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5F64AD-2B8D-4553-9466-3DBE10776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7135"/>
            <a:ext cx="7720049" cy="523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740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69AAE2-75A2-40FE-903B-DB9FE359E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7260"/>
            <a:ext cx="9144000" cy="538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2640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2B01F6-6E99-4194-BCD7-80033548E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8438"/>
            <a:ext cx="9144000" cy="526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2998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C674AB-7C41-435D-B021-9B6D58F18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0845"/>
            <a:ext cx="9144000" cy="397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7759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BCEBB43-BCD2-443B-B278-0507B5AA0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932199" cy="2728500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95F2AD88-56D4-1F15-4916-1D5FD065A710}"/>
              </a:ext>
            </a:extLst>
          </p:cNvPr>
          <p:cNvGrpSpPr/>
          <p:nvPr/>
        </p:nvGrpSpPr>
        <p:grpSpPr>
          <a:xfrm>
            <a:off x="226169" y="1674208"/>
            <a:ext cx="217440" cy="423360"/>
            <a:chOff x="226169" y="1674208"/>
            <a:chExt cx="217440" cy="42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6B9DB9C-B4C9-CA94-9639-A2336C117B2A}"/>
                    </a:ext>
                  </a:extLst>
                </p14:cNvPr>
                <p14:cNvContentPartPr/>
                <p14:nvPr/>
              </p14:nvContentPartPr>
              <p14:xfrm>
                <a:off x="226169" y="1674208"/>
                <a:ext cx="177120" cy="244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6B9DB9C-B4C9-CA94-9639-A2336C117B2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63169" y="1611208"/>
                  <a:ext cx="30276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CA15444-D1DB-547B-CDCD-A77A1B484096}"/>
                    </a:ext>
                  </a:extLst>
                </p14:cNvPr>
                <p14:cNvContentPartPr/>
                <p14:nvPr/>
              </p14:nvContentPartPr>
              <p14:xfrm>
                <a:off x="242729" y="1809208"/>
                <a:ext cx="200880" cy="288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CA15444-D1DB-547B-CDCD-A77A1B48409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79729" y="1746208"/>
                  <a:ext cx="326520" cy="414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82C5C15-7D4A-6F52-7658-ADC40ABB292F}"/>
              </a:ext>
            </a:extLst>
          </p:cNvPr>
          <p:cNvSpPr txBox="1"/>
          <p:nvPr/>
        </p:nvSpPr>
        <p:spPr>
          <a:xfrm>
            <a:off x="5338618" y="252152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CA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63874CC-1750-4D15-A286-262AEC3346A8}"/>
                  </a:ext>
                </a:extLst>
              </p14:cNvPr>
              <p14:cNvContentPartPr/>
              <p14:nvPr/>
            </p14:nvContentPartPr>
            <p14:xfrm>
              <a:off x="6928618" y="2273815"/>
              <a:ext cx="36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63874CC-1750-4D15-A286-262AEC3346A8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922498" y="2267695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BB12C6B-790C-A940-69E8-AA9EF532DF49}"/>
                  </a:ext>
                </a:extLst>
              </p14:cNvPr>
              <p14:cNvContentPartPr/>
              <p14:nvPr/>
            </p14:nvContentPartPr>
            <p14:xfrm>
              <a:off x="4721458" y="2497735"/>
              <a:ext cx="1467000" cy="2037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BB12C6B-790C-A940-69E8-AA9EF532DF49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715338" y="2491615"/>
                <a:ext cx="147924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21340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5842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133493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53527" y="0"/>
            <a:ext cx="1481328" cy="6858000"/>
          </a:xfrm>
          <a:prstGeom prst="rect">
            <a:avLst/>
          </a:prstGeom>
          <a:solidFill>
            <a:srgbClr val="E2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672" y="0"/>
            <a:ext cx="1481328" cy="6858000"/>
          </a:xfrm>
          <a:prstGeom prst="rect">
            <a:avLst/>
          </a:prstGeom>
        </p:spPr>
      </p:pic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6400800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6437376"/>
            <a:ext cx="1252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Times New Roman"/>
              </a:rPr>
              <a:t>© McGraw Hill LLC.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005840"/>
            <a:ext cx="18288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98448" y="3794760"/>
            <a:ext cx="42611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Because learning changes everything.®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0592" y="5330952"/>
            <a:ext cx="19568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www.mheducation.com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Slides 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84F6219E-3D47-41AC-9893-1108D06AA07D}"/>
    </a:ext>
  </a:extLst>
</a:theme>
</file>

<file path=ppt/theme/theme2.xml><?xml version="1.0" encoding="utf-8"?>
<a:theme xmlns:a="http://schemas.openxmlformats.org/drawingml/2006/main" name="MainContent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B385948E-CF34-4CE8-9AC7-28DE40FDC656}"/>
    </a:ext>
  </a:extLst>
</a:theme>
</file>

<file path=ppt/theme/theme3.xml><?xml version="1.0" encoding="utf-8"?>
<a:theme xmlns:a="http://schemas.openxmlformats.org/drawingml/2006/main" name="Closing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FEE61EC3-6634-45B5-BF77-FBC9B835BC79}"/>
    </a:ext>
  </a:extLst>
</a:theme>
</file>

<file path=ppt/theme/theme4.xml><?xml version="1.0" encoding="utf-8"?>
<a:theme xmlns:a="http://schemas.openxmlformats.org/drawingml/2006/main" name="Divider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A15A20A0-BEE6-47A5-BC6B-F87134FBF13C}"/>
    </a:ext>
  </a:extLst>
</a:theme>
</file>

<file path=ppt/theme/theme5.xml><?xml version="1.0" encoding="utf-8"?>
<a:theme xmlns:a="http://schemas.openxmlformats.org/drawingml/2006/main" name="ImageDescriptionAppendix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22313DF8-AA3F-4A8D-9652-6DDC53D759E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155F30E97C6648B20B3A3C67389E48" ma:contentTypeVersion="11" ma:contentTypeDescription="Create a new document." ma:contentTypeScope="" ma:versionID="0e46556320d9f3361aa6da501e2644b8">
  <xsd:schema xmlns:xsd="http://www.w3.org/2001/XMLSchema" xmlns:xs="http://www.w3.org/2001/XMLSchema" xmlns:p="http://schemas.microsoft.com/office/2006/metadata/properties" xmlns:ns3="424f447d-6074-493a-bfd7-f12000995a6c" targetNamespace="http://schemas.microsoft.com/office/2006/metadata/properties" ma:root="true" ma:fieldsID="65230762ec06c5bbea9065d70216dd43" ns3:_="">
    <xsd:import namespace="424f447d-6074-493a-bfd7-f12000995a6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4f447d-6074-493a-bfd7-f12000995a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EC4673-9B8F-4A2F-8804-F905A34E018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8816B0-ED04-489B-98F0-289F8AA87147}">
  <ds:schemaRefs>
    <ds:schemaRef ds:uri="http://schemas.microsoft.com/office/2006/metadata/properties"/>
    <ds:schemaRef ds:uri="http://purl.org/dc/elements/1.1/"/>
    <ds:schemaRef ds:uri="424f447d-6074-493a-bfd7-f12000995a6c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D977E12-6327-4578-A055-D58427364C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4f447d-6074-493a-bfd7-f12000995a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MHHE_Generic Accessible PPT Template_Editorial_v9_2019</Template>
  <TotalTime>2544</TotalTime>
  <Words>1202</Words>
  <Application>Microsoft Office PowerPoint</Application>
  <PresentationFormat>On-screen Show (4:3)</PresentationFormat>
  <Paragraphs>126</Paragraphs>
  <Slides>65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4" baseType="lpstr">
      <vt:lpstr>Arial</vt:lpstr>
      <vt:lpstr>Calibri</vt:lpstr>
      <vt:lpstr>Times New Roman</vt:lpstr>
      <vt:lpstr>Title Slides Master</vt:lpstr>
      <vt:lpstr>MainContentSlideMaster</vt:lpstr>
      <vt:lpstr>ClosingMaster</vt:lpstr>
      <vt:lpstr>DividerSlideMaster</vt:lpstr>
      <vt:lpstr>ImageDescriptionAppendixSlideMaster</vt:lpstr>
      <vt:lpstr>Equation</vt:lpstr>
      <vt:lpstr>PowerPoint Presentation</vt:lpstr>
      <vt:lpstr>Overview</vt:lpstr>
      <vt:lpstr>Linearity</vt:lpstr>
      <vt:lpstr>Superposition</vt:lpstr>
      <vt:lpstr>PowerPoint Presentation</vt:lpstr>
      <vt:lpstr>Applying Superposition</vt:lpstr>
      <vt:lpstr>PowerPoint Presentation</vt:lpstr>
      <vt:lpstr>PowerPoint Presentation</vt:lpstr>
      <vt:lpstr>PowerPoint Presentation</vt:lpstr>
      <vt:lpstr>Source Transformation</vt:lpstr>
      <vt:lpstr>Source Transformation II</vt:lpstr>
      <vt:lpstr>Terminal Equivalency</vt:lpstr>
      <vt:lpstr>Dependent Sources</vt:lpstr>
      <vt:lpstr>Source transformation rules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Thevenin’s Theorem</vt:lpstr>
      <vt:lpstr>Thevenin’s Theorem II</vt:lpstr>
      <vt:lpstr>Thevenin’s Theorem III</vt:lpstr>
      <vt:lpstr>Thevenin’s Theorem IV</vt:lpstr>
      <vt:lpstr>Thevenin’s Theorem V</vt:lpstr>
      <vt:lpstr>Negative Resistance?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Norton’s Theorem</vt:lpstr>
      <vt:lpstr>Norton’s Theorem II</vt:lpstr>
      <vt:lpstr>Norton versus Thevenin</vt:lpstr>
      <vt:lpstr>Norton versus Thevenin 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Maximum Power Transfer</vt:lpstr>
      <vt:lpstr>Maximum Power Transfer II</vt:lpstr>
      <vt:lpstr>Maximum Power Transfer III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ENVIRONMENTAL SCIENCE A Global Concern, 15th edition</dc:title>
  <dc:creator>R, Nithiyanandhan</dc:creator>
  <cp:keywords>PPT</cp:keywords>
  <cp:lastModifiedBy>Mozhgan Moazzen Zadeh-Bacon</cp:lastModifiedBy>
  <cp:revision>126</cp:revision>
  <dcterms:created xsi:type="dcterms:W3CDTF">2019-12-14T02:10:23Z</dcterms:created>
  <dcterms:modified xsi:type="dcterms:W3CDTF">2026-09-21T19:50:42Z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0x010100C1155F30E97C6648B20B3A3C67389E48</vt:lpwstr>
  </property>
</Properties>
</file>