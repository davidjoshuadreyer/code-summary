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91" r:id="rId5"/>
    <p:sldMasterId id="2147483684" r:id="rId6"/>
    <p:sldMasterId id="2147483686" r:id="rId7"/>
    <p:sldMasterId id="2147483701" r:id="rId8"/>
  </p:sldMasterIdLst>
  <p:notesMasterIdLst>
    <p:notesMasterId r:id="rId38"/>
  </p:notesMasterIdLst>
  <p:sldIdLst>
    <p:sldId id="316" r:id="rId9"/>
    <p:sldId id="266" r:id="rId10"/>
    <p:sldId id="267" r:id="rId11"/>
    <p:sldId id="268" r:id="rId12"/>
    <p:sldId id="269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273" r:id="rId25"/>
    <p:sldId id="275" r:id="rId26"/>
    <p:sldId id="276" r:id="rId27"/>
    <p:sldId id="307" r:id="rId28"/>
    <p:sldId id="308" r:id="rId29"/>
    <p:sldId id="311" r:id="rId30"/>
    <p:sldId id="312" r:id="rId31"/>
    <p:sldId id="313" r:id="rId32"/>
    <p:sldId id="314" r:id="rId33"/>
    <p:sldId id="315" r:id="rId34"/>
    <p:sldId id="287" r:id="rId35"/>
    <p:sldId id="288" r:id="rId36"/>
    <p:sldId id="31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316"/>
            <p14:sldId id="266"/>
            <p14:sldId id="267"/>
            <p14:sldId id="268"/>
            <p14:sldId id="269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273"/>
            <p14:sldId id="275"/>
            <p14:sldId id="276"/>
            <p14:sldId id="307"/>
            <p14:sldId id="308"/>
            <p14:sldId id="311"/>
            <p14:sldId id="312"/>
            <p14:sldId id="313"/>
            <p14:sldId id="314"/>
            <p14:sldId id="315"/>
            <p14:sldId id="287"/>
            <p14:sldId id="288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00" autoAdjust="0"/>
    <p:restoredTop sz="96374" autoAdjust="0"/>
  </p:normalViewPr>
  <p:slideViewPr>
    <p:cSldViewPr snapToGrid="0" showGuides="1">
      <p:cViewPr>
        <p:scale>
          <a:sx n="74" d="100"/>
          <a:sy n="74" d="100"/>
        </p:scale>
        <p:origin x="1368" y="56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57324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commentAuthors" Target="commentAuthor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Bacon" userId="87017a61-33d9-4952-aa6c-e009fac81f23" providerId="ADAL" clId="{BD86137B-1FBB-483D-841C-3A4E36B9CD2D}"/>
    <pc:docChg chg="delSld modSld modSection">
      <pc:chgData name="Mozhgan Bacon" userId="87017a61-33d9-4952-aa6c-e009fac81f23" providerId="ADAL" clId="{BD86137B-1FBB-483D-841C-3A4E36B9CD2D}" dt="2021-09-17T16:36:39.161" v="3" actId="2696"/>
      <pc:docMkLst>
        <pc:docMk/>
      </pc:docMkLst>
      <pc:sldChg chg="modSp">
        <pc:chgData name="Mozhgan Bacon" userId="87017a61-33d9-4952-aa6c-e009fac81f23" providerId="ADAL" clId="{BD86137B-1FBB-483D-841C-3A4E36B9CD2D}" dt="2021-09-17T16:36:35.283" v="2" actId="1076"/>
        <pc:sldMkLst>
          <pc:docMk/>
          <pc:sldMk cId="264647024" sldId="273"/>
        </pc:sldMkLst>
      </pc:sldChg>
    </pc:docChg>
  </pc:docChgLst>
  <pc:docChgLst>
    <pc:chgData name="Mozhgan Moazzen Zadeh-Bacon" userId="87017a61-33d9-4952-aa6c-e009fac81f23" providerId="ADAL" clId="{5796112C-266F-42AF-9176-1A9EEE86A55B}"/>
    <pc:docChg chg="custSel modSld">
      <pc:chgData name="Mozhgan Moazzen Zadeh-Bacon" userId="87017a61-33d9-4952-aa6c-e009fac81f23" providerId="ADAL" clId="{5796112C-266F-42AF-9176-1A9EEE86A55B}" dt="2024-09-16T20:23:42.497" v="30" actId="20577"/>
      <pc:docMkLst>
        <pc:docMk/>
      </pc:docMkLst>
      <pc:sldChg chg="modSp mod">
        <pc:chgData name="Mozhgan Moazzen Zadeh-Bacon" userId="87017a61-33d9-4952-aa6c-e009fac81f23" providerId="ADAL" clId="{5796112C-266F-42AF-9176-1A9EEE86A55B}" dt="2024-09-16T20:23:42.497" v="30" actId="20577"/>
        <pc:sldMkLst>
          <pc:docMk/>
          <pc:sldMk cId="323279760" sldId="266"/>
        </pc:sldMkLst>
      </pc:sldChg>
    </pc:docChg>
  </pc:docChgLst>
  <pc:docChgLst>
    <pc:chgData name="Mozhgan Moazzen Zadeh-Bacon" userId="87017a61-33d9-4952-aa6c-e009fac81f23" providerId="ADAL" clId="{34C6D86F-85D1-47B1-BAB3-4E8BFCA46E6B}"/>
    <pc:docChg chg="undo custSel modSld">
      <pc:chgData name="Mozhgan Moazzen Zadeh-Bacon" userId="87017a61-33d9-4952-aa6c-e009fac81f23" providerId="ADAL" clId="{34C6D86F-85D1-47B1-BAB3-4E8BFCA46E6B}" dt="2023-09-20T18:15:01.716" v="210" actId="9405"/>
      <pc:docMkLst>
        <pc:docMk/>
      </pc:docMkLst>
      <pc:sldChg chg="addSp delSp modSp mod">
        <pc:chgData name="Mozhgan Moazzen Zadeh-Bacon" userId="87017a61-33d9-4952-aa6c-e009fac81f23" providerId="ADAL" clId="{34C6D86F-85D1-47B1-BAB3-4E8BFCA46E6B}" dt="2023-09-20T17:58:58.857" v="60" actId="9405"/>
        <pc:sldMkLst>
          <pc:docMk/>
          <pc:sldMk cId="1599059886" sldId="307"/>
        </pc:sldMkLst>
      </pc:sldChg>
      <pc:sldChg chg="addSp modSp mod">
        <pc:chgData name="Mozhgan Moazzen Zadeh-Bacon" userId="87017a61-33d9-4952-aa6c-e009fac81f23" providerId="ADAL" clId="{34C6D86F-85D1-47B1-BAB3-4E8BFCA46E6B}" dt="2023-09-20T17:59:35.971" v="66" actId="9405"/>
        <pc:sldMkLst>
          <pc:docMk/>
          <pc:sldMk cId="3031613202" sldId="308"/>
        </pc:sldMkLst>
      </pc:sldChg>
      <pc:sldChg chg="addSp mod">
        <pc:chgData name="Mozhgan Moazzen Zadeh-Bacon" userId="87017a61-33d9-4952-aa6c-e009fac81f23" providerId="ADAL" clId="{34C6D86F-85D1-47B1-BAB3-4E8BFCA46E6B}" dt="2023-09-20T18:00:01.693" v="67" actId="9405"/>
        <pc:sldMkLst>
          <pc:docMk/>
          <pc:sldMk cId="3592385861" sldId="311"/>
        </pc:sldMkLst>
      </pc:sldChg>
      <pc:sldChg chg="addSp delSp modSp mod">
        <pc:chgData name="Mozhgan Moazzen Zadeh-Bacon" userId="87017a61-33d9-4952-aa6c-e009fac81f23" providerId="ADAL" clId="{34C6D86F-85D1-47B1-BAB3-4E8BFCA46E6B}" dt="2023-09-20T18:07:08.057" v="109" actId="9405"/>
        <pc:sldMkLst>
          <pc:docMk/>
          <pc:sldMk cId="2987928892" sldId="312"/>
        </pc:sldMkLst>
      </pc:sldChg>
      <pc:sldChg chg="addSp delSp modSp mod">
        <pc:chgData name="Mozhgan Moazzen Zadeh-Bacon" userId="87017a61-33d9-4952-aa6c-e009fac81f23" providerId="ADAL" clId="{34C6D86F-85D1-47B1-BAB3-4E8BFCA46E6B}" dt="2023-09-20T18:14:27.950" v="206" actId="9405"/>
        <pc:sldMkLst>
          <pc:docMk/>
          <pc:sldMk cId="1279384212" sldId="314"/>
        </pc:sldMkLst>
      </pc:sldChg>
      <pc:sldChg chg="addSp mod">
        <pc:chgData name="Mozhgan Moazzen Zadeh-Bacon" userId="87017a61-33d9-4952-aa6c-e009fac81f23" providerId="ADAL" clId="{34C6D86F-85D1-47B1-BAB3-4E8BFCA46E6B}" dt="2023-09-20T18:15:01.716" v="210" actId="9405"/>
        <pc:sldMkLst>
          <pc:docMk/>
          <pc:sldMk cId="1628395096" sldId="315"/>
        </pc:sldMkLst>
      </pc:sldChg>
    </pc:docChg>
  </pc:docChgLst>
  <pc:docChgLst>
    <pc:chgData name="Mozhgan Moazzen Zadeh-Bacon" userId="87017a61-33d9-4952-aa6c-e009fac81f23" providerId="ADAL" clId="{A390D8AC-0881-4A45-827E-35D352BC7877}"/>
    <pc:docChg chg="undo custSel modSld">
      <pc:chgData name="Mozhgan Moazzen Zadeh-Bacon" userId="87017a61-33d9-4952-aa6c-e009fac81f23" providerId="ADAL" clId="{A390D8AC-0881-4A45-827E-35D352BC7877}" dt="2025-09-18T18:20:07.771" v="2" actId="1076"/>
      <pc:docMkLst>
        <pc:docMk/>
      </pc:docMkLst>
      <pc:sldChg chg="addSp delSp mod">
        <pc:chgData name="Mozhgan Moazzen Zadeh-Bacon" userId="87017a61-33d9-4952-aa6c-e009fac81f23" providerId="ADAL" clId="{A390D8AC-0881-4A45-827E-35D352BC7877}" dt="2025-09-18T18:19:10.190" v="1" actId="21"/>
        <pc:sldMkLst>
          <pc:docMk/>
          <pc:sldMk cId="2987928892" sldId="312"/>
        </pc:sldMkLst>
        <pc:picChg chg="add del">
          <ac:chgData name="Mozhgan Moazzen Zadeh-Bacon" userId="87017a61-33d9-4952-aa6c-e009fac81f23" providerId="ADAL" clId="{A390D8AC-0881-4A45-827E-35D352BC7877}" dt="2025-09-18T18:19:10.190" v="1" actId="21"/>
          <ac:picMkLst>
            <pc:docMk/>
            <pc:sldMk cId="2987928892" sldId="312"/>
            <ac:picMk id="2" creationId="{31A5B2F8-1176-47F4-B7F1-7C285F5B6C69}"/>
          </ac:picMkLst>
        </pc:picChg>
      </pc:sldChg>
      <pc:sldChg chg="modSp mod">
        <pc:chgData name="Mozhgan Moazzen Zadeh-Bacon" userId="87017a61-33d9-4952-aa6c-e009fac81f23" providerId="ADAL" clId="{A390D8AC-0881-4A45-827E-35D352BC7877}" dt="2025-09-18T18:20:07.771" v="2" actId="1076"/>
        <pc:sldMkLst>
          <pc:docMk/>
          <pc:sldMk cId="2470301840" sldId="313"/>
        </pc:sldMkLst>
        <pc:picChg chg="mod">
          <ac:chgData name="Mozhgan Moazzen Zadeh-Bacon" userId="87017a61-33d9-4952-aa6c-e009fac81f23" providerId="ADAL" clId="{A390D8AC-0881-4A45-827E-35D352BC7877}" dt="2025-09-18T18:20:07.771" v="2" actId="1076"/>
          <ac:picMkLst>
            <pc:docMk/>
            <pc:sldMk cId="2470301840" sldId="313"/>
            <ac:picMk id="2" creationId="{7A50647B-ED41-4708-9618-DC711BA1E39D}"/>
          </ac:picMkLst>
        </pc:picChg>
      </pc:sldChg>
    </pc:docChg>
  </pc:docChgLst>
  <pc:docChgLst>
    <pc:chgData name="Mozhgan Bacon" userId="87017a61-33d9-4952-aa6c-e009fac81f23" providerId="ADAL" clId="{52457F80-64FE-4E22-8358-5A4C6033B12B}"/>
    <pc:docChg chg="custSel delSld modSld modSection">
      <pc:chgData name="Mozhgan Bacon" userId="87017a61-33d9-4952-aa6c-e009fac81f23" providerId="ADAL" clId="{52457F80-64FE-4E22-8358-5A4C6033B12B}" dt="2021-09-20T05:01:54.416" v="16" actId="478"/>
      <pc:docMkLst>
        <pc:docMk/>
      </pc:docMkLst>
      <pc:sldChg chg="addSp modSp">
        <pc:chgData name="Mozhgan Bacon" userId="87017a61-33d9-4952-aa6c-e009fac81f23" providerId="ADAL" clId="{52457F80-64FE-4E22-8358-5A4C6033B12B}" dt="2021-09-19T02:50:17.743" v="7" actId="1076"/>
        <pc:sldMkLst>
          <pc:docMk/>
          <pc:sldMk cId="1901894053" sldId="276"/>
        </pc:sldMkLst>
      </pc:sldChg>
      <pc:sldChg chg="del">
        <pc:chgData name="Mozhgan Bacon" userId="87017a61-33d9-4952-aa6c-e009fac81f23" providerId="ADAL" clId="{52457F80-64FE-4E22-8358-5A4C6033B12B}" dt="2021-09-19T01:07:47.723" v="0" actId="2696"/>
        <pc:sldMkLst>
          <pc:docMk/>
          <pc:sldMk cId="3974327445" sldId="277"/>
        </pc:sldMkLst>
      </pc:sldChg>
      <pc:sldChg chg="addSp delSp modSp">
        <pc:chgData name="Mozhgan Bacon" userId="87017a61-33d9-4952-aa6c-e009fac81f23" providerId="ADAL" clId="{52457F80-64FE-4E22-8358-5A4C6033B12B}" dt="2021-09-20T05:01:54.416" v="16" actId="478"/>
        <pc:sldMkLst>
          <pc:docMk/>
          <pc:sldMk cId="3361789601" sldId="287"/>
        </pc:sldMkLst>
      </pc:sldChg>
      <pc:sldChg chg="addSp delSp modSp">
        <pc:chgData name="Mozhgan Bacon" userId="87017a61-33d9-4952-aa6c-e009fac81f23" providerId="ADAL" clId="{52457F80-64FE-4E22-8358-5A4C6033B12B}" dt="2021-09-20T05:01:45.411" v="14" actId="478"/>
        <pc:sldMkLst>
          <pc:docMk/>
          <pc:sldMk cId="2043415984" sldId="288"/>
        </pc:sldMkLst>
      </pc:sldChg>
      <pc:sldChg chg="delSp del">
        <pc:chgData name="Mozhgan Bacon" userId="87017a61-33d9-4952-aa6c-e009fac81f23" providerId="ADAL" clId="{52457F80-64FE-4E22-8358-5A4C6033B12B}" dt="2021-09-19T03:11:28.788" v="9" actId="2696"/>
        <pc:sldMkLst>
          <pc:docMk/>
          <pc:sldMk cId="3901459596" sldId="309"/>
        </pc:sldMkLst>
      </pc:sldChg>
      <pc:sldChg chg="del">
        <pc:chgData name="Mozhgan Bacon" userId="87017a61-33d9-4952-aa6c-e009fac81f23" providerId="ADAL" clId="{52457F80-64FE-4E22-8358-5A4C6033B12B}" dt="2021-09-19T03:11:30.352" v="10" actId="2696"/>
        <pc:sldMkLst>
          <pc:docMk/>
          <pc:sldMk cId="420309806" sldId="310"/>
        </pc:sldMkLst>
      </pc:sldChg>
    </pc:docChg>
  </pc:docChgLst>
  <pc:docChgLst>
    <pc:chgData name="Mozhgan Moazzen Zadeh-Bacon" userId="87017a61-33d9-4952-aa6c-e009fac81f23" providerId="ADAL" clId="{35AD4C93-0B2B-4999-A855-AE3243F5151D}"/>
    <pc:docChg chg="undo custSel modSld">
      <pc:chgData name="Mozhgan Moazzen Zadeh-Bacon" userId="87017a61-33d9-4952-aa6c-e009fac81f23" providerId="ADAL" clId="{35AD4C93-0B2B-4999-A855-AE3243F5151D}" dt="2024-10-07T20:06:34.854" v="18" actId="478"/>
      <pc:docMkLst>
        <pc:docMk/>
      </pc:docMkLst>
      <pc:sldChg chg="addSp delSp mod">
        <pc:chgData name="Mozhgan Moazzen Zadeh-Bacon" userId="87017a61-33d9-4952-aa6c-e009fac81f23" providerId="ADAL" clId="{35AD4C93-0B2B-4999-A855-AE3243F5151D}" dt="2024-10-07T20:06:34.854" v="18" actId="478"/>
        <pc:sldMkLst>
          <pc:docMk/>
          <pc:sldMk cId="1599059886" sldId="30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13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38 3025,'-1'-4'1373,"0"0"1,0 1-1,0-1 1,-1 1-1,0 0 1,-3-7-1,4 10-1278,1-1 0,-1 0 0,1 1 0,-1 0-1,1-1 1,-1 1 0,1-1 0,-1 1 0,1-1 0,-1 1-1,0 0 1,1 0 0,-1-1 0,0 1 0,1 0-1,-1 0 1,0 0 0,-1-1 0,2 1-41,-1 1-1,0-1 1,0 0 0,0 0-1,0 1 1,1-1 0,-1 1-1,0-1 1,0 1 0,0-1-1,1 1 1,-1-1 0,0 1-1,1-1 1,-1 1 0,1 0-1,-1 0 1,0 1 0,-2 2 63,1 1 0,0 0 0,0-1 1,0 1-1,0 0 0,1 0 1,0 0-1,0 0 0,1 1 0,-1-1 1,1 0-1,0 0 0,0 0 1,1 0-1,1 6 0,0 2-392,1 0 1,0 1-1,1-1 0,9 18 0,-10-25-285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17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12 128 6729,'3'-1'596,"-1"-1"-1,1 1 0,-1-1 1,0 1-1,1-1 0,-1 0 1,0 0-1,0 0 0,-1 0 1,1 0-1,2-4 0,13-28 1478,-7 14-1837,-8 15-184,0 0 0,1 0 0,0 0 0,0 0 0,1 0 0,5-7 1,-8 12-44,-1-1 1,1 0-1,0 1 1,-1-1-1,1 1 1,0-1 0,0 1-1,0-1 1,-1 1-1,1 0 1,0-1-1,0 1 1,0 0 0,0 0-1,0 0 1,0 0-1,1 0 1,-1 0 1,1 0 1,-1 1 0,0-1-1,0 1 1,0-1 0,0 1 0,0-1-1,0 1 1,0 0 0,0-1-1,0 1 1,0 0 0,0 0-1,0 0 1,-1 0 0,1 0-1,1 1 1,-1 1-2,0-1 1,0 0-1,0 1 1,0-1-1,0 1 1,0-1-1,-1 1 1,1-1-1,-1 1 1,0-1-1,0 1 1,0 0 0,0-1-1,0 1 1,0 0-1,-1-1 1,1 1-1,-1-1 1,0 1-1,0-1 1,0 1-1,0-1 1,0 0-1,-2 3 1,-1 2 0,-1 0 0,0 0 1,0 0-1,0-1 1,-1 0-1,-8 7 1,10-10 6,1-1 0,-1 1 1,1-1-1,-1 0 0,0-1 1,0 1-1,0-1 0,0 1 1,0-1-1,-8 1 0,11-2-7,-1 0 0,1 0 0,0 0 0,0 0-1,0 0 1,0 0 0,0 0 0,-1 0 0,1-1 0,0 1-1,0 0 1,0-1 0,0 1 0,0 0 0,0-1 0,0 0 0,0 1-1,0-1 1,0 1 0,0-1 0,0 0 0,1 0 0,-1 0-1,0 1 1,0-1 0,1 0 0,-1 0 0,1 0 0,-1 0 0,1 0-1,-1 0 1,1 0 0,-1 0 0,1-1 0,0 1 0,0 0-1,-1 0 1,1 0 0,0 0 0,0 0 0,0-1 0,0 1-1,1 0 1,-1-2 0,3-12-8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18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26 6441,'1'-2'2186,"0"0"-1829,0 1 0,-1-1-1,1 0 1,0 0-1,-1 1 1,1-1 0,-1 0-1,1 0 1,-1 0 0,0 0-1,0-2 1,-2 8 3248,-3 14-3066,1 0 0,1 0 0,1 0 0,0 25 0,2-42-535,-1 0 1,1 0 0,0 0 0,0 0-1,1 0 1,-1 0 0,0 0-1,0-1 1,0 1 0,0 0 0,1 0-1,-1 0 1,0 0 0,1 0-1,-1-1 1,1 1 0,-1 0-1,1 0 1,-1-1 0,1 1 0,0 0-1,-1-1 1,1 1 0,1 0-1,-1 0-56,0-1 0,0 0 0,0 1-1,0-1 1,1 0 0,-1 0 0,0 0-1,0 0 1,0 0 0,1 0 0,-1 0 0,0 0-1,0-1 1,0 1 0,0 0 0,0-1-1,1 1 1,0-1 0,12-6-388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18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13387,'0'-6'5025,"0"5"-4609,7 6-520,0 3-264,1-1-2537,0-1 1881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18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2 7938,'-1'0'5345,"1"-2"-4025,-1 2-720,0 0 24,0 0 105,-2 19 39,1-7-40,-1 4-240,0 4-144,2 1-88,2 0-40,3-6-104,1-1-40,2-5-792,-1-3 544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28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2 2489,'-1'-1'1368,"-3"1"560,-4 2-119,-3 0 79,-2 2 24,-1 0-95,-1-1-233,2-1-688,3-2-296,1 0-167,4 0-513,2 0-1593,3 1 1009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28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0 112 2865,'0'-7'1042,"2"-51"2395,1 35 564,3 7-1357,-6 16-2575,0 0 0,0-1 0,0 1 0,1-1 0,-1 1 1,0 0-1,0-1 0,0 1 0,1 0 0,-1-1 0,0 1 1,0 0-1,1-1 0,-1 1 0,0 0 0,1-1 0,-1 1 1,0 0-1,1 0 0,-1-1 0,0 1 0,1 0 0,-1 0 1,1 0-1,-1 0 0,0 0 0,1-1 0,-1 1 0,1 0 1,0 0-1,-2 13 434,-4 30-530,-4 44 713,8-74-1346,1 0 0,1 0 1,0 0-1,5 21 0,-2-23-893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29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22 123 10322,'4'-10'4475,"-2"-9"-4003,2-6-671,-1 20 297,-1 0 1,1-1-1,0 1 0,0 0 1,0 0-1,1 1 1,0-1-1,0 1 0,7-7 1,-9 10-83,0-1 1,0 1-1,0-1 1,1 1-1,-1 0 1,0 0-1,1 0 1,-1 0-1,1 0 0,-1 1 1,3-1-1,-3 0-13,-1 1 0,1 0 0,0 1 0,-1-1-1,1 0 1,-1 0 0,1 1 0,-1-1 0,1 1-1,-1-1 1,1 1 0,-1 0 0,0-1 0,1 1-1,-1 0 1,0 0 0,1 0 0,-1 0 0,1 2-1,0-1 0,0 1-1,0-1 0,0 1 0,0-1 0,-1 1 0,1 0 0,-1 0 0,0 0 0,0 0 0,0 0 0,0 0 0,0 0 0,-1 0 0,0 0 0,1 0 0,-1 1 0,0-1 0,-1 4 0,1-5 8,-1 1 0,1-1 0,-1 1 0,1-1 0,-1 1 0,0-1 0,0 0 0,-1 1 0,1-1 0,0 0 0,-1 0 0,1 0 0,-1 0-1,0 0 1,1 0 0,-1 0 0,0 0 0,0-1 0,0 1 0,-1-1 0,1 1 0,-4 1 0,-3 0-28,1-1 0,0 0-1,0 0 1,-1-1 0,1 0 0,0 0 0,-1-1 0,1 0-1,-1-1 1,-12-2 0,11-1-436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29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5 10026,'0'-4'5553,"0"10"-4961,0 6-327,-1 8-161,0 2-32,-2-1-16,2-1-24,1-4-8,0-4 8,1-3-16,0-3 8,-2-5-168,0-7-2777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30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14011,'0'-18'4921,"0"3"-4321,1 15-816,1 7-592,-1 7 448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30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5769,'8'-18'6679,"4"-3"-4135,-10 18-2443,0 0 0,1 1 0,-1-1 0,0 0 0,1 1 0,0-1 0,-1 1 0,1 0 0,0 0 0,4-2 0,-7 4-85,0-1-1,0 1 0,1 0 0,-1 0 0,0 0 0,0 0 0,0 0 0,1 0 0,-1 0 0,0 0 0,0 0 0,1 0 0,-1 0 1,0 0-1,0 0 0,0 0 0,1 0 0,-1 0 0,0 0 0,0 0 0,1 0 0,-1 0 0,0 1 0,0-1 0,0 0 0,1 0 0,-1 0 1,0 0-1,0 0 0,0 1 0,0-1 0,1 0 0,-1 0 0,0 0 0,0 0 0,0 1 0,0-1 0,0 0 0,0 0 0,0 1 1,1-1-1,-1 0 0,0 0 0,0 0 0,0 1 0,0-1 0,0 0 0,0 0 0,0 1 0,0-1 0,0 0 0,0 0 0,0 0 1,0 1-1,-1-1 0,1 0 0,0 0 0,0 1 0,0-1 0,-5 18 100,4-16-105,-7 37 117,3-13 111,4-24-225,1-1-1,0 1 1,0-1-1,0 1 0,0-1 1,0 1-1,0-1 0,0 1 1,1-1-1,-1 1 1,1-1-1,-1 1 0,1-1 1,-1 0-1,1 1 0,0-1 1,-1 0-1,1 1 1,0-1-1,0 0 0,0 0 1,0 0-1,0 0 0,0 0 1,1 0-1,-1 0 1,0 0-1,0 0 0,3 1 1,1 0-307,0 0 0,-1 0 1,1 0-1,0-1 1,0 0-1,0 0 0,9 1 1,14-2-801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5:31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1185 8 10378,'1'-1'233,"-1"0"-1,1 1 0,0-1 1,-1 1-1,1-1 1,0 1-1,0-1 1,-1 1-1,1-1 0,0 1 1,0 0-1,-1-1 1,1 1-1,0 0 1,0 0-1,0 0 0,0 0 1,-1 0-1,1 0 1,0 0-1,0 0 0,0 0 1,0 0-1,1 0 1,-1 1-166,0-1 1,0 1 0,0 0-1,0-1 1,0 1 0,-1 0 0,1 0-1,0-1 1,0 1 0,-1 0-1,1 0 1,0 0 0,-1 0-1,1 0 1,-1 0 0,1 2-1,0-3-67,-1 1-1,1 0 0,-1 0 0,0 0 0,1 0 1,-1 0-1,0 0 0,0 0 0,0 1 0,0-1 1,0 0-1,0 0 0,0 0 0,0 0 0,0 0 1,0 0-1,0 0 0,-1 0 0,1 0 0,0 0 1,-1 0-1,1 0 0,-1 0 0,1 0 0,-1 0 1,0-1-1,1 1 0,-1 0 0,0 0 0,1 0 1,-1-1-1,0 1 0,0 0 0,0-1 0,0 1 1,0-1-1,-1 1 0,-13 1 369,1 0 0,-18-2 0,21 0-318,0 0 1,0 1-1,0 0 1,0 0-1,-17 6 1,21-5-42,-2 1 51,-1 0 0,-14 3 1,20-6-47,1 1 0,-1-1 0,0 0 0,0-1 0,0 1 1,1 0-1,-1-1 0,0 0 0,1 0 0,-5-2 0,-34-16 104,24 10-87,0 1 0,-1 1 0,-22-6 1,36 12-31,1 0 0,-1 0 1,0 1-1,1-1 1,-1 1-1,0 0 1,0 0-1,0 1 0,1-1 1,-1 1-1,0 0 1,1 1-1,-1-1 1,1 1-1,-1 0 1,1 0-1,0 0 0,-5 4 1,-2 3 3,7-7-2,1 1 0,0 0 0,-1-1 0,-6 4-1,9-6 0,0 1 0,-1-1-1,1 1 1,0-1-1,0 0 1,-1 0-1,1 0 1,0 0-1,0 0 1,-1 0 0,1 0-1,0 0 1,-1 0-1,1 0 1,0-1-1,0 1 1,-1 0-1,1-1 1,-2 0-1,-20-13 141,14 8-68,-1 1 0,1 0-1,-11-4 1,17 8-68,0 0 0,-1 0-1,1 0 1,0 1-1,0 0 1,0-1 0,0 1-1,0 0 1,0 0 0,-1 1-1,1-1 1,0 1 0,0 0-1,-5 1 1,-23 15 14,28-15-19,-1 1 0,1-1 1,-1 0-1,0 0 0,0 0 1,0-1-1,0 0 0,0 1 1,0-1-1,0 0 1,0-1-1,0 1 0,-9-1 1,-58-9 22,52 6 7,0 0 0,0 1 1,-1 1-1,1 0 1,-1 2-1,-27 4 1,18 1-265,0-2 0,0-1 1,-1-1-1,-55-5 1,63 1-227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9:15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564 22 4473,'8'-12'4729,"-5"5"-2597,-3 7-2068,0 0 0,0 0 1,0 0-1,0 0 0,0 0 0,0 0 0,0-1 0,0 1 0,0 0 0,0 0 0,0 0 0,0 0 0,0 0 0,0 0 0,-1 0 0,1 0 0,0 0 1,0 0-1,0 0 0,0-1 0,0 1 0,0 0 0,0 0 0,0 0 0,0 0 0,0 0 0,0 0 0,0 0 0,0 0 0,0 0 0,0 0 0,0 0 1,-1 0-1,1 0 0,0 0 0,0 0 0,0 0 0,0 0 0,0 0 0,0 0 0,0 0 0,0 0 0,0 0 0,0 0 0,-1 0 0,1 0 0,0 0 0,0 0 1,0 0-1,0 0 0,0 0 0,0 0 0,-75 23 1316,50-14-1240,0-1-1,-30 5 1,16-10 279,0-1 0,1-2-1,-49-5 1,-63-1-1098,111 8 214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9:21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608 32 2593,'36'-31'7494,"-35"31"-7423,-1 0 0,0-1-1,0 1 1,1 0-1,-1 0 1,0 0-1,1 0 1,-1 0-1,0 0 1,0 0-1,1 0 1,-1 0-1,0 1 1,0-1-1,1 0 1,-1 0-1,0 0 1,0 0-1,1 0 1,-1 0-1,0 0 1,0 1-1,1-1 1,-1 0-1,0 0 1,0 0 0,0 1-1,0-1 1,1 0-1,-1 0 1,0 0-1,0 1 1,0-1-1,0 0 1,0 0-1,0 1 1,1-1-1,-1 0 1,0 0-1,0 1 1,0-1-1,0 0 1,0 1-1,0-1 1,0 0-1,0 0 1,0 1-1,0-1 1,0 0 0,-1 1-1,2 15 1132,-2-13-1091,1 0-21,0 0 0,0 0 0,0-1 0,-1 1 0,0 0 0,1 0 0,-1-1 0,-2 4 0,3-5-63,-1-1 0,1 1 1,-1-1-1,0 1 0,0 0 0,1-1 1,-1 1-1,0-1 0,0 0 1,1 1-1,-1-1 0,0 0 1,0 1-1,0-1 0,0 0 0,0 0 1,1 0-1,-1 1 0,0-1 1,0 0-1,0 0 0,0-1 1,0 1-1,0 0 0,0 0 0,1 0 1,-1-1-1,0 1 0,0 0 1,-1-1-1,-25-8 504,14 4-288,0 1 1,-16-4-1,24 8-221,0-1 1,0 1-1,0 0 1,0 0-1,0 0 1,0 0-1,1 1 1,-1 0-1,-9 3 1,-35 19 54,34-16-44,14-6-31,1-1 0,-1 0 0,0 0 0,0 0 0,1 0-1,-1 1 1,0-1 0,0 0 0,1 0 0,-1 0 0,0 0 0,1-1 0,-1 1-1,0 0 1,0 0 0,1 0 0,-1 0 0,0-1 0,1 1 0,-1 0-1,0-1 1,1 1 0,-2-1 0,-15-15 37,15 13-34,0 1 1,0 0-1,0 0 0,-1 0 1,1 0-1,-5-3 1,6 5-3,-1-1 1,1 1-1,0 0 1,-1-1-1,1 1 0,0 0 1,-1 0-1,1 0 1,0 0-1,-1 0 1,1 0-1,0 0 1,-1 0-1,1 0 1,0 1-1,-1-1 1,-1 2-1,-1-1 14,1 1-1,0 0 1,0 1-1,1-1 1,-4 3 0,5-3-11,0-1 0,-1 1 0,1-1 1,-1 1-1,1-1 0,-1 0 1,1 1-1,-1-1 0,0 0 0,0 0 1,0-1-1,1 1 0,-1 0 1,0 0-1,0-1 0,0 1 0,0-1 1,0 0-1,0 0 0,0 1 1,0-1-1,0 0 0,0-1 0,-1 1 1,-1-1-1,-37-15 317,28 10-144,-23-8 0,19 10-284,0 1-1,-1 1 1,1 0-1,-1 2 1,-32 1-1,12 2-226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9:32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35 4257,'0'-3'1752,"-3"-15"4717,3 17-6433,-1 0 0,1 1-1,-1-1 1,1 0 0,-1 1 0,1-1-1,-1 0 1,0 1 0,1-1-1,-1 1 1,0-1 0,1 1 0,-1 0-1,0-1 1,0 1 0,1-1 0,-1 1-1,0 0 1,0 0 0,0 0-1,-1-1 1,-20 0 1270,22 1-1271,0 0 0,-1 0 1,1 0-1,0 0 0,-1 0 0,1 1 0,0-1 0,0 0 0,-1 0 1,1 0-1,0 0 0,0 0 0,0 1 0,-1-1 0,1 0 0,0 0 1,0 0-1,0 0 0,-1 1 0,1-1 0,0 0 0,0 0 0,0 1 1,0-1-1,0 0 0,-1 1 0,1 0 7,0-1 0,1 1 0,-1 0 0,0 0 1,0-1-1,0 1 0,1 0 0,-1-1 0,0 1 0,1 0 0,-1-1 0,0 1 0,1 0 1,-1-1-1,1 2 0,5 4 7,-1 0 0,1 0 1,0 0-1,0-1 0,1 0 0,-1 0 1,1-1-1,0 0 0,1 0 0,-1 0 0,1-1 1,-1 0-1,1 0 0,0-1 0,0 0 1,16 1-1,-8-2 78,-1-1 0,1 0 0,0-1 0,-1-1 0,1 0 0,-1-1 0,0-1 0,17-6 0,28-14 404,-39 14-406,0 2 0,1 0 1,-1 2-1,28-5 1,-43 10-115,0 1 0,0 0-1,-1 0 1,1 1 0,0-1 0,0 1 0,0 1 0,10 3 0,1 2 4,24 14 0,-31-15-8,1 0 1,1 0-1,-1-1 0,0-1 1,16 4-1,-19-7 22,0 0 0,0 0 1,0-1-1,0-1 0,0 1 1,-1-1-1,14-3 0,3-3 294,24-10-1,-28 10-93,0 0-1,22-4 1,-35 9-225,-1 1-1,1 1 0,0-1 1,-1 1-1,1 0 1,0 1-1,-1 0 1,1 0-1,-1 0 0,12 4 1,7 8-106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9:34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808 8 6129,'-1'-8'4806,"-4"9"-2912,-12 13-2397,6-4 805,1-4 74,1-1 1,-1 0-1,-1 0 0,1-1 1,-1 0-1,1-1 0,-19 3 0,-3-2 409,-42 0-1,42-4-660,-45 7 1,67-4-92,-1 0 1,1 1-1,0 0 0,0 0 1,0 1-1,0 0 1,1 1-1,-9 7 1,2-3 126,9-5-27,0-2 0,0 1 0,0-1 0,-1 0 0,1 0 0,-1-1 0,0 0 0,-8 0 0,-10 1 396,-30-2-1,9 0-356,-16 5-696,-14 4 213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7:59:35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713 0 4873,'3'1'4305,"1"2"-1240,-9 4-2521,-3 0-240,-4 3 240,-4-4 248,-3 1 168,-5-1 32,-3-1-47,-5-1-89,-10-1-264,-3-2-176,-7 1-184,-6 1-40,-13 1-160,-12 2-176,-23 7-1568,-14-1 1160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0:01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60 2881,'-2'-1'455,"-1"0"0,1 0 1,-1 1-1,1-1 1,-1 1-1,0-1 1,-5 1 1382,11 0-199,1 0-1350,-1 1 0,1-1 0,0 1 0,-1 0 0,1 0 0,-1 0 0,1 1 0,-1-1 0,0 1 0,6 3 1,32 26 421,-5-3-537,-29-24-134,1 0 0,0 0 0,0 0-1,0-1 1,0 0 0,0-1 0,0 0 0,1 0 0,10 1 0,-13-3 38,0 0 0,0 0 1,0 0-1,0-1 0,-1 0 1,1 0-1,0 0 0,0-1 1,-1 0-1,1 0 0,-1 0 1,1-1-1,-1 0 0,7-4 1,-1-2 38,-1 0 1,11-13 0,14-11 171,-33 31-270,-1 1-1,1 0 0,0 0 0,0 0 0,0 0 0,-1 1 1,1-1-1,0 0 0,0 1 0,0-1 0,0 1 1,1 0-1,-1-1 0,0 1 0,0 0 0,0 1 1,0-1-1,4 1 0,2 1 46,0 0 0,-1 1 0,13 6 0,8 3-11,-23-11-47,-1 0 1,1 0-1,0 0 0,0 0 0,0-1 0,0 0 1,0 0-1,0 0 0,0-1 0,0 0 0,0 1 1,7-4-1,0-1 41,0 0-1,0-1 1,14-11 0,-4 4 85,-18 11-102,0 0-1,0 0 1,-1 0-1,1 1 0,1-1 1,-1 1-1,5-1 1,-7 2-23,-1 0 0,1 0 0,0 0 1,-1 0-1,1 0 0,0 0 0,-1 0 1,1 1-1,-1-1 0,1 1 0,0-1 1,-1 1-1,1-1 0,-1 1 0,0 0 1,1 0-1,-1 0 0,1 0 0,-1 0 1,0 0-1,2 2 0,1 1 26,12 14 14,-15-18-39,0 1-1,-1-1 1,1 1-1,-1-1 1,1 1 0,0-1-1,0 0 1,-1 1-1,1-1 1,0 0-1,-1 0 1,1 0-1,0 1 1,0-1-1,-1 0 1,1 0-1,0 0 1,0 0-1,0 0 1,-1 0-1,1-1 1,0 1-1,0 0 1,-1 0-1,1-1 1,0 1-1,1-1 1,18-14 36,12-7-994,4 3 475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2:55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4 5129,'-1'-1'290,"1"1"0,-1-1 0,1 1 0,-1 0 0,0 0 0,1-1 0,-1 1 0,0 0 0,0 0 0,1 0 0,-1 0 0,0-1 0,1 1 0,-1 0 0,0 0 0,0 1 0,1-1 0,-1 0 0,0 0 0,0 0-246,1 1-1,0-1 0,-1 0 0,1 0 1,0 1-1,-1-1 0,1 0 1,0 1-1,0-1 0,-1 1 1,1-1-1,0 0 0,0 1 0,0-1 1,0 0-1,-1 1 0,1-1 1,0 1-1,0-1 0,0 1 1,0-1-1,0 0 0,0 1 0,0-1 1,0 1-1,0-1 0,0 1 1,1-1-1,-1 0 0,0 1 0,0-1 1,0 1-1,0-1 0,1 0 1,-1 1-1,1 0 117,0 0 1,0 0-1,0 0 0,0-1 1,0 1-1,0 0 0,0-1 1,1 1-1,-1 0 0,0-1 1,0 0-1,0 1 0,1-1 1,-1 0-1,0 1 0,1-1 1,-1 0-1,0 0 0,3 0 1,-1 0 17,44 2 917,77-5 0,-26-2-635,71 11 13,56-3 102,-148-11-154,-66 9-245,-8 2-640,-4-2 318,1 0 0,0-1 1,0 1-1,-1 0 0,1-1 1,-1 1-1,1 0 0,0-1 0,-1 1 1,1-1-1,-1 1 0,1-1 1,-1 1-1,0-1 0,1 1 1,-1-1-1,1 0 0,-2 1 1,-9 4-1156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2:57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4841,'0'8'1165,"-1"-1"0,0 1 1,-2 9-1,1-10-954,0 0 0,0 0 0,-1 0 0,0 0 0,0-1 0,0 0-1,-1 0 1,0 0 0,0 0 0,-1 0 0,-7 7 0,11-12-166,-1 0-1,1 0 0,-1 0 1,1 0-1,-1-1 1,1 1-1,-1 0 0,0 0 1,0-1-1,1 0 1,-1 1-1,0-1 0,0 0 1,0 1-1,0-1 1,1 0-1,-5-1 0,5 1-26,0 0 0,1-1 0,-1 1 0,0 0-1,0-1 1,0 1 0,0-1 0,1 1 0,-1-1 0,0 1-1,0-1 1,1 1 0,-1-1 0,0 0 0,1 1-1,-1-1 1,1 0 0,-1 0 0,1 1 0,-1-1 0,1 0-1,-1 0 1,1 0 0,0 0 0,0 0 0,-1 1 0,1-1-1,0 0 1,0 0 0,0 0 0,0 0 0,0 0-1,0 0 1,0 0 0,0 0 0,0 0 0,1-1 0,-1 1 33,0 0 0,0 0 1,1 0-1,-1 0 0,0 0 1,1 0-1,-1 0 0,1 0 1,-1 0-1,1 0 1,-1 0-1,1 0 0,-1 0 1,1 0-1,0 0 0,0 0 1,0 0-1,-1 1 0,1-1 1,0 0-1,0 1 1,0-1-1,0 1 0,0-1 1,0 1-1,0-1 0,0 1 1,0 0-1,1-1 0,-1 1 1,0 0-1,0 0 0,0 0 1,0 0-1,0 0 1,0 0-1,1 0 0,-1 0 1,0 0-1,1 1 0,6 1-79,-1 0-1,0 1 1,0 0 0,11 6-1,-15-8-171,15 9-2940,3-2 1329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4:11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94 2649,'17'-6'4197,"24"-7"0,-25 9-3365,1 2 1,0-1-1,23 1 0,72 1 501,182-4 462,67 1-774,-257 4-931,288-16 218,-57 0-6,-20 16-130,-130 1-134,214-14 38,-371 11-72,23-3 6,1 3 0,81 6-1,-128-4-8,1 1 1,-1 0-1,1 0 0,-1 1 0,0 0 0,0 0 0,0 0 1,0 0-1,0 1 0,0 0 0,7 5 0,-9-5 0,0 0 0,0 0-1,0 1 1,-1-1 0,1 1-1,-1 0 1,0-1 0,0 1-1,0 0 1,0 1 0,-1-1-1,0 0 1,0 0 0,1 7-1,1 22 31,-1 1 0,-2-1 0,-5 48 0,1-41 24,4 74 0,29 51 96,-4-30-85,-24-132-66,0 0 0,-1 0-1,0 1 1,0-1 0,0 0 0,0 1 0,0-1-1,-1 0 1,1 1 0,-1-1 0,0 0 0,0 0-1,0 0 1,0 0 0,-1 0 0,1 0 0,-1 0 0,0 0-1,0 0 1,-3 3 0,-6 6-9,8-9 5,0 0 0,0 0 0,0 0 1,0 0-1,0 0 0,-1 0 0,0-1 0,1 0 0,-6 3 0,-25 8-7,-27 12-8,0-3-1,-84 19 1,-249 3 16,279-35-5,-214-1 7,30-2 83,239-2-79,-246 14 23,0-20-7,-96-10 28,261 10-36,91 0 2,-1-2 0,-70-15 1,97 14-10,-42-10 0,59 13-2,0-1 0,1 1 0,-1-1 0,1-1 0,0 1 0,-1-1 0,-5-5 0,10 7 2,-1-1 1,1 0-1,0 1 1,0-1-1,1 0 1,-1 0 0,0 0-1,1 0 1,0 0-1,0 0 1,0-1-1,-1-5 1,0 1 12,1-1 0,1 1 0,0 0 0,0-10 0,4-2 14,0 0 1,1 1 0,1-1-1,1 1 1,11-21-1,-1 0 25,9-30-229,-2-1-1,-4 0 1,14-95 0,-28 106-1392,-6-4 552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4:15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9506,'6'10'5449,"2"14"-5305,2 9-72,0 5-16,0-2-8,5-3-8,0-4 64,-2-8 128,0 0 32,-5-7 24,-4-1-232,-5-1-56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4:15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669 526 8786,'1'3'628,"-1"-1"-1,0 1 1,0-1 0,0 1 0,0-1-1,0 1 1,-1-1 0,1 1 0,-1-1-1,0 3 1,-1-1-472,0 0-1,0 0 1,0 0 0,0 0-1,-4 5 1,1-3-364,-1 0 0,1 0 0,-1-1 0,0 0 0,-14 9 0,4-5 425,0 0 0,-1-1 1,0-1-1,0-1 0,-1-1 1,0 0-1,-25 3 0,18-5 136,0-1 0,-1-1 0,1-1 0,-47-7 0,56 5-334,-5-1 19,0 0 1,0-2 0,1 0 0,-30-12-1,43 13-26,0 1 0,1-1 0,-1 0 0,1-1 0,0 1 0,0-1 0,1 0 0,-1-1 0,1 0-1,1 1 1,-1-1 0,1-1 0,0 1 0,0-1 0,1 0 0,-6-13 0,3 0-16,1 0 0,0 0 0,2 0 1,0-1-1,1 1 0,2-1 0,0 0 1,4-32-1,-1 31-2,1-1 0,1 1 1,0 0-1,2 1 0,1-1 0,1 2 1,20-38-1,-22 49 6,-1 1 0,1-1 0,0 1 0,1 1 1,0-1-1,0 1 0,1 1 0,-1-1 0,1 2 0,1-1 0,-1 1 1,1 0-1,0 1 0,0 1 0,1-1 0,17-2 0,-5 2 1,0 1-1,1 1 1,0 1-1,-1 1 0,1 1 1,35 6-1,-45-4 1,0 0 0,-1 0 1,1 1-1,-1 1 0,0 1 0,0 0 0,0 0 1,-1 1-1,0 1 0,0 0 0,-1 0 0,0 1 0,-1 1 1,0 0-1,0 0 0,-1 1 0,0 0 0,-1 1 1,0 0-1,-1 0 0,0 0 0,-1 1 0,-1 0 0,0 1 1,6 26-1,-9-31-6,-1 0 1,0 1-1,-1-1 1,0 0-1,-1 0 0,1 0 1,-2 0-1,1 0 1,-1 0-1,-1 0 1,1 0-1,-2-1 0,1 1 1,-1-1-1,0 0 1,-1 0-1,0 0 1,-7 8-1,-8 9-170,-1-2-1,-1 0 1,-42 33 0,-30 15-140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4:55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2577,'0'-1'49,"1"0"1,-1 1 0,0-1 0,0 0-1,1 1 1,-1-1 0,0 1-1,1-1 1,-1 0 0,1 1 0,-1-1-1,1 1 1,-1-1 0,1 1 0,-1-1-1,1 1 1,0 0 0,-1-1 0,1 1-1,0 0 1,-1-1 0,1 1 0,1-1-1,20-5 878,-15 4 48,3 0 809,0-1 0,20 0 0,47 4 404,-61 0-1850,110 8 1026,-8-9-443,96 4 96,-106 5-708,176 10 284,-191-16-359,210 2 258,-47-1-354,71-3-28,-302-3-91,268-10 174,235 7-88,-292 18-71,-103-3-12,-117-9-14,1 0 0,-1 1-1,1 1 1,24 8 0,-34-9-2,0 1 0,-1 0 1,1 1-1,-1-1 0,0 1 0,0 0 1,0 1-1,0-1 0,-1 1 1,0 1-1,0-1 0,7 10 0,8 16 4,-3 0 1,0 0-1,-2 2 0,-1 0 0,15 57 0,24 176 40,-46-233-40,-4-18 11,3 31 0,-6-45-14,0 1 1,0-1-1,0 0 0,0 0 1,0 0-1,-1 0 0,1 0 0,0 0 1,-1 0-1,1 0 0,-1 0 0,1 0 1,-1 0-1,1 0 0,-1 0 1,0 0-1,1 0 0,-1 0 0,0 0 1,0-1-1,0 1 0,0 0 0,0 0 1,0-1-1,0 1 0,0-1 1,0 1-1,0-1 0,0 0 0,-2 1 1,-3 1 33,0-1 0,0 0 1,0-1-1,-9 0 1,10 0-33,-370 9 233,212-6-224,-144 11 43,155 2-22,-167-5-1,108-15 43,-344-2 36,535 6-117,-649 20 46,559-14-46,-212-15 0,243 6 9,-1 0 0,76 2-7,-1 0 1,0 1 0,1-1-1,-1-1 1,0 1-1,1-1 1,-8-3 0,11 4-1,0 0-1,0 0 1,-1 0 0,1 0 0,0 0 0,0 0 0,0 0 0,0 0 0,0 0 0,0 0 0,1-1 0,-1 1 0,0 0 0,1-1-1,-1 1 1,1 0 0,-1-1 0,1 1 0,-1-1 0,1 1 0,0-1 0,0 1 0,0-1 0,0 1 0,0-1 0,0 1-1,1-3 1,10-50 19,-5 27-9,5-48-1,-8-32 27,-6 0-1,-16-111 0,18 212-34,-9-61 6,8 61-39,0 0 0,0 0-1,0 0 1,0 0-1,-1 0 1,0 1 0,0-1-1,-5-5 1,4 7 6,0 0-1,0 0 0,0 1 1,-7-5-1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07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13 6401,'15'-1'5495,"-2"4"-3316,-12-3-2167,-1 0-1,1 1 1,-1-1 0,1 0-1,-1 1 1,1-1 0,-1 1-1,1-1 1,-1 1 0,0-1-1,1 1 1,-1-1 0,0 1-1,1-1 1,-1 1-1,0-1 1,0 1 0,1-1-1,-1 1 1,0 0 0,0-1-1,0 1 1,0-1 0,0 1-1,0 0 1,0-1 0,0 1-1,0-1 1,0 1-1,0-1 1,-1 1 0,1 0-1,0-1 1,0 1 0,0-1-1,-1 1 1,1-1 0,0 1-1,-1-1 1,1 1 0,0-1-1,-1 1 1,1-1-1,-1 1 1,0 0 5,0 0 0,0 0 1,0 0-1,-1 0 0,1 0 0,0-1 0,0 1 1,0 0-1,0-1 0,-1 1 0,1-1 0,0 1 0,-1-1 1,1 1-1,0-1 0,-1 0 0,1 0 0,0 0 0,-1 0 1,1 0-1,-1 0 0,1 0 0,0 0 0,-1-1 0,1 1 1,-3-1-1,-5-2 286,1 0 0,0-1 0,-9-4 0,7 3 6,10 5-304,0 0 0,-1 0 1,1 0-1,0 0 1,-1 0-1,1 0 0,0 0 1,-1-1-1,1 1 1,0 0-1,-1 0 0,1 0 1,0-1-1,-1 1 1,1 0-1,0 0 0,0-1 1,-1 1-1,1 0 1,0 0-1,0-1 0,0 1 1,-1 0-1,1-1 1,0 1-1,0 0 0,0-1 1,0 1-1,0 0 1,0-1-1,0 1 0,0-1 1,0 1-1,0-1 1,0 1 7,1-1 1,-1 0-1,1 1 0,0-1 1,-1 1-1,1-1 1,0 1-1,-1 0 1,1-1-1,0 1 1,0-1-1,-1 1 1,3 0-1,27-7 251,-26 7-241,1-1-6,0 1 0,-1 0 0,1 0 1,0 0-1,7 1 0,-10 0-13,-1-1-1,0 0 0,1 1 0,-1 0 0,0-1 1,0 1-1,0 0 0,1-1 0,-1 1 0,0 0 1,0 0-1,0 0 0,0 0 0,0 0 1,0 0-1,-1 0 0,1 1 0,0-1 0,0 0 1,-1 0-1,1 1 0,-1-1 0,1 0 1,-1 2-1,2 3 19,-2-1 0,1 1 0,0 0 0,-1 0 0,0-1 0,0 1 0,-1 0 0,0-1 0,0 1 0,-2 5 0,-3 11 61,-13 26 0,-1 3 101,18-45-121,-3 16 456,5-22-498,0 1 0,0-1-1,1 1 1,-1-1-1,0 1 1,0-1 0,0 1-1,0-1 1,0 1-1,1-1 1,-1 0 0,0 1-1,0-1 1,1 1-1,-1-1 1,0 0 0,0 1-1,1-1 1,-1 0-1,1 1 1,-1-1 0,0 0-1,1 1 1,-1-1-1,1 0 1,-1 0 0,0 0-1,1 1 1,-1-1-1,1 0 1,-1 0 0,1 0-1,-1 0 1,1 0-1,-1 0 1,1 0 0,-1 0-1,1 0 1,-1 0-1,1 0 1,-1 0 0,1-1-1,23-2 220,38-11-1,-5 0-331,-16 6-963,-23 3 659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07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642 440 8282,'-27'8'6077,"-13"0"-4516,-12 4-1791,-32 10 378,-159 20 0,242-42-153,-15 2 224,1-1 0,-1 0-1,-25-3 1,37 1-126,-1 0 1,0 0-1,1 0 0,-1 0 0,1-1 1,0 0-1,-1 0 0,1 0 0,0-1 1,0 1-1,0-1 0,1 0 0,-1 0 1,1 0-1,-1-1 0,-3-4 0,3 1-43,0 1 0,0-1 0,0-1 0,1 1 0,0 0 0,0-1 0,1 0-1,0 1 1,1-1 0,-1 0 0,2 0 0,-1 0 0,1 0 0,0 0 0,0 0 0,3-8 0,1-7-7,1 0 1,1 0 0,1 0-1,11-24 1,-12 32-30,1 0 1,1 1-1,0 0 0,1 1 1,0 0-1,1 0 0,1 1 1,23-22-1,-23 26 1,-1 0 1,1 0-1,1 1 0,0 1 0,0 0 1,0 0-1,0 1 0,1 1 0,0 0 1,0 1-1,18-3 0,-14 5 71,0 0-1,0 1 0,1 1 1,-1 1-1,0 0 1,-1 1-1,1 1 0,21 8 1,-13-3 5,-1 1 0,-1 2 0,1 0 0,37 27 1,-55-34-88,-1-1 0,1 1 1,-1 0-1,0 0 0,-1 0 1,1 1-1,6 10 0,-9-12-3,0 0 0,0 0 0,-1 0 0,1 0 0,-1 0 1,0 0-1,0 1 0,0-1 0,-1 0 0,1 1 0,-1-1 0,0 1 0,-2 6 0,1-2 0,-1-1 0,0 1 0,-1-1 1,0 0-1,-1 0 0,1 0 0,-2 0 1,-5 8-1,2-4 3,-1-1 0,-1 0 1,0-1-1,-14 13 1,-8 1 27,-1-1 1,-55 28 0,64-38-458,-38 15 0,42-22 118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22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63 4233,'-3'-15'5527,"-4"0"-3324,5 11-1854,1 1 0,-1-1-1,1 1 1,0-1-1,-1-6 1,1 9-306,1-2 866,6 3 259,5 7-989,0 0-1,-1 0 0,15 14 0,-14-12-89,0 0 0,1 0 0,18 10 0,-26-17-8,0-1-1,0 1 1,0 0 0,0-1 0,1 0 0,-1 0 0,0 0-1,1-1 1,-1 1 0,0-1 0,1 0 0,-1 0 0,1-1 0,-1 1-1,8-3 1,6-3 41,-15 4-116,0 1 0,0 0 0,1 0 0,-1 0 0,1 0 0,-1 1 0,0-1 0,1 1 0,-1 0 0,1 0 1,-1 0-1,1 0 0,-1 1 0,1-1 0,5 3 0,20 8 17,-17-6-14,0-1-1,0 0 1,15 3-1,-22-7 13,0 1 0,0-1 1,0 0-1,-1 0 0,1 0 0,0-1 0,0 0 0,0 0 0,0 0 1,-1 0-1,1-1 0,4-2 0,21-13 223,-22 12-191,0 0 0,0 1 0,13-5 0,-18 8-59,0 0-1,0 1 1,0-1-1,0 1 1,0 0-1,0-1 1,0 1-1,1 1 1,-1-1-1,0 0 1,0 1-1,0-1 1,0 1-1,4 2 1,7 3-53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38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27 4857,'-9'-8'4132,"7"5"-3199,-1 1-1,1 0 0,-1 0 0,1 0 1,-6-3-1,17 7-530,1 0 0,-1-1 0,1 0 0,18-1 0,-2 1-107,-8-1-109,202 5 835,-201-6-859,25-6 1,-32 5-79,0 0 1,0 0-1,0 2 1,0-1-1,0 1 0,16 3 1,-18-2-74,8 4 81,1-2 0,0 0-1,1-2 1,-1 0 0,34-2-1,-41 0 74,0 0 0,13 2-1,18-2 987,-43 1-1159,0 0 1,0 0-1,0 0 1,0 0-1,0 0 1,1 0-1,-1 0 1,0 0-1,0 0 1,0 0-1,0 1 1,0-1 0,1 0-1,-1 0 1,0 0-1,0 0 1,0 0-1,0 0 1,0 0-1,0 0 1,0 0-1,1 0 1,-1 0 0,0 1-1,0-1 1,0 0-1,0 0 1,0 0-1,0 0 1,0 0-1,0 0 1,0 1-1,0-1 1,0 0-1,0 0 1,0 0 0,0 0-1,0 0 1,0 1-1,0-1 1,0 0-1,0 0 1,0 0-1,0 0 1,0 0-1,0 1 1,0-1 0,0 0-1,0 0 1,0 0-1,0 0 1,-4 9-771,4-8 723,-9 15-505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41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55 1928,'-1'-1'280,"0"0"0,1 1 0,-1-1 0,0 0 0,0 0 0,0 0 0,1 0 0,-1 0 0,0 0 0,1 0 0,-1 0 0,1 0 0,-1 0 0,1 0 0,-1 0 0,1 0 0,0 0 0,0 0 0,-1 0 0,1 0 0,0-1 0,0 1 0,0 0 0,0-1 0,1 0 210,-1 1 0,-1-1-1,1 1 1,0-1-1,0 1 1,0-1-1,-1 1 1,1-1-1,-1 1 1,1-1 0,-2-2-1,-3 1 151,5 3-609,1 0 1,-1 0-1,0 0 0,0 0 0,0 0 0,0 0 1,0 0-1,0 0 0,0 0 0,0-1 0,0 1 1,0 0-1,0 0 0,0 0 0,0 0 0,1 0 1,-1 0-1,0 0 0,0 0 0,0 0 0,0 0 1,0 0-1,0 0 0,0 0 0,0 0 0,0 0 1,0-1-1,0 1 0,0 0 0,0 0 0,0 0 1,0 0-1,0 0 0,0 0 0,0 0 0,0 0 1,0 0-1,0 0 0,0 0 0,0-1 0,0 1 0,0 0 1,0 0-1,0 0 0,0 0 0,0 0 0,0 0 1,0 0-1,0 0 0,-1 0 0,1 0 0,0 0 1,0 0-1,0 0 0,0 0 0,0 0 0,0 0 1,0-1-1,0 1 0,0 0 0,0 0 0,0 0 1,0 0-1,0 0 0,-1 0 0,1 0 0,0 0 1,0 0-1,13 0 400,8 0 65,-1 0-1,0 2 1,33 5 0,9 5 467,121 8 1,-148-19-546,45-5 0,-23 0 130,-50 5-586,-7 1-560,-11 5-842,8-6 1290,-13 7-557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44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2633,'-1'0'112,"1"0"0,-1 0 0,1 0 0,-1 0 0,1 0 0,-1 0 0,1 1 0,-1-1 0,1 0 0,-1 0 0,1 1 0,-1-1 0,1 0 0,0 1 0,-1-1 0,1 0 0,-1 1 0,1-1 0,0 0 0,-1 1 0,1-1 0,0 1 0,-1 0 0,1-1-55,0 1 0,0-1 0,0 1 0,0-1 0,0 0 0,0 1 0,0-1 0,1 0 0,-1 0-1,0 1 1,0-1 0,0 0 0,0 1 0,0-1 0,1 0 0,-1 1 0,0-1 0,0 0 0,1 0-1,-1 0 1,0 1 0,0-1 0,1 0 0,-1 0 0,0 0 0,1 1 0,-1-1 0,0 0 0,0 0 0,1 0-1,-1 0 1,0 0 0,1 0 0,-1 0 0,0 0 0,1 0 0,-1 0 0,0 0 0,1 0 0,6 2 296,-1-1 0,1 1 0,7 4 1,17 5 613,5-2-236,-21-4-602,1-2-1,-1 0 1,17 2 0,1-5 423,43-4 0,9-1 482,-78 5-981,0 0 1,0 0 0,0-1-1,0 0 1,0-1 0,0 1-1,0-1 1,0-1 0,-1 1 0,8-5-1,-12 7-592,4-3 1533,-5 1-3228,-15-5-6266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44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1 1608,'0'0'82,"-1"0"0,1 0 0,0 0 0,0 0-1,0 0 1,0 0 0,0 0 0,0 0 0,0 0-1,0 1 1,0-1 0,-1 0 0,1 0 0,0 0-1,0 0 1,0 0 0,0 0 0,0 0 0,0 1-1,0-1 1,0 0 0,0 0 0,0 0 0,0 0-1,0 0 1,0 1 0,0-1 0,0 0 0,0 0-1,0 0 1,0 0 0,0 0 0,0 0 0,0 1-1,0-1 1,1 0 0,-1 0 0,0 0 0,0 0-1,0 0 1,0 0 0,0 0 0,0 0 0,0 1-1,8 9 1271,18 17-1676,-15-16 666,19 16-260,-21-20-63,-2-1 0,1 2-1,-1-1 1,8 10 0,-15-16 30,0-1 1,1 1-1,-1 0 0,0-1 1,1 1-1,-1-1 0,0 1 1,0 0-1,0-1 0,0 1 1,0 0-1,0-1 0,0 1 1,0 0-1,0-1 1,0 1-1,0 0 0,0-1 1,0 1-1,0-1 0,0 1 1,-1 0-1,1 0 0,-1 1 131,0-1-1,0 1 0,0-1 1,-1 1-1,1-1 0,0 1 1,-1-1-1,-1 2 0,-4 2 660,0-1-1,-14 7 0,18-9-741,-80 46 1192,30-12-3777,23-15 1444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46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367 1 2953,'-33'7'2048,"-4"-5"-464,-1 2-143,1 0-433,2 2-136,2 1-256,3 2-40,-1-2-104,1-3-47,6 0-1,5 1-32,11-3-64,0 1-80,4-3-72,4-2-56,0 1-216,0 0-600,17-4 496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46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 0 2649,'-23'13'2128,"-6"6"-968,0 2 1,2 1-1,-25 25 0,47-42-1028,1-2 65,1 1-1,-1 0 1,1 0-1,0 0 0,-1 1 1,2-1-1,-5 8 1,6-10-167,1-1-1,0 0 1,-1 0 0,1 0-1,0 0 1,0 0 0,-1 0-1,1 0 1,0 0 0,0 0-1,0 1 1,0-1 0,1 0-1,-1 0 1,0 0 0,0 0-1,1 0 1,-1 0 0,0 0-1,1 0 1,-1 0 0,1 0-1,0 0 1,-1 0 0,1 0-1,0 0 1,-1 0 0,1-1 0,0 1-1,0 0 1,0 0 0,0-1-1,0 1 1,0-1 0,0 1-1,0-1 1,0 1 0,0-1-1,0 0 1,1 1 0,7 2 100,0-1 1,-1-1-1,19 2 0,-20-2-255,0-1-1,0 1 0,0 1 0,0-1 0,0 1 1,11 4-1,-1 5-308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47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25 2545,'-12'0'321,"0"2"1,1-1 0,-16 5 0,-11 2 888,27-6-749,-6 0 151,1 0 0,-1 2 0,-19 6 0,35-10-612,1 0 1,0 0-1,0 0 1,0 0-1,0 0 1,-1 1-1,1-1 1,0 0-1,0 0 1,0 0-1,-1 0 1,1 0-1,0 0 1,0 0-1,0 0 0,0 0 1,-1 0-1,1 0 1,0 0-1,0 0 1,0 0-1,-1 0 1,1 0-1,0-1 1,0 1-1,0 0 1,0 0-1,-1 0 0,1 0 1,0 0-1,0 0 1,0 0-1,0-1 1,-1 1-1,1 0 1,0-9-145,7-10-81,-6 16 241,0 1 0,1-1 1,-1 1-1,1 0 0,-1 0 1,1 0-1,0 0 0,-1 0 0,1 0 1,0 0-1,0 0 0,5-2 0,-6 3 20,0 1-1,0 0 0,0-1 0,0 1 0,0 0 0,0 0 0,0 0 1,0 0-1,0 0 0,0 0 0,0 0 0,0 0 0,0 0 1,0 0-1,0 0 0,0 1 0,0-1 0,0 0 0,0 1 0,-1-1 1,1 1-1,0-1 0,0 1 0,0-1 0,0 1 0,-1 0 0,1-1 1,0 1-1,0 0 0,-1 0 0,1-1 0,-1 1 0,1 0 0,-1 0 1,1 0-1,-1 0 0,1 1 0,31 52 418,-19-33-522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48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5 2345,'0'-3'1080,"-7"2"-32,-3 0 48,-4 4-152,-2 2-71,-7-1-249,0 3-176,-9 7-2753,-5 1 1721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53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10 2176,'-3'-1'7257,"-3"-3"-5493,-1 1-1681,3 2 49,0 1 1,0 0-1,0 0 0,0 0 1,0 1-1,0-1 1,0 1-1,0 0 1,0 0-1,-6 3 1,-19 3 589,21-6-401,3 0-227,1 0 0,0-1 0,-1 0 0,-6 0 0,11 0-292,-1-1 283,19 6-5012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54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53 3449,'1'-1'357,"-1"0"0,1 0 1,0 0-1,-1 0 0,1 0 1,-1 0-1,0 0 0,1 0 1,-1 0-1,0 0 0,1-1 1,-1 1-1,0-1 0,0 0-202,0 1 0,0-1 0,0 0 0,0 1 0,-1-1 0,1 1 0,0-1 0,-1 1-1,1-1 1,-1 1 0,1-1 0,-1 1 0,0-1 0,0 1 0,0 0 0,0-1 0,0 1-1,0 0 1,0 0 0,0-1 0,0 1 0,0 0 0,-1 0 0,1 1 0,-3-3 0,4 3 144,-4 4 814,0 3-934,-1 0 0,1 1 0,1 0 0,0 0 0,0 0 0,-2 9 0,-8 54-75,6-28-73,4-30-51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5:56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 2192,'2'1'777,"-1"2"-673,-7-3 248,-1 2 408,-3 2 912,-5-4 137,-1 5-145,0 0-120,-10-4-471,5 4-233,-4-5-392,1 2-176,3 2-3825,-1 1 2657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6:07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 0 2016,'-17'1'3260,"15"-2"-2267,-1 1-1,1 0 1,0 0 0,-1 0-1,1 1 1,0-1-1,0 0 1,-4 2 0,6-2-956,0 0 1,-1 0 0,1 0-1,0 0 1,0 1-1,0-1 1,-1 0 0,1 0-1,0 0 1,0 0 0,0 1-1,0-1 1,-1 0-1,1 0 1,0 0 0,0 1-1,0-1 1,0 0-1,0 0 1,0 0 0,0 1-1,0-1 1,0 0 0,0 0-1,0 1 1,-1-1-1,1 0 1,0 0 0,1 1-1,-1-1 1,0 0 0,0 0-1,0 1 1,5 9 404,10 6-198,-7-11-167,-1 0 0,1-1 0,0 0 0,0 0 0,0 0 0,0-1-1,1 0 1,-1-1 0,17 3 0,7-1 200,48-2 0,-60-1-127,361-8 831,103 3-618,-307 12-288,90 2-21,0-16-26,-35-13 1,370-22 264,-601 41-293,11-1 86,-1 1 0,0 0 0,16 3 0,-24-2-66,0-1-1,-1 1 1,1 0 0,-1 0 0,1 0-1,-1 0 1,1 0 0,-1 0 0,0 1-1,1-1 1,-1 1 0,0-1 0,0 1-1,0 0 1,0 0 0,-1 0 0,1 0-1,0 0 1,-1 0 0,2 4 0,1 2-9,-2 1 1,1-1-1,-1 1 0,0-1 1,-1 1-1,1 11 1,-2 55 36,-1-46-23,-2 52 36,-1 59-32,5-120 20,1 0-1,1 0 1,0 0 0,12 36-1,-9-40 29,14 38 67,-17-48-136,0 0 0,0 0-1,1 0 1,0-1 0,0 1-1,5 4 1,4-1 95,-12-10 4,-8-3-33,0 1-70,1 1 0,-1 0 0,0 0 1,0 0-1,0 1 0,1 0 0,-1 0 0,-14 1 0,-58 7 8,73-6-11,-702 72 32,507-66 62,-71 5-46,14-7-30,114-4 1,72 1-9,-386-9 18,224-8-3,186 16-19,0 1 0,-85 17 1,90-10-6,22-3 2,-1-2 0,1 0 0,-1-1 0,-38 0 0,58-3-3,0 0 1,0 0-1,0-1 0,0 1 0,0-1 0,1 1 1,-1-1-1,0 1 0,0-1 0,1 0 0,-1 0 1,0 0-1,1 0 0,-1 0 0,1 0 0,-1 0 0,1-1 1,0 1-1,-1 0 0,1-1 0,0 1 0,0-1 1,0 1-1,0-1 0,0 0 0,0 1 0,1-1 1,-1 0-1,1 0 0,-1 0 0,0-1 0,0-7 4,1 1 0,0 0 0,0 0 0,0-1 0,3-10 0,-1-4 11,-1-19 59,-2 0 0,-7-45 0,-21-84 191,19 116-219,5 30-132,-12-59 289,14 71-674,-2 0 0,0 0 0,-11-23 0,5 18-2272,1-3 1015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6:08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91 6857,'-2'-1'474,"1"-1"-1,0 1 1,-1-1-1,1 1 0,-1-1 1,1 1-1,-1 0 1,0 0-1,-3-2 0,0 2-170,0-1-1,0 1 1,1 0-1,-11-1 1,12 2-115,0 0-1,0 0 1,0-1 0,0 1-1,0-1 1,0 0-1,0 0 1,0 0 0,1 0-1,-1 0 1,0 0 0,1-1-1,-1 1 1,1-1-1,-5-4 1,6 6-157,1 0-1,0-1 1,0 1-1,0-1 1,-1 1-1,1 0 1,0-1 0,0 1-1,0 0 1,0-1-1,0 1 1,0-1-1,0 1 1,0 0 0,0-1-1,0 1 1,0-1-1,0 1 1,0 0-1,0-1 1,0 1-1,0-1 1,0 1 0,0 0-1,0-1 1,1 1-1,-1-1 1,0 1-1,0 0 1,0-1-1,1 1 1,-1 0 0,0 0-1,1-1 1,-1 1-1,0 0 1,1-1-1,-1 1 1,15-9 2,-14 8 18,8-3-24,0 0 1,0 0-1,0 1 0,0 0 0,0 1 0,10-2 0,-17 3-20,0 1 0,0 0 0,0 0 0,0 0 0,0 0 0,0 0 0,0 0 0,0 0 0,0 1 0,0-1 0,0 1 0,0-1 0,0 1 0,0 0 0,0 0 0,0-1 0,-1 2 0,1-1 0,0 0 0,-1 0 0,1 0 0,-1 1 0,1-1 0,-1 1 0,0-1 0,0 1 0,1 0 0,-1-1 0,0 1 0,0 0 0,-1 0 0,1 0 0,0-1 0,-1 1 0,2 4 0,-2-2 13,1 0-1,-1 0 1,0 0 0,0 0 0,0 1 0,0-1-1,-1 0 1,1 0 0,-1 0 0,0 0 0,-2 4-1,-2 4 25,-1 1-1,-7 11 1,8-16-28,0 0 1,1 0-1,0 0 0,1 0 1,0 1-1,-3 12 1,6-20-16,0 0 1,0-1 0,0 1-1,0 0 1,0 0 0,0-1 0,1 1-1,-1-1 1,0 1 0,0 0 0,1-1-1,-1 1 1,0 0 0,1-1-1,-1 1 1,0-1 0,1 1 0,-1-1-1,1 1 1,-1-1 0,1 1 0,-1-1-1,1 1 1,-1-1 0,1 0-1,-1 1 1,1-1 0,0 0 0,-1 0-1,1 1 1,0-1 0,-1 0 0,1 0-1,0 0 1,0 0 0,29 3 15,-20-3-7,-2 1-3,1 1 1,-1-1 0,0 1-1,0 1 1,0 0-1,0 0 1,0 0-1,9 7 1,-13-8-6,0 1 0,-1-1 0,1 1 1,-1 0-1,0 0 0,0 0 0,0 0 1,0 0-1,0 1 0,-1-1 0,1 1 1,-1 0-1,0 0 0,0 0 0,-1 0 1,1 0-1,1 7 0,-3-9 12,0 0 0,0-1 0,0 1 0,0-1 0,0 1-1,-1 0 1,1-1 0,0 1 0,-1-1 0,1 1 0,-1-1 0,0 1 0,0-1 0,1 1 0,-1-1 0,0 1-1,0-1 1,0 0 0,0 0 0,-1 0 0,1 1 0,0-1 0,0 0 0,-1-1 0,-1 3 0,-4 1 99,-1-1 1,1 1 0,-14 4 0,16-7-72,-13 5 76,0-1 0,-1-1 0,-21 3 0,29-6-514,-1 0 1,0-1-1,1 0 0,-1-1 0,1-1 1,-16-3-1,-1-5-666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6:09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695 1024 9306,'-16'1'5033,"-6"3"-3714,-12 1-1844,0-5 962,0-2 0,0-1 0,0-2 0,0-1 1,-45-14-1,56 12-286,1 0 0,0-2 0,0 0 0,0-1 0,2-2 0,-1 0 1,2-1-1,0-1 0,0-1 0,2 0 0,-19-23 0,23 24-141,1-1-1,1 0 0,0-1 1,1-1-1,1 1 1,1-1-1,1-1 1,0 0-1,1 0 1,1 0-1,1-1 1,1 1-1,-2-40 1,5 41-33,2-1 1,0 1 0,1 0 0,0 0 0,2 0-1,0 0 1,1 1 0,1 0 0,1 0 0,0 1-1,1 0 1,0 0 0,2 1 0,14-17-1,-7 11-12,2 1 0,1 0-1,0 2 1,1 1-1,1 0 1,0 2-1,1 1 1,43-19-1,-25 15 32,0 2-1,1 2 0,90-16 0,-114 27 12,1 1 0,0 0 0,0 2 1,0 0-1,0 2 0,0 0 0,0 1 0,0 0 0,-1 2 0,0 1 0,26 10 0,-36-11-1,1 0 1,-1 1-1,-1 0 0,1 0 1,-1 1-1,0 0 1,-1 0-1,13 16 1,-11-11 3,-1 0 1,-1 1 0,0-1 0,-1 2-1,10 25 1,-10-17 3,-1-1 0,-1 1 0,-1 0 0,-1 0 0,0 0 0,-2 0 0,0 0 0,-6 34 0,1-34-79,0 0 1,-2 0 0,0-1-1,-1 1 1,-1-2 0,-1 1 0,-1-1-1,-1-1 1,-1 0 0,0-1-1,-1 0 1,-1-1 0,-1 0-1,0-2 1,-2 0 0,-21 16-1,-41 19-376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6:45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1625 249 3129,'1'-4'9639,"3"10"-9021,1 3-401,-1 0 0,0-1 0,0 1 1,-1 0-1,0 1 0,-1-1 0,2 14 1,0-4-100,-1 0-53,0 1 1,-2 37 0,-1-33-11,4 27 0,-4-50-59,2 8 67,-1 1 0,0-1 0,-1 1 0,-1 15 0,1-22 16,-1 0 0,0 0 0,1 0 0,-1 0 0,0-1-1,-1 1 1,1 0 0,0-1 0,-1 1 0,1-1 0,-1 0 0,0 1 0,0-1 0,0 0 0,0 0 0,0 0 0,-1 0 0,1 0-1,-5 2 1,3-2-50,0 0-1,0 0 0,0 0 0,0 0 0,-1-1 0,1 0 1,0 0-1,-1 0 0,1 0 0,-1-1 0,1 0 0,-1 0 1,1 0-1,-1 0 0,1-1 0,-8-1 0,-2 0 11,1 2 1,-1 0-1,0 0 0,1 1 0,-1 1 0,1 0 0,-25 7 1,21-4-27,0-2 0,0 0 1,-1 0-1,-18-1 0,-78-2-9,-50-3 243,-36 2 48,116 3-246,28 1-32,-111 21-1,18-3 30,-4 10-22,144-29-22,1-1 1,-1 1 0,0-2-1,0 1 1,0-1 0,0 0-1,0-1 1,0 0 0,-16-5-1,19 5 10,1-1 0,0-1 0,0 1 0,0-1 0,1 1-1,-1-1 1,0-1 0,1 1 0,0-1 0,0 1 0,0-1 0,0 0-1,1-1 1,-1 1 0,1-1 0,0 1 0,-3-8 0,-1-5 28,1 0 0,0 0 1,1-1-1,-5-36 0,6 22-31,1-64-1,5 70-3,-1 18-3,0-1-1,-1 1 1,0 0-1,-1 0 0,0 0 1,-3-15-1,2 14-1,0-1 0,0 1 0,1-1 0,0 0 0,1 1 0,0-1 0,1 0 0,-1 1 0,2-1 0,0 0 0,0 1 0,4-11 0,-4 15 0,1 0 1,0 1-1,0 0 0,0-1 0,0 1 1,1 0-1,0 1 0,0-1 1,0 1-1,0-1 0,0 1 0,0 0 1,1 1-1,5-3 0,9-4 1,0 1 1,23-6-1,-8 3-1,2 3 0,-1 1 0,1 1 0,67-1 0,-33 5 0,102-15 0,207-23 16,-229 32-15,67-2 6,-72 19-1,-80-4-4,-60-5-2,-1 1 0,1-1-1,-1 1 1,1 0 0,-1 0-1,8 3 1,-9-3 0,-1 1-1,0-1 1,0 0 0,0 1-1,-1 0 1,1-1-1,0 1 1,-1 0 0,1 0-1,-1 0 1,1 0-1,-1 0 1,0 1 0,2 2-1,4 12 3,-1 1 0,0 0-1,-1 0 1,-1 0 0,2 29 0,-1 94 61,-5-77-39,2-38-827,-2-17 468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6:48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4745,'4'-1'7116,"11"1"-5182,19 2-1423,40 1 333,0-3 0,97-12 0,-21 0-296,43 1 173,87-4-256,329 22-352,-479 5-76,-110-10-35,-9-1 25,0-1 0,16-2 0,-20 1-10,-1 0 0,1 1 0,0 0 0,-1 0 0,1 0 0,0 1 0,-1 0 0,1 1 0,10 2 0,-15-2-10,1-1 0,-1 1 0,0 0 0,0 0 0,0 0 0,0 0 0,0 0 0,-1 0 0,1 1 0,-1-1 0,1 1 0,-1-1 0,0 1 0,0-1 1,0 1-1,0 0 0,0 3 0,1 4 33,0-1 0,-1 1 0,0 16-1,-2 10 41,-12 61-1,2-24 33,7-44-5,1-10-69,1 0 1,0 0-1,2 0 1,0 1-1,4 28 1,-3-45-35,2 9 17,-1 0-1,0 0 1,-1 0-1,0 0 1,0 0 0,-2 0-1,-2 20 1,3-31-11,0-1 0,-1 0 0,1 1 1,0-1-1,-1 1 0,1-1 0,0 0 0,-1 1 0,1-1 0,0 0 1,-1 1-1,1-1 0,-1 0 0,1 0 0,-1 1 0,1-1 1,0 0-1,-1 0 0,1 0 0,-1 0 0,1 1 0,-1-1 0,1 0 1,-1 0-1,1 0 0,-1 0 0,1 0 0,-1 0 0,1 0 1,-2-1-1,-21-3 13,11 2-22,-60-1-61,-83 6 0,-72 18-49,-1 0-213,158-16 121,1 3-1,-117 30 1,-120 19-92,275-53 258,-62 14-15,62-11-27,0-1 1,-1-1-1,-51 0 1,80-5 81,1 1-1,0-1 1,-1-1 0,1 1 0,-1 0 0,1 0 0,0-1 0,-1 0 0,1 1 0,0-1 0,0 0 0,-1 0-1,1 0 1,0 0 0,0-1 0,0 1 0,0-1 0,0 1 0,1-1 0,-1 1 0,0-1 0,1 0-1,-1 0 1,1 0 0,0 0 0,-1 0 0,0-4 0,-16-28 38,13 27-39,1-1 0,0 1 1,0-1-1,1-1 1,0 1-1,-2-10 0,-4-29 266,2 5-62,-2 1-1,-19-53 1,23 81-182,-10-26-165,-10-43 1,15 32-1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07:08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659 501 5201,'-1'-1'275,"0"0"0,0 0 0,0 0 0,0 0 0,0 0 0,0 0 0,-1 0 0,1 0 0,0 1 0,-1-1 0,1 0 0,0 1 0,-1-1 0,1 1 0,-1-1-1,1 1 1,-1 0 0,1 0 0,-1 0 0,1 0 0,-1 0 0,1 0 0,-1 0 0,1 0 0,0 0 0,-1 1 0,1-1 0,-3 1 0,-4 2 568,1 1 0,-1 0 0,1 0 0,-9 6 0,-7 5-1149,5-8 468,1-2 1,-1 1 0,0-2-1,-1-1 1,-34 3 0,26-5 187,1-2 1,-41-5-1,23 1-293,25 4-41,0-2 0,0 0 0,-25-8 0,37 9-10,1-1 0,-1 1 0,1-1 0,0-1-1,0 1 1,0-1 0,0 0 0,1-1 0,-1 1 0,1-1-1,1 0 1,-9-10 0,6 4 1,-1-1 0,2 1 1,-1-1-1,2-1 0,0 1 0,0-1 0,1 0 0,-4-23 0,7 28-4,0 1 0,1-1-1,-1 1 1,2-1 0,-1 1-1,1-1 1,0 1 0,0 0-1,1-1 1,0 1 0,1 0-1,0 0 1,0 0 0,0 1-1,0-1 1,1 1-1,7-9 1,-2 5-3,1 0 0,0 0 0,1 1 0,0 0 0,13-7 0,64-34 0,-60 36 0,-3 0 0,1 2 0,0 1 0,1 1 0,42-10 0,-58 17 0,-1 1 0,1 1 0,0 0 0,0 0 0,0 1 0,-1 1 0,1 0 0,0 0 0,0 1 0,-1 0 0,1 1 0,-1 0 0,0 1 0,17 8 0,-24-10 0,7 3 0,-1 1-1,0 0 1,0 0-1,-1 1 1,11 11-1,11 12-8,27 36-1,-45-50 7,-1 0-1,0 1 0,-1 0 1,-1 0-1,8 20 0,-15-31-4,0 1 0,0-1 1,-1 0-1,0 1 0,0 0 0,0-1 0,-1 1 0,0-1 1,0 1-1,-1 0 0,1-1 0,-4 12 0,2-11-22,-1 0 0,0 0-1,-1 0 1,1 0 0,-1-1 0,-1 0-1,1 1 1,-1-2 0,0 1 0,-9 8-1,-24 16-270,-10-1 145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36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64 106 3001,'5'-3'416,"-1"0"1,-1 0 0,1-1-1,4-5 1,-3 4 678,-1 0 0,0-1 0,-1 0 0,0 0 0,0 0 0,0 0 0,0 0 0,-1-1 0,3-11 0,-5 18-1058,0-1-1,0 1 1,0-1-1,0 1 1,0-1-1,0 1 1,0-1-1,0 1 1,0-1 0,0 1-1,0-1 1,0 1-1,0-1 1,0 1-1,0-1 1,0 1-1,0-1 1,-1 1 0,1-1-1,0 1 1,0-1-1,-1 0 1,0 1-7,1 0 0,0 0 0,-1 0 0,1 0 0,-1 0 0,1 0 0,0 0 0,-1 0 0,1 0 0,-1 0 0,1 0 0,0 0 0,-1 0 1,1 1-1,-1-1 0,1 0 0,0 0 0,-1 0 0,1 0 0,0 1 0,-1-1 0,-2 2 68,1 0-1,0 0 1,0 0 0,0 0 0,0 1-1,-3 3 1,1 3 14,0 0 1,0 0-1,-4 20 1,5-17-71,0 0 0,-6 11 0,7-19 4,0-1 0,0 1 1,0-1-1,0 1 0,0-1 1,-1 0-1,0 0 0,0 0 1,1-1-1,-6 4 0,-16 8 427,23-14-468,1 0 0,0 0 1,0 0-1,0 0 0,0 0 1,0 0-1,0 0 0,-1-1 1,1 1-1,0 0 0,0 0 1,0 0-1,0 0 0,0 0 1,0 0-1,0-1 0,0 1 1,0 0-1,0 0 0,0 0 0,0 0 1,0-1-1,0 1 0,0 0 1,0 0-1,0 0 0,0 0 1,0-1-1,0 1 0,0 0 1,0 0-1,0 0 0,0 0 1,0 0-1,0-1 0,0 1 1,0 0-1,0 0 0,0 0 1,1-1-1,-1 0 19,-2-49 404,2 50-427,0 0 0,0 0-1,0 0 1,0 0-1,0 0 1,0-1-1,0 1 1,0 0 0,1 0-1,-1 0 1,0 0-1,0 0 1,0 0 0,0 0-1,0 0 1,0-1-1,0 1 1,1 0 0,-1 0-1,0 0 1,0 0-1,0 0 1,0 0-1,0 0 1,1 0 0,-1 0-1,0 0 1,0 0-1,0 0 1,0 0 0,0 0-1,1 0 1,-1 0-1,0 0 1,0 0 0,0 0-1,0 0 1,0 0-1,1 0 1,-1 0-1,0 0 1,0 1 0,0-1-1,0 0 1,0 0-1,0 0 1,0 0 0,1 0-1,-1 0 1,0 0-1,0 0 1,0 1 0,10 6 15,-8-4-9,12 6 28,-1-1-1,1 0 1,20 7-1,-18-8-57,0 1-1,20 13 1,-15-2-24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47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2937,'1'1'1792,"-4"0"-680,-4 0 16,-1 1 25,-4 0 279,-1 3 312,-2-1-103,-6 2-449,-5 1-368,-5 1-448,2 3-72,1-3-72,6 0 0,7-4 48,1-1-15,8-3-65,4 0-56,6-1-128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48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16 8298,'3'-15'7959,"-6"24"-7875,-1 3 72,0 0-1,1-1 1,0 1 0,1 1-1,0-1 1,1 0 0,1 0 0,0 1-1,0-1 1,1 0 0,1 0-1,0 0 1,1 0 0,0 0 0,1 0-1,8 18 1,-6-17-387,0 0 1,5 16-1,-8-18-149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48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47 10274,'4'-10'3113,"-3"7"-2625,1 0-1,-1 0 0,0-1 1,0 1-1,0 0 1,-1-1-1,1-2 0,-1 5-481,0 1-1,0 0 0,0-1 0,0 1 0,0 0 1,0-1-1,0 1 0,-1 0 0,1-1 1,0 1-1,0 0 0,0-1 0,0 1 0,-1 0 1,1 0-1,0-1 0,0 1 0,-1 0 1,1 0-1,0 0 0,0-1 0,-1 1 0,1 0 1,0 0-1,-1 0 0,1 0 0,0 0 1,-1-1-1,1 1 0,0 0 0,0 0 0,-1 0 1,1 0-1,-1 0 0,1 0 0,0 0 1,-1 0-1,1 0 0,-1 0 4,0 0 1,0 1-1,0-1 1,0 0-1,0 0 1,1 0-1,-1 1 1,0-1-1,0 0 1,0 1-1,1-1 0,-1 1 1,0-1-1,-1 2 1,0 1 51,0 1 1,0-1-1,0 1 0,1-1 1,-1 1-1,1 0 0,0-1 1,0 1-1,0 6 1,-2 2 53,-3 11 45,-28 144 178,33-161-333,1 1 0,-1-1 0,1 1-1,1-1 1,-1 0 0,1 1 0,0-1 0,1 1 0,0-1 0,2 6 0,-3-9-4,0-1 1,1 1-1,-1-1 0,1 1 1,0-1-1,-1 0 0,1 0 0,0 1 1,0-1-1,1-1 0,-1 1 1,0 0-1,1 0 0,-1-1 0,1 0 1,-1 1-1,1-1 0,0 0 1,-1 0-1,1 0 0,0-1 0,0 1 1,5 0-1,-1-1 4,1 0-1,-1-1 1,0 0-1,-1 0 1,1-1 0,0 1-1,0-1 1,-1-1-1,13-5 1,-13 5-2,-1 0 0,1 0 0,-1-1 0,0 0 0,0 1 0,0-2 0,-1 1 0,1 0 1,-1-1-1,0 0 0,4-7 0,-7 11-2,0-1 0,0 0 0,-1 1 0,1-1 0,0 0 0,-1 0 0,1 1 1,-1-1-1,0 0 0,0 0 0,0 0 0,0-3 0,0 4 3,0 0 0,0 0-1,-1 0 1,1 0 0,0 0 0,-1 0 0,1 0 0,-1 0-1,0 0 1,1 1 0,-1-1 0,1 0 0,-1 0-1,0 0 1,0 1 0,0-1 0,-1 0 0,0-1 18,-1 1 0,0 0 0,-1 0 0,1 0 1,0 0-1,0 0 0,0 1 0,0-1 0,-1 1 0,1 0 1,0 0-1,-1 0 0,-2 1 0,-12 2-80,1 1 1,1 1-1,-1 1 0,1 0 1,0 1-1,0 1 0,-29 19 1,32-19-250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1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15 5569,'8'-7'4953,"-5"2"-1768,-7 3-2137,-4 3-648,-7 6-152,-5-1 56,-4 3 192,-4-1 73,-6-1 55,1-1-56,3 3-208,2-3-112,7 1-168,4 1-80,6-5-584,3 2-1617,7-4 1473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1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41 4361,'3'-17'3921,"-1"4"-1625,1 5-607,-3 6-617,2 5-80,-2 11-264,0 3-224,-3 7-64,-3-2-112,-1 3-103,1-3-65,0-2-48,2-2 8,2-5-48,0-3-32,2 0-400,-1-3-2729,-3-3 1921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2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33 6097,'10'-8'3324,"-6"4"-2412,0 1 1,1-1-1,0 1 0,-1 0 1,9-3-1,-13 6-897,0 0-1,0 0 1,1 0-1,-1 0 1,0-1 0,0 1-1,1 0 1,-1 0-1,0 0 1,0 0-1,1 0 1,-1 0-1,0 0 1,1 0 0,-1 0-1,0 0 1,0 0-1,1 0 1,-1 0-1,0 0 1,1 0-1,-1 0 1,0 0 0,0 1-1,1-1 1,-1 0-1,0 0 1,0 0-1,1 0 1,-1 0-1,0 1 1,0-1 0,0 0-1,1 0 1,-1 0-1,0 1 1,0-1-1,0 0 1,1 1-1,-3 13 546,-9 15 179,-29 73 89,24-54-554,13-43-226,2 0-1,-1 0 0,1 1 0,-1-1 0,1 0 0,1 0 0,-1 1 0,1-1 0,0 1 0,1 8 0,-1-13-40,1 0 0,-1 0 0,1 0 0,-1 0 0,1 0 0,-1 0 0,1 0 0,0 0 1,-1-1-1,1 1 0,0 0 0,-1 0 0,1-1 0,0 1 0,0 0 0,0-1 0,0 1 0,0-1 0,0 1 0,0-1 0,0 0 0,0 1 1,0-1-1,0 0 0,0 0 0,0 0 0,0 1 0,0-1 0,0 0 0,2-1 0,5 1 17,-1-1 0,1 1 0,8-4 0,-11 3-14,64-11 274,-15 2-1016,-18 3-2691,-15 3 1384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2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11 8170,'-3'-5'5313,"1"1"-4417,0 3-568,1 1-256,1 0 120,-1 0 384,-3 24 120,4-6 193,1 3-57,0 4-328,2 0-176,-2-4-128,0 0-56,1-3-72,-3 0-24,0-4-32,-1-2-192,-2-2 136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3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53 8410,'2'-15'4649,"-1"10"-4088,0-1 0,0 1 1,-1 0-1,0 0 0,-1-7 0,-8 40 701,-30 129-13,38-154-1236,0 1 0,0 0-1,1 0 1,-1-1 0,1 1-1,-1 0 1,1 0 0,1 0-1,0 5 1,-1-8-8,1 0-1,-1 1 0,1-1 1,0 0-1,-1 0 1,1 0-1,0 1 1,0-1-1,0 0 1,0 0-1,0 0 1,0-1-1,0 1 1,0 0-1,1 0 0,-1 0 1,0-1-1,0 1 1,1-1-1,-1 1 1,0-1-1,1 1 1,-1-1-1,0 0 1,1 0-1,-1 1 1,1-1-1,1-1 0,4 2-263,1-1 0,-1 0-1,13-2 1,1-3-213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3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11466,'11'-13'5394,"-4"7"-4698,-1 5-448,-2 4-616,0 4-544,3 1 559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3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21 10602,'0'-1'1746,"4"-11"2639,-4 12-4357,0 0-1,0 0 1,0-1 0,0 1 0,0 0-1,0 0 1,0 0 0,0-1-1,0 1 1,0 0 0,0 0 0,0-1-1,0 1 1,0 0 0,0 0-1,0-1 1,0 1 0,0 0-1,0 0 1,0 0 0,0-1 0,0 1-1,0 0 1,0 0 0,0 0-1,-1-1 1,1 1 0,0 0-1,0 0 1,0 0 0,0-1 0,-1 1-1,1 0 1,0 0 0,0 0-1,0 0 1,0 0 0,-1 0-1,1-1 1,-2 4 207,-5 23 185,1-1 1,1 1-1,-2 29 0,7-54-415,0-1-6,-2 11 94,1 1 1,1 12-1,0-22-230,0 0 0,0 0 0,1 1 0,-1-1-1,1 0 1,-1 0 0,1 0 0,0 1 0,-1-1 0,1 0 0,0 0 0,0 0 0,1 0 0,-1 0-1,0-1 1,1 1 0,2 3 0,10 0-928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6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42 1856,'11'-13'1393,"-6"3"1583,0 1 1001,-6 3-96,-3 3-1801,-9 4-1167,-5 2-241,-8 5-328,-3 2-56,-1-5-128,1 2-48,8-3-88,2 0-176,11-1-3113,5-3 2137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6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2 10850,'0'0'146,"0"0"0,0 0 0,1-1 0,-1 1 0,0 0 0,0 0-1,1 0 1,-1 0 0,0 0 0,0 0 0,1 0 0,-1 0 0,0 0-1,0 0 1,1 0 0,-1 0 0,0 0 0,0 0 0,1 0 0,-1 0 0,0 0-1,0 0 1,1 0 0,-1 0 0,0 0 0,0 0 0,1 0 0,-1 0 0,0 1-1,0-1 1,0 0 0,1 0 0,-1 0 0,0 0 0,0 1 0,1 11 1437,-10 21-2406,6-24 1363,-6 21-212,-2 0 0,-18 37-1,28-65-315,0-1-1,0 1 1,1-1-1,-1 1 1,0-1-1,1 1 1,-1 0-1,1-1 1,0 1 0,0 0-1,0-1 1,0 1-1,0 0 1,0-1-1,0 1 1,1 2-1,-1-3-7,1 0 0,-1 0-1,1 0 1,0 0 0,-1 0-1,1-1 1,0 1 0,0 0 0,0 0-1,0-1 1,0 1 0,0 0-1,0-1 1,0 1 0,0-1-1,0 1 1,0-1 0,0 0-1,0 1 1,0-1 0,0 0 0,0 0-1,1 0 1,-1 1 0,2-2-1,7 2 7,1-2 1,-1 1-1,1-2 0,19-4 0,43-15 19,-59 16-17,69-21-1800,-77 23-503,-4-2 636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6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14 6225,'-6'-7'5345,"0"1"-2080,2 6-2361,0 1-191,3 6-105,-2 1 0,1 6-96,-2 1-72,2 3-144,-1 2-64,2-2-88,1 0-32,4-4-48,0 0-8,2 0-112,-2-1-176,1-1-4009,-1-3 2481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7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20 230 7538,'3'-21'5801,"2"-3"-3649,-2 6-1223,-3 6-505,-1 4-16,-2 9 88,0 4 24,-3 9-64,1 2-104,0 9-144,0 2-72,3 3-80,4 0-8,-2-5-24,3-1-24,-1-7-272,-2-2-424,4-10 416</inkml:trace>
  <inkml:trace contextRef="#ctx0" brushRef="#br0" timeOffset="1">21 26 10946,'3'-16'5610,"-3"7"-4538,0 11-912,-4 3-200,2 6-600,2 5-689,3 2 825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0:57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50 107 832,'2'-6'454,"-1"0"0,0 0 0,0 0-1,-1 0 1,0-9 0,0 14-12,0-1 1,0 1-1,0 0 0,0-1 1,0 1-1,0-1 0,-1 1 1,1-1-1,-1 1 0,1 0 0,-1-1 1,1 1-1,-1 0 0,0 0 1,1-1-1,-1 1 0,0 0 1,0 0-1,0 0 0,0 0 1,0 0-1,0 0 0,0 0 1,-1 0-1,1 0 0,0 1 1,0-1-1,-2 0 0,-13 4 416,10-2-936,13-5-86,2-1 205,1 1-1,0 0 1,0 0-1,0 1 1,0 0-1,12-1 1,-19 4-12,0-1 0,0 1 0,0 0 1,0 0-1,0 1 0,0-1 0,0 0 0,-1 1 1,1 0-1,0 0 0,5 2 0,-6-2-16,-1 0-1,1 0 0,-1 0 1,0 1-1,1-1 0,-1 0 1,0 1-1,0-1 0,0 1 1,0-1-1,0 1 0,0-1 1,0 1-1,0 0 0,-1-1 1,1 1-1,-1 0 0,1 0 1,-1 0-1,0-1 1,0 3-1,0 2 20,0-1 0,0 1-1,-1-1 1,0 0 0,0 1 0,0-1 0,-1 0 0,-4 10 0,-5 21 70,11-35-103,-1 0 0,1 0 0,0 0 1,0 0-1,0 0 0,0 0 0,0 0 0,0 0 0,0 0 0,0 0 0,0 0 0,1 0 0,-1 0 0,0 0 0,1-1 0,-1 1 1,1 0-1,-1 0 0,1 0 0,-1 0 0,1 0 0,0-1 0,-1 1 0,1 0 0,0-1 0,-1 1 0,1 0 0,0-1 0,1 2 0,3 0-10,-1-1-1,1 1 1,0-1-1,-1 0 1,8 1-1,17 5-20,-27-6 34,0 1 1,0-1-1,0 0 0,1 1 1,-1-1-1,-1 1 1,1 0-1,0 0 0,0-1 1,-1 1-1,1 0 1,-1 1-1,1-1 0,0 2 1,-1-2-1,-1-1 1,0 0-1,1 0 1,-1 0-1,0 0 1,0 1-1,0-1 0,0 0 1,0 0-1,0 0 1,0 1-1,0-1 1,0 0-1,0 0 1,-1 0-1,1 1 1,0-1-1,-1 0 0,1 0 1,-1 0-1,0 0 1,1 0-1,-1 0 1,0 0-1,0 0 1,1 0-1,-1 0 1,0-1-1,0 1 0,-1 1 1,-9 5 91,1 0 0,-1-1 0,-1 0 1,-17 7-1,-52 13 276,72-23-346,5-2 17,-4 1-768,-1 1 1,-16 1-1,4-3-232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0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6 10626,'-8'-5'5505,"-10"5"-4936,-4 2-249,-6 4-208,-1-1-8,4-1 96,3 1 32,3-2 16,4 1-24,3-2-576,2 2-2249,6-9 1649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0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10450,'13'-8'5649,"-2"2"-4616,-5 6-929,0 2-88,-3 6-16,-2 4 72,-1 8 272,0 4 56,-4 6 40,0 0-168,0-2-128,1-1-64,3-6-168,0-2-384,1-6 296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1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96 3569,'-17'-6'2898,"12"5"-2536,2-1 0,-1 1 0,0-1 0,0 1 0,0-1 1,1 0-1,-5-4 0,8 6-283,-1 0-1,1-1 1,-1 1 0,1-1 0,0 1 0,-1-1 0,1 1 0,0-1-1,0 1 1,-1-1 0,1 1 0,0-1 0,0 0 0,0 1-1,0-1 1,-1 1 0,1-1 0,0 0 0,0 1 0,0-1-1,1 0 1,-1-1 159,1 1 1,-1-1-1,1 1 0,0-1 0,0 1 1,-1 0-1,1-1 0,0 1 0,0 0 0,0 0 1,1 0-1,0-2 0,4-1-73,0-1 0,1 1 0,0 0 0,-1 0 0,1 1 0,0 0 0,1 0 1,-1 1-1,0-1 0,1 2 0,0-1 0,12 0 0,-7 1 84,1 1 1,-1 0-1,0 1 0,1 0 1,-1 1-1,19 6 1,-27-7-201,0 1 0,0 0 0,0 0 1,0 0-1,0 1 0,7 5 1,-11-7-41,0 0 0,0-1 0,0 1 0,0 0 0,0 0 0,0 0 0,-1 0 0,1 0 0,0 0 0,-1 0 0,1 0 0,-1 1 0,1-1 0,-1 0 0,1 0 0,-1 0 0,0 1 0,0-1 0,1 0 0,-1 0 0,0 0 0,0 1 0,0-1 0,-1 0 0,1 0 0,0 1 0,0-1 0,-1 0 0,1 0 0,0 1 0,-1-1 0,1 0 0,-1 0 0,0 1 0,-8 10 35,0 0 0,-1 0 1,0-1-1,-1-1 0,-12 10 0,-14 15 20,30-29-46,-22 26 57,27-29-34,-1 0 0,1 0 1,0 0-1,0 1 1,0-1-1,0 1 1,1-1-1,-2 6 1,3-9-24,0 1 0,0 0 0,0 0 0,0-1 1,0 1-1,0 0 0,0 0 0,1-1 0,-1 1 1,0 0-1,0-1 0,1 1 0,-1 0 0,0-1 1,1 1-1,-1 0 0,0-1 0,1 1 0,-1-1 1,1 1-1,-1 0 0,1-1 0,0 0 0,-1 1 1,1-1-1,-1 1 0,1-1 0,0 0 0,-1 1 1,1-1-1,0 0 0,-1 1 0,1-1 0,1 0 1,30 5 216,-28-5-195,35 3-276,0-3 1,-1-1 0,62-10-1,-74 5-979,-10-3 458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2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5345,'9'-13'4281,"-5"6"-2337,-1 5-847,-3 4-449,-3 4 24,-1 7 264,2 5-192,2 7 57,0 1-49,4 0-168,5-1-88,2-7-192,5-2-96,0-7-96,-3-2-32,1-1-216,-3-6-248,-3-3 200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3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45 10850,'-2'-13'5746,"0"-6"-4834,-2 8-112,4 10-584,-5 1-128,5 0-32,-1 0-16,1 1-24,0 3 32,0 1-48,1 2-200,5 14 152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3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 9754,'12'-18'5769,"-4"4"-4824,0 5-513,-2 8-312,-1 4-64,0 9 64,0 2 64,-2 5 152,1 3 16,-1-1-8,2 1-136,5-4-104,-2-1-16,0-6-40,1-1-24,-4-5-528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4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6 7738,'10'-4'5129,"-10"2"-3913,-6 2-256,-13 2 72,-5 4 89,-9 0-9,1 2-288,0 2-376,3-1-136,7 2-200,-1-2-128,9-3-408,3-2-544,8-9 512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5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97 7386,'-6'-14'6173,"-3"-1"-3889,7 13-2268,0 0 0,0 0 0,1-1 0,-1 1 0,1-1 0,0 1 0,0-1 0,0 0 0,0 1 0,0-1 0,0 0 0,1 0 0,-1 1 0,1-1 0,0-3 0,0 5 17,1-1 0,0 1 0,-1 0-1,1 0 1,0-1 0,0 1-1,0 0 1,0 0 0,0 0-1,0 0 1,0 0 0,0 0-1,0 0 1,1 1 0,-1-1-1,0 0 1,1 1 0,-1-1 0,0 1-1,1-1 1,-1 1 0,1 0-1,1-1 1,2 0 5,-1 1 1,1-1-1,0 1 1,0 0-1,9 1 0,-11 0-27,1-1-1,-1 1 0,0 0 0,1 0 0,-1 1 1,0-1-1,0 1 0,0 0 0,0 0 0,0 0 1,0 0-1,0 0 0,-1 0 0,1 1 0,-1-1 1,0 1-1,4 5 0,-4-5 6,-1-1 1,0 0-1,0 1 0,0-1 0,-1 1 1,1-1-1,-1 1 0,1 0 1,-1-1-1,0 1 0,0-1 0,0 1 1,0 0-1,0-1 0,-1 1 1,1-1-1,-1 1 0,1-1 0,-1 1 1,0-1-1,0 1 0,0-1 1,-1 0-1,-2 4 0,-5 6 176,-1 0-1,-16 15 1,17-19-28,0 1 1,1 1-1,0-1 0,-9 16 0,16-24-151,0 0-1,1 0 1,-1-1-1,1 1 1,-1 0-1,1 0 1,0 0-1,-1 1 1,1-1-1,0 0 0,0 0 1,0 0-1,0 0 1,0 0-1,0 0 1,0 0-1,0 0 1,0 0-1,0 0 1,1 2-1,-1-2-6,1-1 0,0 1 0,-1 0 0,1 0 0,0-1 1,-1 1-1,1 0 0,0-1 0,0 1 0,0-1 0,-1 1 0,1-1 0,0 1 0,0-1 0,0 0 0,0 1 0,2-1 1,2 1-16,1 0 0,0-1 1,0 0-1,0 0 0,0 0 1,5-1-1,9-3-478,-1 0 0,0-2 0,29-11 0,-13 2-165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5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8610,'0'-11'5945,"4"6"-4809,0 3-624,-2 6-247,3 6 111,0 6 248,-2 4 72,1 4-104,1 3-200,1-1-216,3-1-48,5-4-72,-2-6-16,2-5-416,-1-7-2417,-3-14 1921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5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38 12419,'-3'-12'5409,"1"-3"-4593,2 6-400,3 7-312,-1 2-48,7 4-24,1 1-48,2 1-248,1 4-456,2 4 416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6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 7738,'28'-9'6806,"14"0"-5632,-1 0-807,-37 8-233,0 0 1,0 0 0,1 1 0,-1-1-1,1 1 1,4 0 0,-8 0-112,0 0 1,0 0-1,-1 0 1,1 0 0,0 1-1,0-1 1,0 0-1,0 1 1,-1-1-1,1 1 1,0-1 0,0 1-1,-1-1 1,1 1-1,0-1 1,-1 1-1,1 0 1,0-1 0,-1 1-1,1 0 1,-1-1-1,1 1 1,-1 0-1,0 0 1,1 0 0,-1-1-1,0 1 1,1 0-1,-1 0 1,0 0-1,0 0 1,0 0 0,0 0-1,0-1 1,0 1-1,0 1 1,-1 5 38,0 0-1,0-1 1,-1 1 0,1 0 0,-2-1-1,-4 11 1,5-13 12,0 1 1,0 0-1,0-1 0,0 1 1,1 0-1,0 0 0,0 0 0,0 0 1,0 0-1,1 1 0,0-1 1,0 0-1,2 7 0,-2-10-49,1 0-1,0-1 0,0 1 1,0 0-1,0-1 1,0 1-1,1-1 1,-1 1-1,0-1 0,1 0 1,-1 1-1,1-1 1,-1 0-1,1 0 0,0 0 1,0 0-1,-1 0 1,1-1-1,0 1 1,0-1-1,0 1 0,0-1 1,-1 1-1,1-1 1,0 0-1,4 0 1,5 0 15,0 0 0,0-1 1,14-2-1,-25 3-39,22-3-383,-1-1 1,0-1-1,35-14 1,-31 7-195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6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371 80 10698,'16'-3'5738,"-3"2"-4546,-13 1-872,-8 2-144,-9 2-32,-4-1 72,-8 2 56,0 1 48,-4 0-40,1 1-40,2 0-120,4-2-16,3-4-72,4 0-88,4-4-456,3-2-1056,8-7 928</inkml:trace>
  <inkml:trace contextRef="#ctx0" brushRef="#br0" timeOffset="1">257 3 9578,'7'-2'5681,"-10"2"-5057,-8 2-264,-13 2-63,-7 1 79,-5-1 208,0-1 40,3 1-144,4-1-160,5 1-176,2 0-152,7-2 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07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188 227 3705,'-4'-11'8532,"-2"0"-3900,-18-20-2978,12 16-976,8 10-655,0-1 0,1 0-1,-1 0 1,2 0 0,-1 0-1,1 0 1,-1 0 0,2-1-1,-1 1 1,1-1 0,0 1-1,0-10 1,1 14-21,0-1 0,0 0 0,0 0 0,1 0 0,-1 0 0,1 1 0,-1-1 1,1 0-1,0 1 0,0-1 0,1 0 0,-1 1 0,0 0 0,1-1 0,0 1 0,-1 0 0,1-1 1,0 1-1,0 0 0,0 0 0,0 1 0,1-1 0,-1 0 0,0 1 0,1-1 0,-1 1 0,1 0 0,0 0 1,-1 0-1,1 0 0,4 0 0,-3 0-2,-1 0 1,1 1 0,0-1-1,0 1 1,0 0-1,0 1 1,-1-1-1,1 0 1,0 1 0,0 0-1,-1 0 1,1 0-1,0 1 1,5 2-1,-3-1 2,-1 1-1,0-1 0,0 1 0,-1 0 1,1 1-1,-1-1 0,0 1 0,6 8 1,-4-4-1,-1-1 0,0 1 0,-1 0 0,0 1 0,0-1 0,-1 1 0,0-1 1,-1 1-1,0 0 0,0 0 0,-1 13 0,-1-18 13,0 0 0,0 0 1,-1 0-1,0 0 0,0 0 0,0-1 0,-1 1 0,1 0 0,-1-1 0,0 1 1,-1-1-1,1 0 0,-1 1 0,0-1 0,0-1 0,0 1 0,0 0 0,-1-1 0,-5 5 1,4-4 12,-1-1 0,1 0 0,-1 0 0,0 0 0,-1 0 1,1-1-1,0 0 0,-1-1 0,1 1 0,-1-1 0,1 0 1,-1-1-1,-12 0 0,5-1-9,-1-1-1,1-1 1,0 0 0,0-1 0,0 0-1,-26-12 1,-7-7-85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1:47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1054 6169,'0'-1'366,"0"-1"-1,0 1 0,1 0 0,-1-1 0,0 1 1,1 0-1,-1 0 0,0-1 0,1 1 1,0 0-1,-1 0 0,1 0 0,0 0 0,-1 0 1,1 0-1,0 0 0,2-2 0,-1 1-155,0 0 0,1 1 1,-1-1-1,1 1 0,0-1 0,0 1 0,4-1 0,1-1 29,0 1 0,0 1 0,1 0 0,15-1 0,138 17 2002,-94-7-1954,173 12 552,104 12-154,-282-22-646,266 30 293,334-35 265,-661-5-596,427-22 337,-1-19-215,-381 37-125,213-8 20,0 19-51,-159-4-29,-85-2 51,10 0-38,1-1 0,37-5 0,-63 5 38,-3-2 27,0 0-2,-1-1-10,1-1-1,-1 1 1,1-1-1,-1 1 1,1-1 0,0 0-1,1 0 1,-1 0-1,1 0 1,-1 0 0,0-6-1,-1-10 6,-2-25 0,2 19-3,-3-44 5,2 0 1,4 0-1,2 0 1,13-71-1,34-263 49,-48 404-60,-1-1-1,0 1 1,0-1 0,0 1-1,0-1 1,0 1-1,0-1 1,0 1 0,-1-1-1,1 1 1,0 0 0,0-1-1,0 1 1,0-1-1,0 1 1,-1-1 0,1 1-1,0 0 1,0-1-1,-1 1 1,1 0 0,0-1-1,-1 1 1,1 0 0,0-1-1,-1 1 1,0-1-1,0 1 0,0 0 0,0-1 0,-1 1 0,1 0 0,0 0-1,0 0 1,0 0 0,-1 0 0,1 0 0,-2 0 0,-6 2-7,1 0 1,-13 5 0,12-4 3,-23 6-23,-1-2 0,-1-1 1,1-2-1,-54 1 0,-136-16-34,213 11 60,-300-31 2,38 3-32,57 7 22,-307-15 108,26 55-68,2 26-26,24 26 9,469-71-14,-77 16 9,37-7-1,-1-2 0,-56 3-1,76-9-5,1 0 0,-39 8 0,51-7-1,0 1-1,1-1 0,-1 1 0,1 1 0,0 0 0,0 0 0,0 1 0,1 0 0,-11 8 0,15-10 0,1 0-1,-1 0 0,1 0 1,0 0-1,0 1 1,0-1-1,0 1 0,0-1 1,1 1-1,0 0 1,0 0-1,0-1 1,0 1-1,0 0 0,0 4 1,1 8-4,0-1 1,2 23-1,-1-34 3,16 122-10,0-4 4,7 44 473,0-69-1334,-2-37-2442,-14-46 1525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09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87 3713,'-12'-13'3974,"11"12"-3851,0 0-1,0-1 1,1 1 0,-1-1 0,0 1 0,1 0-1,0-1 1,-1 1 0,1-1 0,0 1 0,0-1-1,0-2 1,0 2 7,0 0-1,1 0 0,-1 0 0,1 0 1,0 0-1,0 0 0,-1 0 1,1 0-1,0 1 0,1-1 0,-1 0 1,0 1-1,0-1 0,1 1 1,-1-1-1,1 1 0,3-3 0,-3 3 224,15-12 917,-16 13-1223,-1-1 1,1 1-1,-1-1 1,1 1-1,-1 0 0,1-1 1,0 1-1,-1 0 1,1-1-1,0 1 1,-1 0-1,1 0 0,0 0 1,-1 0-1,1 0 1,0 0-1,-1 0 1,1 0-1,0 0 0,-1 0 1,1 0-1,0 0 1,0 1 379,0 1-375,-1 1-1,1 0 1,0-1-1,0 1 1,0-1-1,0 1 1,0-1-1,1 0 1,-1 1-1,4 3 1,-2 0 167,1 1 1,-1-1-1,5 12 0,-3-4-61,-1-2-43,0 0-1,3 13 1,-6-20-75,-1 0 1,1 0 0,-1 0 0,0 0 0,-1 0-1,1 0 1,-1-1 0,-2 10 0,-8 17 339,-2 1 0,-1-2 1,-34 56-1,47-86-365,1 1-1,-1 0 1,1-1-1,0 1 1,-1 0-1,1 0 1,-1-1-1,1 1 1,0 0-1,0 0 0,0 0 1,-1-1-1,1 1 1,0 0-1,0 0 1,0 0-1,0 1 1,1-2-11,-1 1 1,0-1-1,0 0 1,1 1-1,-1-1 1,0 0-1,1 0 1,-1 1-1,0-1 1,1 0-1,-1 0 1,0 0-1,1 0 1,-1 1-1,1-1 1,-1 0-1,0 0 1,1 0-1,-1 0 1,1 0-1,-1 0 1,0 0-1,1 0 1,-1 0-1,1 0 1,5-1 9,0-1 1,0 1-1,10-4 0,-10 2 10,21-5-169,61-23 368,-30 7-3128,-35 13 1755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09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30 9458,'-4'-14'5905,"3"3"-4712,2 7-889,1 4-176,0 7-56,-2 6-16,4 8 8,1 2-24,2 4-8,3 2-8,-1-2-8,0 1 16,-1-5-48,-2-2-200,0-5 144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10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33 11723,'-13'-11'5601,"7"-3"-4553,4 6-536,3 8-704,1 6-584,4 0 488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10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5 106 7954,'-1'0'384,"1"-1"-1,-1 0 1,1 1 0,0-1 0,-1 0 0,1 0-1,0 1 1,0-1 0,-1 0 0,1 1 0,0-1-1,0 0 1,0 0 0,0-1 0,5-19-1200,-3 16 1528,-1 0-585,1 0-1,1 0 1,-1 1-1,1 0 1,-1-1 0,1 1-1,0 0 1,1 0-1,-1 0 1,1 1 0,0-1-1,0 1 1,0 0-1,0 0 1,8-4 0,-12 7-125,0 0 1,0 0-1,1 0 1,-1 0 0,0 0-1,1 0 1,-1 0-1,0 0 1,0 0-1,1 0 1,-1 0 0,0 0-1,1 0 1,-1 0-1,0 0 1,1 0 0,-1 0-1,0 0 1,0 0-1,1 0 1,-1 0-1,0 0 1,0 1 0,1-1-1,-1 0 1,0 0-1,0 0 1,1 1-1,-1-1 1,0 0 0,0 1-1,3 10 49,-5 14 9,-2-10 26,-1 0 0,0-1-1,-1 1 1,-8 14 0,6-15 221,1 0 1,1 1 0,-6 22-1,12-36-293,-1 1-1,1-1 1,0 0 0,0 0-1,-1 1 1,1-1-1,0 0 1,0 0 0,0 1-1,0-1 1,1 0-1,-1 1 1,0-1 0,0 0-1,1 0 1,-1 0 0,1 1-1,-1-1 1,1 0-1,0 0 1,-1 0 0,1 0-1,0 0 1,0 0-1,-1 0 1,1 0 0,0 0-1,0 0 1,0-1 0,0 1-1,0 0 1,1-1-1,-1 1 1,0 0 0,0-1-1,0 0 1,1 1 0,-1-1-1,0 0 1,3 1-1,5 0 11,-1-1 0,1 1 0,0-1 0,16-3 0,-12 2 21,51-1-2506,-34 2 1365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12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0 7842,'-4'0'823,"0"1"0,0-1 0,-1 1 1,1 0-1,1 0 0,-1 1 0,0-1 1,-6 4-1,-30 20-1178,10-6 669,14-10-325,11-5-210,0-1 0,-1 0 0,1 0-1,-1 0 1,0-1 0,-10 3 0,15-5 154,0 0 0,0 0 0,0 0 0,1 0 1,-1-1-1,0 1 0,0 0 0,1 0 0,-1-1 0,0 1 0,0-1 1,1 1-1,-1-1 0,0 1 0,1-1 0,-1 1 0,1-1 0,-1 1 1,1-1-1,-1 0 0,1 1 0,-1-1 0,1 0 0,0 0 0,-1 1 1,1-1-1,0 0 0,-1 0 0,1 1 0,0-1 0,0 0 0,0-1 1,-1 1 180,1 0 0,0 0 0,0 0 0,-1 0 1,1-1-1,0 1 0,0 0 0,0 0 0,0 0 1,0-1-1,1 1 0,-1 0 0,0 0 0,1 0 1,-1-1-1,0 1 0,1 0 0,-1 0 1,1 0-1,2-2 1012,-3 4-1096,0 0 1,0 0-1,0 0 0,1 0 1,-1 0-1,1 0 0,-1 0 0,1 0 1,-1 0-1,1 0 0,0 0 0,1 2 1,1 1 6,-2 1-16,1-1 1,-1 1-1,0-1 0,-1 1 0,1-1 1,-1 1-1,0-1 0,0 7 1,1 18-3551,2-15 1958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12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69 191 6241,'-21'-25'7684,"6"0"-5864,12 20-1846,2 1 1,-1-1-1,0 0 1,1 0-1,0 1 0,0-1 1,1 0-1,-1 0 1,1 0-1,1-8 0,-1 6 36,1 0 0,1 0 0,-1 0 0,6-12 0,-7 17-8,1 0 1,0 0-1,0 0 0,0 0 0,0 0 1,0 0-1,0 1 0,1-1 0,-1 0 1,1 1-1,-1-1 0,1 1 0,-1-1 1,1 1-1,0 0 0,0 0 0,0 0 1,0 0-1,3-2 0,-3 3 0,-1 0 0,0 0 0,1 0-1,-1 0 1,1 0 0,-1 1 0,0-1 0,1 0 0,-1 0 0,1 1 0,-1-1-1,0 1 1,0 0 0,1-1 0,-1 1 0,0 0 0,0 0 0,0 0 0,0-1-1,0 1 1,0 0 0,0 1 0,0-1 0,0 0 0,0 0 0,0 0-1,-1 0 1,1 1 0,0-1 0,-1 2 0,4 4 10,-1 1 1,0 0 0,2 14-1,9 58 100,-12-58-32,1 0 0,1 0-1,2 0 1,0-1 0,12 28 0,-18-47-84,1 0 0,0 0 0,0 0 0,0-1 0,1 1 1,-1 0-1,0-1 0,0 1 0,1-1 0,-1 0 0,1 1 0,0-1 0,-1 0 0,1 0 1,0 0-1,0 0 0,-1 0 0,1 0 0,0 0 0,0-1 0,0 1 0,0-1 1,4 1-1,-3-1-23,0 0 1,0-1-1,1 1 1,-1-1 0,0 0-1,0 0 1,0 0-1,0 0 1,0-1 0,0 1-1,0-1 1,0 0-1,5-4 1,-2 1-4,0-1 0,0 0 0,0 0 0,9-13 0,-12 15 42,0-1-1,-1 1 1,1 0-1,-1-1 1,0 0-1,-1 1 1,1-1-1,-1 0 1,1-7-1,-1 11-1,-1 0-1,0 0 0,0 0 1,0 0-1,0 0 0,0 0 1,0 0-1,0 0 0,-1 0 1,1 0-1,0 0 0,-1 0 1,1 0-1,0 0 0,-1 0 1,1 0-1,-1 0 1,1 0-1,-1 0 0,0 0 1,1 1-1,-1-1 0,0 0 1,0 0-1,0 1 0,1-1 1,-1 1-1,0-1 0,0 1 1,0-1-1,0 1 0,0-1 1,0 1-1,0 0 0,0-1 1,0 1-1,0 0 0,0 0 1,0 0-1,0 0 0,-1 0 1,-6 0 69,1 1 1,-1-1-1,1 2 0,-12 2 1,13-2-33,-73 21 412,45-12-177,-55 10 1,86-21-501,-14 2 563,16-1-556,1-1 1,-1 0 0,1 0-1,-1 0 1,0 0-1,1 0 1,-1 0-1,1 0 1,-1 0 0,1 0-1,-1 0 1,0 0-1,1-1 1,-1 1-1,1 0 1,-1 0 0,1 0-1,-1-1 1,1 1-1,-1 0 1,0-1-1,3-4-1888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13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56 5513,'-8'-28'6604,"3"0"-4025,6 48-1759,-2-10-555,2 0 0,2 15 0,1-7-95,1-1 0,0 0 0,11 22 0,-12-32-158,-1 0-1,1 1 1,1-2 0,-1 1 0,1-1 0,0 1 0,1-1-1,0-1 1,11 10 0,-14-13-154,0 0 0,0-1 0,0 1 0,1-1 0,-1 0 0,0 0 0,0 0-1,1-1 1,-1 1 0,0-1 0,1 0 0,-1 0 0,0 0 0,1 0 0,-1 0 0,6-2 0,12-6-1117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1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25 11747,'-2'-11'5185,"10"4"-5025,5 3-568,5 2 280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13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18 178 7970,'-1'0'433,"0"-1"0,-1 0 0,1 0 0,0 0 0,0 0 1,0 0-1,0 0 0,0 0 0,0 0 0,0-1 0,0 1 0,1 0 1,-1-1-1,0 1 0,1 0 0,-1-1 0,1 1 0,-1-3 0,0 0-269,1 1 0,0-1-1,0 1 1,0-1-1,1 1 1,-1-1-1,3-5 1,1-4-601,1 0 1,0 1-1,8-14 1,-12 25 484,1-2-91,17-29 94,-18 31 5,0-1 0,0 0 0,1 1 0,-1-1 0,0 1 0,1 0 0,0-1 0,-1 1 0,1 0 0,0 0 0,0 0 0,-1 0 0,1 0 0,3 0 0,-4 1-32,0 0-1,0 0 1,0 0 0,0 0-1,0 0 1,0 0 0,0 1-1,0-1 1,0 0-1,0 1 1,0-1 0,0 1-1,0-1 1,-1 1 0,1-1-1,0 1 1,0 0-1,-1-1 1,1 1 0,0 0-1,-1 0 1,1-1 0,0 1-1,-1 0 1,1 0-1,-1 0 1,0 0 0,1 0-1,-1 0 1,0 0 0,1 0-1,-1 0 1,0 1-1,2 4 17,-1-1 0,0 1 0,-1 0 0,1 9 0,-2-4 9,-1-1 0,0 0 0,-1 1 0,1-1 0,-2 0 0,-4 10 0,-5 14 211,13-33-254,-1 0 0,1 0-1,0-1 1,0 1 0,0 0 0,-1-1 0,1 1-1,0 0 1,0 0 0,0-1 0,0 1 0,0 0-1,0 0 1,0-1 0,0 1 0,1 0 0,-1 0 0,0-1-1,0 1 1,1 0 0,-1 0 0,0-1 0,1 1-1,-1-1 1,1 1 0,0 0 0,0 0-16,0 0 1,0-1 0,0 1-1,0-1 1,0 1 0,1-1-1,-1 0 1,0 1 0,0-1-1,1 0 1,-1 0 0,0 0-1,0 0 1,2 0 0,6-1-184,1 0 1,-1-1 0,12-4-1,-20 6 171,39-13-319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20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31 8634,'-3'-13'6321,"0"-5"-4560,13 29-757,-6-6-921,0 0 0,1 1-1,0-1 1,0-1 0,0 1 0,1-1 0,0 0 0,0 0 0,0 0 0,0-1 0,0 0 0,1 0-1,-1-1 1,1 0 0,7 2 0,7 0-39,-1-1 0,0-1 1,38 0-1,36-8 456,160-30 0,-193 23-174,-30 6 172,59-6 0,-78 14-132,-16 3-585,-18 5-2252,7-6 1302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3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7314,'1'-2'356,"0"1"0,0 0 1,0 0-1,0 0 1,0 0-1,1 0 1,-1 0-1,0 0 0,0 1 1,1-1-1,-1 0 1,0 1-1,1-1 1,-1 1-1,0-1 0,1 1 1,-1 0-1,1-1 1,-1 1-1,4 0 1,3 0-361,0 0 1,14 3-1,-6-1 513,15 2-338,-6-1-59,-1-1 0,1-1 0,35-4-1,-56 2 16,1 0 0,-1-1-1,0 0 1,0 0-1,0 0 1,0 0-1,0 0 1,0-1-1,-1 0 1,1 0 0,4-5-1,-4 4-42,0 0 0,0 1-1,1-1 1,-1 1 0,10-4 0,-12 6-82,0 0 0,-1 1 1,1-1-1,0 1 0,0 0 1,0 0-1,0 0 1,0 0-1,0 0 0,0 0 1,0 0-1,0 0 0,0 1 1,0-1-1,-1 1 1,1 0-1,0-1 0,0 1 1,0 0-1,2 2 1,24 15 9,-18-11-3,1 0 0,0-1 0,23 10 0,-30-14-7,1-1 1,-1 0-1,0 0 1,1 0-1,-1-1 1,1 0-1,-1 0 1,1 0-1,-1 0 1,0 0-1,1-1 1,-1 0-1,1 0 1,-1 0-1,6-3 1,0-1 51,-2 0 1,1-1-1,0 1 1,-1-2-1,13-12 1,-10 9 237,0 1 0,12-8 1,-21 16-256,0 0-1,0 0 1,0 0 0,0 0 0,0 0-1,0 0 1,0 1 0,0-1 0,0 1-1,0 0 1,0 0 0,1 0-1,-1 0 1,0 0 0,3 0 0,1 2-24,0-1-1,-1 1 1,1 0 0,5 4 0,20 6-357,-3-10 177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40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5217,'0'-2'360,"0"1"-1,0-1 1,0 1-1,0-1 1,0 1-1,0-1 1,0 1-1,1-1 1,-1 1 0,1-1-1,-1 1 1,1 0-1,-1-1 1,1 1-1,0 0 1,-1-1-1,1 1 1,0 0 0,0 0-1,2-2 1,1-1 407,-1 0 1,1 0 0,0 1-1,7-6 1,-10 9-662,0-1 1,0 1-1,0-1 0,0 1 0,0 0 1,0 0-1,-1-1 0,1 1 0,0 0 0,0 0 1,0 0-1,0 0 0,0 0 0,0 0 1,0 0-1,0 0 0,0 1 0,2 0 0,18 9 564,-10-3-400,1-2-186,0 0 1,0 0-1,0-1 0,1-1 1,-1 0-1,21 2 0,-3-3 146,51-3 0,-72 0-195,1 2 1,-1-1 0,0 1 0,1 1-1,-1 0 1,9 3 0,52 22 133,-51-19 23,-1-1 1,1 0-1,27 6 0,-33-12-55,-1 0 1,0 0-1,1-2 1,-1 1-1,0-1 0,0-1 1,1 0-1,-1-1 1,15-5-1,9-6-147,57-30 1,-57 23-737,-1-1 284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3:00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24 9426,'-5'-23'5569,"8"24"-5233,4 7-392,7 12-8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58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37 1664,'13'-4'521,"-6"2"-135,0 1 0,-1-1 1,1 1-1,0 0 0,13 1 0,-20 0-354,0 0-1,0 0 0,0 0 1,0 0-1,-1 0 0,1 1 1,0-1-1,0 0 0,0 0 1,0 0-1,0 0 0,0 0 1,0 1-1,0-1 0,-1 0 0,1 0 1,0 0-1,0 0 0,0 1 1,0-1-1,0 0 0,0 0 1,0 0-1,0 0 0,0 1 1,0-1-1,0 0 0,0 0 1,0 0-1,0 0 0,0 1 1,0-1-1,0 0 0,0 0 1,1 0-1,-1 0 0,0 1 1,0-1-1,0 0 0,0 0 1,0 0-1,0 0 0,0 0 1,1 0-1,-1 1 0,0-1 1,0 0-1,0 0 0,0 0 1,0 0-1,1 0 0,-1 0 1,0 0-1,0 0 0,0 0 1,0 0-1,1 0 0,-1 0 0,0 0 1,0 0-1,0 0 0,1 0 1,-16 9 598,2-5-197,1 0 1,-1-1 0,0 0 0,-21 1-1,-54-2 1854,8 0-1135,74-1-1129,-6-1 24,11 0-70,1 0 0,0-1-1,0 1 1,0 0 0,0 0 0,-1 0-1,1 0 1,0 0 0,0-1-1,0 1 1,0 0 0,0 0 0,0 0-1,-1-1 1,1 1 0,0 0 0,0 0-1,0 0 1,0-1 0,0 1-1,0 0 1,0 0 0,0-1 0,0 1-1,0 0 1,0 0 0,0 0-1,0-1 1,0 1 0,0 0 0,0 0-1,0 0 1,0-1 0,0 1-1,1 0 1,-1 0 0,0 0 0,0-1-1,0 1 1,0 0 0,0 0-1,0 0 1,1 0 0,-1-1 0,0 1-1,0 0 1,0 0 0,1 0-1,25-34-1918,-24 32 1987,0 0 1,0 0-1,1 0 0,-1 0 0,0 1 0,1-1 0,-1 0 1,1 1-1,-1 0 0,1 0 0,0 0 0,4-2 1,-6 3 11,0 0 1,1 1-1,-1-1 1,0 0-1,0 0 1,1 1-1,-1-1 1,0 1-1,0-1 1,0 1 0,0-1-1,0 1 1,0 0-1,0 0 1,0-1-1,0 1 1,0 0-1,0 0 1,0 0-1,0 0 1,-1 0-1,1 0 1,1 2 0,13 28 663,-14-28-652,63 140 1932,25 69-464,-86-204-1510,-1 1-1,0-1 1,0 1 0,-1-1 0,0 1 0,-1 0-1,0-1 1,-1 15 0,-2-6-95,-1 0 1,0 0-1,-9 20 0,6-12-670,6-6 320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58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5 7370,'8'-2'5441,"-11"0"-3601,-3 4-1176,-16 9-528,-7 7-112,-11 7-64,-5 0 8,-6 4 32,0-3 48,7-5 24,7-2-72,15-5-2808,7-6 1984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58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74 114 7954,'-11'6'6130,"0"2"-4139,10-6-2045,0-1-1,0 0 1,0 0-1,-1 0 1,1 0-1,0 0 1,-1 0-1,1 0 1,-1 0-1,1 0 1,-1-1-1,1 1 1,-1-1-1,1 1 1,-1-1-1,0 0 1,1 1-1,-1-1 1,0 0 0,1 0-1,-4 0 1,5-1 41,-1 1 1,1 0 0,-1-1 0,1 1 0,-1 0 0,1-1 0,-1 1 0,1-1 0,-1 1-1,1-1 1,0 1 0,-1-1 0,1 1 0,0-1 0,0 1 0,-1-1 0,1 1 0,0-1-1,0 0 1,0 1 0,0-1 0,-1 1 0,1-1 0,0 0 0,0 1 0,0-1 0,0 1 0,1-2-1,3-18 7,-2 13 73,1 0-1,1 0 1,-1 0-1,1 0 1,0 0-1,1 1 1,8-10-1,-9 12-1,0 0 0,0 0 0,0 0 1,0 0-1,1 1 0,-1 0 0,1 0 0,0 0 0,0 1 0,0-1 1,9-1-1,-10 3-48,0 1 1,1 0-1,-1 0 1,0 0-1,1 0 1,-1 1-1,0 0 0,1 0 1,-1 0-1,0 0 1,0 1-1,0 0 1,0 0-1,0 0 1,0 0-1,4 4 1,1 0-4,-1 1 0,1 0 1,-1 1-1,0 0 0,8 11 0,-13-16-4,-1 0 0,0 1 0,0-1 0,0 1 0,0 0-1,-1-1 1,1 1 0,0 6 0,-1-9 8,-1 0-1,0 0 1,0 1 0,0-1 0,0 0-1,0 1 1,0-1 0,0 0-1,0 1 1,-1-1 0,1 0-1,0 0 1,-1 1 0,1-1 0,-1 0-1,0 0 1,1 0 0,-1 0-1,0 0 1,1 1 0,-1-1 0,0 0-1,0-1 1,0 1 0,0 0-1,0 0 1,0 0 0,0-1 0,0 1-1,-2 1 1,-5 1 79,0-1 0,1 1 0,-1-1 0,0-1 0,0 1 0,0-1 0,-12 0 0,-5-1 24,-27-4-1,41 2-85,-1 1-1,-17-6 0,26 6-42,0 0 1,0 0 0,1 0-1,-1 0 1,0 0 0,1-1 0,-1 1-1,1-1 1,0 0 0,-1 0-1,1 0 1,0 0 0,0 0-1,0 0 1,-3-5 0,5 6-17,-1 0 0,1 0 0,0 0-1,-1 0 1,1 0 0,0 0 0,0 0 0,0 0 0,0 0 0,0 0 0,0 0 0,0 0 0,0-1-1,7-16-169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59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1 6769,'-2'0'4449,"0"6"-3672,-8 5-777,-6 2-48,-5-1-80,-4 2 80,-5-7 120,-1-2 200,1-5 480,0-1 144,7-2-8,4 2-352,3 1-376,3 2-368,0 1 152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59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4 9082,'-11'-3'5713,"-8"4"-5137,-1 4-280,-13 4-208,-4 3-32,-4 0 0,2 2-8,7-3-472,7-1-3120,20-5 2367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2:59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45 225 2176,'-2'-22'478,"-1"-1"0,-1 1 1,-1-1-1,-11-28 0,14 42-208,0 3 28,-7-29 1352,8 33-1278,1 0 0,-1 0 0,1-1 0,0 1 0,0 0 0,0 0 0,0-1 0,1 1 0,-1 0 0,0 0 0,1-1 0,1-2 0,-2 5-330,0 0 1,0 0-1,0 0 0,0 0 1,0 0-1,0 0 0,0-1 1,0 1-1,0 0 0,0 0 0,0 0 1,0 0-1,1 0 0,-1 0 1,0 0-1,0 0 0,0 0 1,0 0-1,0 0 0,0 0 0,0 0 1,0 0-1,0 0 0,0 0 1,1 0-1,-1 0 0,0 0 1,0 0-1,0 0 0,0 0 0,0 0 1,0 0-1,0 0 0,0 0 1,1 0-1,-1 0 0,0 0 1,0 0-1,0 0 0,0 0 1,0 0-1,0 0 0,0 0 0,0 0 1,0 0-1,0 0 0,0 0 1,1 0-1,-1 0 0,0 1 1,0-1-1,4 7 758,3 11-479,-7-18-289,21 72 413,12 34-241,-26-89-195,0-1 0,1 0 1,0 0-1,12 16 0,-15-26-529,-1 0 1,1 0-1,0-1 1,1 1-1,8 6 1,8 0-863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3:00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56 163 7826,'-2'-7'2754,"2"5"-2444,-1 0 0,1 0 0,-1 1 0,0-1-1,0 0 1,1 1 0,-1-1 0,0 1-1,0-1 1,0 1 0,-2-2 0,3 3-316,0 0 0,0 0 1,0 0-1,0 0 1,-1-1-1,1 1 0,0 0 1,0 0-1,0 0 0,0 0 1,0 0-1,0 0 1,0 0-1,0 0 0,0 0 1,0 0-1,0 0 1,-1-1-1,1 1 0,0 0 1,0 0-1,0 0 0,0 0 1,0 0-1,0 0 1,0 0-1,0-1 0,0 1 1,0 0-1,0 0 0,0 0 1,0 0-1,0 0 1,0 0-1,0 0 0,0 0 1,0-1-1,0 1 0,0 0 1,1 0-1,-1 0 1,0 0-1,0 0 0,0 0 1,0 0-1,0 0 0,0 0 1,0-1-1,0 1 1,0 0-1,0 0 0,0 0 1,1 0-1,-1 0 0,0 0 1,0 0-1,0 0 1,10-4-723,-3 2 389,17-8 59,0-1-1,-1-1 1,42-28-1,-27 15 1794,-30 21-1107,-1-1 0,1 1-1,0 1 1,12-4 0,-18 6-368,-1 1 0,1 0-1,-1-1 1,0 1 0,1 0 0,-1 0 0,1 0 0,-1 0 0,0 0 0,1 0-1,-1 0 1,1 1 0,-1-1 0,0 1 0,3 0 0,-4 0-31,1-1 1,0 1-1,-1 0 1,1 0-1,0-1 1,-1 1-1,1 0 1,-1 0-1,0 0 1,1 0-1,-1 0 1,0 0-1,1 0 1,-1-1-1,0 1 1,0 0-1,0 0 1,0 0 0,0 0-1,0 0 1,0 0-1,0 0 1,0 0-1,0 0 1,-1 2-1,-1 5 9,-1 0-1,1 0 1,-2 0 0,1-1-1,-1 1 1,-5 6 0,5-7-3,0 1 0,0-1 0,0 1 0,1-1 0,0 1 0,-2 12 0,4-19-11,1 1 0,0 0 0,0-1 0,0 1 0,0 0 0,0-1 0,1 1 1,-1 0-1,0-1 0,1 1 0,-1-1 0,1 1 0,-1 0 0,1-1 0,0 1 0,0-1 0,0 0 0,0 1 0,0-1 0,0 0 0,0 1 0,0-1 0,0 0 0,1 0 0,-1 0 0,0 0 0,1 0 0,1 1 0,5 1 4,0 1 0,0-1 0,0-1 0,13 3 1,6 3 12,-22-7-15,0 1 0,0 1 0,0-1 0,0 1 0,-1 0 0,6 4 0,-9-6-3,1 0 0,-1 0 0,0 1 1,0-1-1,1 0 0,-1 1 0,0-1 0,-1 1 1,1-1-1,0 1 0,0-1 0,-1 1 0,1 0 1,0-1-1,-1 1 0,0 0 0,1-1 1,-1 1-1,0 0 0,0 0 0,0-1 0,0 1 1,-1 2-1,0 2 13,-1-1 1,-1 1 0,1-1-1,-1 1 1,1-1 0,-2 0-1,1 0 1,0-1 0,-1 1-1,0-1 1,0 1-1,-1-1 1,-7 6 0,-5 2 180,-1 0-1,-28 14 1,-3-2-669,-97 32 0,58-30-193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3:53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76 179 6585,'-10'-27'7325,"11"24"-6140,4 6-873,3 7-276,-5-5-6,0 1 0,0 0 1,0-1-1,-1 1 0,1 0 0,-1 1 0,-1-1 0,2 12 0,-3-17 2,0 0-1,0-1 1,0 1 0,-1 0 0,1-1-1,0 1 1,-1 0 0,1-1-1,0 1 1,-1-1 0,1 1 0,-1 0-1,1-1 1,-1 1 0,0-1-1,1 0 1,-1 1 0,1-1-1,-1 1 1,0-1 0,1 0 0,-1 1-1,0-1 1,1 0 0,-1 0-1,0 0 1,1 1 0,-1-1 0,0 0-1,0 0 1,1 0 0,-1 0-1,0 0 1,-1-1 0,-1 1 25,1 0 0,-1 0 0,0 0 0,0 0 0,0-1 0,0 1 0,0-1 0,-3-1 0,3 0-45,0-1 0,-1 1-1,2-1 1,-1 1 0,0-1 0,0 0-1,1 0 1,0 0 0,0 0 0,0-1-1,0 1 1,0 0 0,0-1 0,1 0-1,0 1 1,-1-5 0,-3-9 48,2 0 1,-2-20-1,4 33-34,1-1 0,0 1 0,0-1 0,0 1 0,0 0 0,1-1 1,0 1-1,0 0 0,0-1 0,0 1 0,1 0 0,2-6 0,-2 8-16,-1 0 1,1 0-1,-1 0 1,1 0 0,0 0-1,-1 0 1,1 1 0,0-1-1,0 1 1,1-1 0,-1 1-1,0 0 1,0 0 0,1 0-1,-1 0 1,0 0-1,1 0 1,-1 1 0,1-1-1,-1 1 1,1 0 0,-1-1-1,4 2 1,2-1-4,1 1 0,0 1 1,-1 0-1,1 0 0,-1 1 0,0 0 1,8 4-1,-7-3 3,-1-1 1,1 0-1,-1 0 0,1-1 1,0 0-1,11 1 1,-19-3-6,0 0 0,0 0 1,0 0-1,1 0 0,-1 0 1,0 0-1,0-1 0,0 1 1,0 0-1,0-1 0,0 1 1,1-1-1,-1 1-2,-1-1-1,0 1 1,1 0 0,-1 0-1,0-1 1,0 1 0,1 0-1,-1-1 1,0 1 0,0 0-1,0-1 1,1 1 0,-1-1-1,0 1 1,0 0 0,0-1-1,0 1 1,0-1 0,0 1-1,0 0 1,0-1 0,0 1-1,0-1 1,-1-2 11,0-1 0,0 1 0,0 0 0,0 0 0,-1 0 0,-3-5 0,-4-11 20,12 19-26,-1 1-1,1 0 1,0 0 0,-1 0 0,1 1-1,-1-1 1,3 2 0,-2-1-2,9 4-98,-1-1 1,1 0-1,0 0 0,0-1 1,0-1-1,0 0 0,24 2 1,-9-3-196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3:53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1 160 8882,'20'-12'5445,"2"1"-3362,-8 3-2438,0 1 0,-1-2 0,20-15 0,-30 21 357,0-1 1,-1 1-1,0 0 1,1-1-1,-1 0 1,0 1 0,-1-1-1,1 0 1,-1 0-1,1 0 1,-1 0-1,0 0 1,0-6-1,4-10 267,-5 19-263,0 1 0,0 0 1,0-1-1,0 1 0,0 0 0,0-1 0,0 1 1,1 0-1,-1-1 0,0 1 0,0 0 0,0-1 1,0 1-1,0 0 0,-1-1 0,1 1 0,0 0 1,0-1-1,0 1 0,0 0 0,0-1 0,0 1 1,0 0-1,-1 0 0,1-1 0,0 1 0,0 0 1,0 0-1,-1-1 0,1 1 0,-1-1 0,-11 1 57,8 1-61,1 0 1,-1 1 0,0-1 0,1 1 0,-4 2-1,0 1 101,0 1-1,1-1 1,0 1-1,0 0 1,0 1-1,1 0 1,0 0-1,0 0 1,1 0-1,0 0 1,0 1-1,1 0 1,-5 15-1,8-21-85,-1 0 0,1-1 0,0 1 0,0 0 0,0 0 0,0-1-1,0 1 1,0 0 0,0-1 0,1 1 0,-1 0 0,1-1 0,-1 1 0,1-1 0,0 1-1,-1-1 1,1 1 0,0-1 0,1 2 0,0 0 7,0-1 1,1 0 0,-1 0-1,0-1 1,1 1-1,-1-1 1,1 1-1,-1-1 1,1 0-1,4 2 1,2 0-245,0-1 1,0 0-1,0-1 1,1 0-1,18 0 1,-6-5-3243,1-2 1277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3:54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28 7682,'0'-1'130,"2"-20"5882,-2 21-5948,0 0-1,0-1 1,0 1-1,0 0 1,-1 0 0,1-1-1,0 1 1,0 0-1,0 0 1,0 0-1,0-1 1,0 1-1,0 0 1,-1 0-1,1-1 1,0 1 0,0 0-1,0 0 1,-1 0-1,1 0 1,0-1-1,0 1 1,0 0-1,-1 0 1,1 0-1,-1 0-46,1 0-1,-1 0 0,0 0 0,1 0 0,-1 0 0,1 0 1,-1 1-1,1-1 0,-1 0 0,0 0 0,1 1 0,-1-1 1,1 0-1,-1 1 0,1-1 0,-1 1 0,-14 12 149,1 1-1,0 0 0,2 1 0,-1 1 0,2 0 1,-13 22-1,21-33-138,1 0 0,0 0 0,0 1 0,0-1 0,0 0 0,1 1 0,0-1 0,-1 9 0,2-13-28,0 1 0,0 0-1,1-1 1,-1 1 0,0-1 0,0 1-1,1 0 1,-1-1 0,1 1-1,-1-1 1,1 0 0,0 1 0,0-1-1,0 1 1,-1-1 0,1 0 0,0 0-1,1 1 1,-1-1 0,0 0 0,0 0-1,0 0 1,1 0 0,-1 0 0,0-1-1,1 1 1,-1 0 0,1-1 0,-1 1-1,1-1 1,-1 1 0,1-1 0,1 1-1,6 0-49,0-1 0,0 0 0,0 0 0,0 0 0,0-1 0,17-4 0,-19 3 52,1 0 0,0 1-1,0 0 1,-1 0 0,1 1 0,0 0-1,0 0 1,0 1 0,10 2 0,-17-3 7,1 1 1,-1 0 0,0-1 0,0 1-1,0 0 1,0-1 0,0 1 0,0 0-1,0 0 1,0 0 0,0 0-1,0 0 1,-1 0 0,1 0 0,0 0-1,-1 0 1,1 0 0,0 1 0,-1-1-1,0 0 1,1 0 0,-1 1 0,0-1-1,1 0 1,-1 1 0,0-1 0,0 0-1,0 0 1,0 1 0,0-1 0,-1 0-1,1 3 1,-1 0 6,0 1 1,-1-1-1,1 1 0,-1-1 0,1 1 1,-1-1-1,-4 6 0,1-4 0,0 0 1,0-1-1,0 0 1,0 0-1,-1 0 1,0-1-1,0 0 0,0 0 1,0 0-1,-10 4 1,15-8-117,0 1 1,0-1-1,0 1 1,0-1 0,1 1-1,-1-1 1,0 0-1,0 1 1,0-1-1,0 0 1,0 0 0,0 0-1,0 0 1,0 0-1,0 0 1,0 0 0,0 0-1,0 0 1,0 0-1,-2-1 1,-1-3-1034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3:54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8634,'0'-1'257,"0"0"0,0 0 0,1 1-1,-1-1 1,0 0 0,1 0 0,-1 1 0,1-1 0,-1 0 0,1 0 0,0 1-1,-1-1 1,1 1 0,-1-1 0,1 0 0,0 1 0,0-1 0,-1 1 0,1 0 0,0-1-1,0 1 1,0 0 0,-1-1 0,1 1 0,0 0 0,0 0 0,1-1 0,0 2-163,-1-1 0,0 1 0,1-1 0,-1 1 0,1 0 0,-1-1 0,0 1 0,0 0 0,1 0 1,-1 0-1,0 0 0,0 0 0,0 0 0,1 2 0,5 5-201,-2 0 0,1 0 0,6 16 0,13 28 251,19 61 0,-43-109-74,0 0 0,0 1 0,0-1 0,0 0 0,-1 1 0,0 7 0,0-11-54,0 0 0,0 0 0,0 0 0,0 1 0,-1-1 0,1 0 0,0 0 0,-1 0 0,1 0 0,-1 0 0,1 0 0,-1 0 0,0 0 0,1 0-1,-1 0 1,0 0 0,0 0 0,0 0 0,1-1 0,-1 1 0,0 0 0,0 0 0,0-1 0,0 1 0,-1-1 0,1 1 0,0-1 0,0 1 0,-2-1 0,2 0-10,1 1 0,-1-1 0,0 0 0,0 0 0,0 0 0,1 0 0,-1 0 1,0 0-1,0-1 0,0 1 0,1 0 0,-1 0 0,0-1 0,0 1 0,1 0 1,-1-1-1,0 1 0,1 0 0,-1-1 0,0 1 0,0-2 0,-1 0 4,1 0-1,-1 1 0,1-1 1,0 0-1,-1 0 0,1 0 1,-1-4-1,0-1 3,0 0 1,0 0-1,1 0 0,-1-8 0,2 11-2,-1 0-1,1 0 1,1 0-1,-1 0 1,1 0-1,-1 0 0,1 0 1,0 1-1,0-1 1,1 0-1,-1 0 1,1 1-1,0-1 1,0 1-1,3-4 1,-4 5 13,1 0 0,0 0 0,0 1 0,0-1 0,0 1 0,0-1 0,0 1 0,1 0 0,-1 0 0,0 0 0,1 0 0,-1 0 0,1 1 0,-1-1 0,1 1 0,-1-1 0,1 1 0,-1 0 0,1 0 0,-1 0 0,1 1 0,-1-1 0,1 0 0,-1 1 0,4 1 0,9 3 67,0 1 0,28 15 0,8 4-96,-19-13-1054,36 7-1,-42-11 211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6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1608,'-7'4'408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6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15 7410,'0'0'262,"0"-1"1,0 0 0,0 1 0,0-1 0,0 0 0,0 1 0,-1-1 0,1 0 0,0 1 0,0-1 0,-1 0 0,1 1 0,0-1-1,-1 1 1,1-1 0,-1 1 0,1-1 0,-1 1 0,1-1 0,-1 1 0,1-1 0,-1 1 0,1 0 0,-2-1-1,2 1-152,-1 0 0,0 0 0,0 0 0,0 0 0,0 0-1,1 0 1,-1 0 0,0 0 0,0 1 0,0-1 0,1 0-1,-1 1 1,0-1 0,1 0 0,-1 1 0,0-1 0,0 1-1,-6 5-305,1-1 1,0 1-1,-7 9 0,6-8 986,-18 20-98,1 1-1,-38 57 1,53-69-627,0 0 1,1 0 0,0 1 0,2 0 0,0 0 0,0 1 0,-4 30 0,10-45-62,-1 1 0,1 0 0,0-1 0,0 1 0,0 0 0,0-1 0,1 1 0,0 0 0,-1-1 0,1 1 0,2 5 0,-2-8-3,0 0 1,0 1-1,0-1 0,0 0 1,0 0-1,0 0 0,0 0 0,0 0 1,1 0-1,-1 0 0,0 0 1,1-1-1,-1 1 0,0 0 0,1-1 1,-1 1-1,1-1 0,-1 1 1,1-1-1,-1 0 0,1 0 0,-1 0 1,1 0-1,-1 0 0,1 0 0,-1 0 1,1 0-1,2-1 0,1 0 2,0-1 0,1 1 0,-1-1 0,0-1-1,0 1 1,0-1 0,-1 1 0,1-1 0,-1-1 0,1 1-1,-1-1 1,5-4 0,-4 3 1,0-1-1,0 0 1,-1 0 0,0 0-1,0 0 1,0 0-1,-1-1 1,5-11 0,-7 16-3,-1-1 1,1 0-1,-1 1 1,1-1-1,-1 0 1,0 1-1,0-1 1,0 0-1,0 1 1,0-1-1,-1 0 1,1 1-1,-1-1 1,0 0-1,0 1 1,-1-4-1,1 5 6,0 0 0,0-1 0,0 1 0,0 0 0,0-1-1,-1 1 1,1 0 0,0 0 0,-1 0 0,1 0 0,0 0 0,-1 0 0,1 1 0,-1-1 0,0 0 0,1 1 0,-1-1-1,1 1 1,-1 0 0,0-1 0,0 1 0,1 0 0,-1 0 0,0 0 0,1 0 0,-4 1 0,-2 0 51,0 1 0,0 0 1,0 0-1,1 1 1,-1 0-1,0 0 0,1 0 1,-9 7-1,11-8-75,0 1 0,0 0 1,0 1-1,1-1 0,-1 1 0,1-1 0,0 1 1,0 0-1,0 0 0,0 1 0,1-1 0,-4 10 0,5-13-72,1 0 0,0 0-1,0 1 1,-1-1 0,1 0-1,0 1 1,0-1 0,1 0-1,-1 0 1,0 1 0,1 1-1,5 9-539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7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 11522,'-4'-1'5338,"-2"7"-4762,1 7-328,3 14-176,-5 2-40,1 4 8,3 0-24,0-10 16,2-2-16,16-7-80,-6-6-176,10-3-3761,-3-5 2481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7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47 14083,'-13'-20'5161,"3"-1"-4081,6 16-896,4 8-472,3 12-1368,-1-2 968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8.0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128 110 9978,'1'-7'1760,"1"0"0,-1 0 0,4-7 0,-2 6-1790,0 1-1,1 0 1,-1 0-1,1 0 1,1 0-1,-1 1 1,1 0-1,11-11 1,-16 17 48,0 0 0,0 0 1,0-1-1,0 1 1,1 0-1,-1 0 1,0 0-1,0 0 1,0 0-1,0-1 1,1 1-1,-1 0 0,0 0 1,0 0-1,0 0 1,1 0-1,-1 0 1,0 0-1,0 0 1,0 0-1,1 0 1,-1 0-1,0 0 0,0 0 1,1 0-1,-1 0 1,0 0-1,0 0 1,0 0-1,1 0 1,-1 0-1,0 0 1,0 0-1,0 0 0,1 1 1,-1-1-1,0 0 1,0 0-1,0 0 1,0 0-1,0 0 1,1 1-1,2 11 336,-2 15-146,-4-12-163,-1 0 0,-6 18 1,-6 21-3,15-48-39,0 0 0,0 0 0,1 0 0,0-1 0,0 1-1,0 0 1,2 8 0,-1-12-3,-1 0 0,1 0-1,0-1 1,0 1 0,-1 0-1,1 0 1,0-1 0,1 1-1,-1 0 1,0-1 0,0 1-1,1-1 1,-1 1 0,1-1-1,-1 0 1,1 0-1,0 0 1,1 2 0,5 0-4,0 1 0,0-1 0,10 2 0,-12-4 4,-1 1 0,0 0 0,1 0 0,-1 0 0,0 0 0,0 1 1,8 5-1,-12-7 6,0 0 1,0 0 0,0 0 0,0 0 0,-1 0-1,1 0 1,0 0 0,-1 0 0,1 0 0,0 1-1,-1-1 1,0 0 0,1 0 0,-1 0-1,0 1 1,1-1 0,-1 0 0,0 0 0,0 1-1,0-1 1,0 2 0,-1 0 16,0-1 1,0 0-1,1 1 0,-1-1 0,-1 0 1,1 1-1,0-1 0,0 0 1,-1 0-1,-1 2 0,-4 4 98,-1-1 0,1-1-1,-1 1 1,-11 6-1,2-1 24,-1-2-1,0 0 1,-1-1-1,1-1 0,-1-1 1,-1-1-1,-32 7 0,28-12-776,4-4 268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8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10 4745,'-1'0'3713,"-3"-4"-2097,3 1-344,-3 1-103,0 1 47,-6 2-48,-5 3-384,-8 3-104,-4 2-71,-3 2-217,2 0-96,9-1-184,3-5-136,7-4-576,12-7-937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9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6897,'17'-12'5298,"-2"7"-3066,-4 0-1136,0 9-576,-4 2-184,-2 10-159,2 6-17,-4 6 24,1 1 24,-5 0 24,-1 0 0,-4-6-88,4-2-32,1-5-48,1 1-128,-4-8-1649,2-2 1265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9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99 205 11642,'-19'-13'5183,"-2"5"-3960,17 6-1255,0 1 0,1 0 1,-1-1-1,0 1 0,1-1 0,0 0 0,-1 0 1,1-1-1,0 1 0,0-1 0,-4-4 0,5 4 37,0 1-1,1 0 1,0-1-1,-1 1 1,1-1-1,0 1 1,1-1-1,-1 0 1,0 1-1,1-1 1,-1 0-1,1 0 1,0 1-1,0-1 1,0-4-1,1 2 0,0 1-1,0 0 0,0 0 0,0-1 1,1 1-1,0 0 0,0 0 0,0 0 0,3-4 1,-1 3-2,1-1 1,-1 1 0,1-1 0,0 1-1,1 1 1,-1-1 0,1 1 0,0 0-1,0 0 1,0 1 0,0 0 0,8-3-1,-12 5-1,0 0 0,0 1 0,0 0 0,0-1 0,0 1 0,1 0 0,-1 0 0,0 0 0,0 0 0,0 0 0,0 1 0,0-1 0,0 1 0,0-1 0,0 1 0,0 0 0,4 1 0,-3 0 1,0 0 0,-1 1 0,1-1 0,-1 0 0,1 1 0,-1 0 1,0-1-1,0 1 0,0 0 0,2 4 0,0 2 3,0 0-1,0 0 1,-1 1-1,0-1 0,-1 1 1,2 17-1,-3-3 13,-1 1-1,-6 42 1,0 23 32,5-88-48,1 0-1,1 1 0,-1-1 1,0 0-1,0 1 0,1-1 1,0 0-1,-1 1 0,1-1 1,0 0-1,0 0 1,0 0-1,0 0 0,0 0 1,1 0-1,-1 0 0,1 0 1,-1 0-1,4 2 1,-3-3-1,0 0 0,0 0 0,0 0 0,0 0 0,0 0 0,0-1 1,0 1-1,1-1 0,-1 0 0,0 0 0,0 0 0,0 0 0,1 0 1,-1 0-1,0 0 0,0-1 0,0 1 0,0-1 0,0 1 1,0-1-1,3-1 0,3-2 3,-1 0 0,0 0-1,0 0 1,-1-1 0,1 0 0,9-10 0,-12 11 0,0-1-1,0 1 1,0-1 0,-1 0 0,0 0 0,1 0-1,-2 0 1,1-1 0,3-10 0,-6 15-1,1 0 0,-1 0 1,0-1-1,0 1 0,0 0 0,0-1 1,0 1-1,0 0 0,0-1 0,0 1 1,-1 0-1,1-1 0,0 1 0,-1 0 0,1 0 1,-1 0-1,1-1 0,-1 1 0,0 0 1,0 0-1,-1-2 0,0 2 12,0-1 0,0 0 0,0 1 0,0-1 0,0 1 0,-1 0 1,1-1-1,-1 1 0,1 0 0,-4 0 0,-4-2 73,0 1 1,-1 1-1,1 0 1,-14 0-1,7 1 0,-17 1 86,-60-8 1,87 4-1182,3-3 405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09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59 4913,'5'-42'7377,"-3"26"-4261,-7 39-1997,-3 20-650,2 1 1,-1 89-1,7-132-464,0 1-1,0-1 1,0 0 0,0 1-1,1-1 1,-1 1 0,0-1-1,1 0 1,-1 1 0,1-1-1,0 0 1,0 2 0,0-2-23,-1-1 0,1 0 0,-1 0 0,0 1 0,1-1 0,-1 0 1,1 0-1,-1 1 0,1-1 0,-1 0 0,1 0 0,-1 0 0,1 0 1,-1 0-1,1 0 0,-1 0 0,1 0 0,-1 0 0,1 0 1,-1 0-1,1 0 0,-1 0 0,1 0 0,-1-1 0,1 1 0,-1 0 1,1 0-1,-1-1 0,1 1 0,-1 0 0,0 0 0,1-1 0,-1 1 1,1 0-1,-1-1 0,1 0 0,7-8-279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0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60 12243,'-16'-11'5529,"13"-7"-4561,3 7-496,6 6-432,2 0-104,3 0-160,2 2-104,-4 2-320,1 4-296,2 11-2817,-1 3 2144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0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136 144 11642,'-1'-1'434,"1"-1"-1,-1 1 0,1-1 1,-1 1-1,1-1 0,0 1 0,0-1 1,-1 1-1,1-1 0,0 1 1,0-1-1,1 1 0,-1-1 0,0 1 1,1-3-1,10-24-1348,-2 9 956,-6 9-78,9-23 88,-11 30-25,0 1 0,0-1 0,0 1 1,1 0-1,-1-1 0,1 1 0,0 0 0,0 0 0,2-2 0,-4 4-21,0-1-1,1 1 1,-1 0 0,0 0 0,1 0 0,-1-1 0,0 1-1,1 0 1,-1 0 0,0 0 0,1 0 0,-1 0 0,0 0-1,1 0 1,-1 0 0,0 0 0,1 0 0,-1 0 0,1 0-1,-1 0 1,0 0 0,1 0 0,-1 0 0,0 0 0,1 0-1,-1 0 1,0 1 0,1-1 0,-1 0 0,0 0 0,1 0-1,-1 1 1,0-1 0,1 0 0,-1 0 0,0 1-1,0-1 1,0 0 0,1 1 0,-1-1 0,0 0 0,0 0-1,0 1 1,1-1 0,-1 1 0,5 16 68,-5-10-48,0-1 1,0 1-1,-1 0 1,0-1-1,0 1 1,0 0-1,-1-1 1,0 0-1,0 1 1,-6 10-1,5-10-8,0 0 0,0 0-1,1 1 1,0 0 0,0-1 0,1 1 0,-1 8-1,2-14-14,0 0-1,0 0 0,1 0 1,-1 0-1,1 0 0,-1 0 1,1 0-1,-1 0 0,1-1 1,0 1-1,0 0 1,0-1-1,0 1 0,0 0 1,0-1-1,1 1 0,-1-1 1,0 0-1,1 1 0,-1-1 1,1 0-1,0 0 0,-1 0 1,1 0-1,3 1 0,5 2 1,-1 0-1,1-2 1,21 5-1,-23-6 16,1 1-1,-1 0 1,13 5-1,-19-7 7,-1 1-1,1-1 1,-1 1 0,1 0-1,-1-1 1,0 1 0,1 0-1,-1 0 1,0 0 0,0 0-1,0 0 1,0 0 0,0 1-1,0-1 1,0 0 0,0 0-1,0 1 1,0-1 0,-1 1-1,1-1 1,-1 0 0,1 1-1,-1-1 1,1 1 0,-1 0 0,0-1-1,0 1 1,0-1 0,0 1-1,0-1 1,0 1 0,0-1-1,0 1 1,-1 0 0,1-1-1,0 1 1,-1-1 0,0 0-1,0 2 1,-2 3 73,0-1 0,-1 0 0,0 0 1,0 0-1,0 0 0,0-1 0,-1 0 0,-8 7 0,-9 3-186,0-2 0,-1 0-1,0-1 1,-1-1 0,0-1-1,0-1 1,-38 6 0,32-10-2490,2-6 969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1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332 4 9154,'3'-3'6049,"-9"5"-4784,-6 3-497,-14 5-392,-5 1-24,-11 1-16,0-1-32,-1-2-96,1-2-64,9-3-176,4 0-240,12-3-1568,6-2 1247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1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8194,'14'0'6457,"-3"1"-4408,-1 10-1241,-3 4-312,-2 10-264,-2 1-72,2 0-72,-2 0-24,4-3-40,-1-3 8,4-4-24,3 0-48,-4-8-616,2 0-1889,1-11 1601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1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 7154,'6'-22'6864,"-5"20"-6580,0-1 0,0 0 0,0 0-1,0 0 1,-1 0 0,1-5 0,-3 111 1974,0-68-2208,-1 69 33,3-102-81,0-1 1,0 1-1,0 0 1,0-1-1,1 1 0,-1-1 1,0 1-1,1-1 1,0 1-1,-1-1 0,1 1 1,0-1-1,-1 0 1,1 1-1,0-1 0,0 0 1,0 1-1,0-1 1,0 0-1,2 1 0,-1-1-5,0 0 0,0 0-1,1 0 1,-1 0-1,0-1 1,0 1 0,0-1-1,0 1 1,1-1-1,-1 0 1,0 0 0,4 0-1,5-2-77,-1 0 0,1 0-1,-1-1 1,18-7 0,6-4-67,42-10 1,-76 24 140,0 0 0,1 0 0,-1 0 0,0 0 0,1 0 0,-1-1 0,0 1 0,1 0 0,-1 0 0,0 0 0,1 0 0,-1 0-1,0-1 1,0 1 0,1 0 0,-1 0 0,0-1 0,0 1 0,1 0 0,-1 0 0,0-1 0,0 1 0,1 0 0,-1-1 0,0 1 0,0 0 0,0 0 0,0-1 0,0 1 0,0 0 0,0-1 0,1 1 0,-1-1-1,0 1 1,0 0 0,0-1 0,0 1 0,0 0 0,-1-1 0,1 1 0,0 0 0,0-1 0,0 1 0,0 0 0,0-1 0,0 1 0,0 0 0,-1-1 0,1 1 0,0 0 0,0 0 0,-1-1-1,-15-17-64,10 12 75,-10-16 43,-8-11 146,22 32-158,1-1 0,-1 1 1,1-1-1,-1 1 0,0-1 0,0 1 1,0 0-1,0 0 0,1 0 1,-2 0-1,1 0 0,0 0 1,-4-1-1,5 2-21,1 0 0,-1 0 1,0 0-1,1 0 0,-1 0 0,0 0 0,0 0 1,1 0-1,-1 1 0,0-1 0,1 0 1,-1 0-1,1 0 0,-1 1 0,0-1 0,1 0 1,-1 1-1,1-1 0,-1 1 0,0-1 1,1 1-1,-1-1 0,1 1 0,-1 0 0,0 1 8,0-1-1,0 1 1,1-1-1,-1 1 1,1-1-1,-1 1 0,1 0 1,0-1-1,-1 4 1,1 2 26,0-1 1,1 0-1,0 0 1,2 9-1,-1-8 2,0-1-1,0 1 1,1-1 0,0 0-1,1 0 1,-1 0-1,1 0 1,0-1 0,1 0-1,-1 1 1,1-2 0,5 6-1,0-3-513,-1 0 1,1 0-1,1-1 0,-1-1 1,1 1-1,11 3 0,-8-5-867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2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8586,'2'-11'3098,"-1"8"-2459,-1-1 1,1 0-1,0 1 1,0-1-1,0 1 0,1-1 1,-1 1-1,4-5 0,-5 8-591,1 1 0,-1 0 0,1 0 0,-1-1 0,1 1 0,-1 0 0,0 0 0,1 0 0,-1 0 0,0 0 0,0-1 0,0 1 0,0 0-1,0 0 1,0 0 0,0 1 0,0 64 423,-1 12-182,2-68-245,0 0-1,1 0 1,0-1 0,0 1 0,7 17 0,-7-25-21,-1 1 1,0 0-1,1-1 0,-1 0 0,1 1 0,0-1 1,4 4-1,-6-5-30,1-1 1,0 1-1,-1-1 1,1 1-1,-1-1 1,1 0-1,0 1 0,-1-1 1,1 0-1,-1 0 1,1 1-1,0-1 1,0 0-1,-1 0 1,1 0-1,0 0 1,-1 0-1,1 0 0,0 0 1,-1 0-1,1 0 1,0 0-1,0 0 1,-1 0-1,1-1 1,0 1-1,-1 0 1,1-1-1,0 1 1,-1 0-1,1-1 0,-1 1 1,1 0-1,-1-1 1,1 1-1,-1-1 1,1 1-1,-1-1 1,1 0-1,12-21-5037,-8 8 2506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2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37 9650,'-6'-15'6265,"4"5"-4512,1 3-673,0 4-792,-3 1-120,2 8-160,-2 0-120,3 9-632,1 2-3057,6 2 1961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2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1 134 11122,'3'-1'806,"0"0"-1,0 0 0,0-1 1,-1 1-1,1-1 1,4-2-1,26-27-2295,-19 18-182,6-10-2088,-13 14 4561,1 1-1,0 0 1,13-11 0,-19 18-616,-1 0 0,1 0 1,-1 0-1,1 0 1,0 0-1,-1 0 0,1 0 1,0 1-1,0-1 1,0 1-1,0-1 1,-1 1-1,1-1 0,0 1 1,0 0-1,0 0 1,0 0-1,0 0 0,0 1 1,0-1-1,0 0 1,-1 1-1,1-1 0,0 1 1,0 0-1,1 1 1,0 0-145,0 0 1,-1 0 0,1 0-1,-1 1 1,0-1 0,0 1-1,0-1 1,0 1 0,0 0-1,2 6 1,11 31-14,-12-31-4,-2 0 0,1 1 0,0 14 0,-2-16 23,1 0 1,0 0-1,0 1 0,5 13 0,-5-20-44,0 0 0,-1 0 0,1 0-1,-1 0 1,1 0 0,-1-1 0,0 1-1,1 0 1,-1 0 0,0 0 0,-1 0-1,1 0 1,0 0 0,-1 2 0,0-1-1,0-1 0,0 0 1,-1 1-1,1-1 0,-1 0 1,0 0-1,1 0 0,-1 0 0,0 0 1,-3 1-1,-16 14-328,-1-2 0,-31 17 1,28-18-106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3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5 8138,'0'-4'5297,"0"3"-4449,0 1-480,-1 0-168,-19 7 104,4-3 320,-4 3 153,-4-4 167,0 3-88,-1 0-368,-1-2-160,9 5-192,4 0-96,9-3-432,4 2-600,8-6 568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5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7154,'1'-3'1199,"10"-21"3867,-11 23-5014,0 1 0,1-1-1,-1 0 1,0 1 0,1-1-1,-1 1 1,1-1 0,-1 1-1,1-1 1,-1 1-1,1-1 1,-1 1 0,1-1-1,0 1 1,-1 0 0,1-1-1,0 1 1,-1 0 0,1-1-1,0 1 1,-1 0 0,1 0-1,0 0 1,-1 0 0,1 0-1,0 0 1,0 0 0,-1 0-1,1 0 1,1 0 0,-2 0-44,1 1 1,-1-1-1,1 1 1,-1-1-1,1 0 1,-1 1 0,1-1-1,-1 1 1,0-1-1,1 1 1,-1-1-1,0 1 1,1-1 0,-1 1-1,0-1 1,0 1-1,0 0 1,1-1-1,-1 1 1,0-1 0,0 1-1,0 0 1,0-1-1,0 1 1,0 0-1,-2 17 206,2-16-170,-9 38 523,-3 25 61,11-59-583,1 0 0,0 1 0,0-1-1,0 1 1,1-1 0,-1 0 0,4 10-1,-3-14-40,0 0 1,0 0-1,0 0 0,0 0 0,0-1 0,0 1 1,1 0-1,-1-1 0,1 1 0,-1-1 0,1 0 0,0 1 1,-1-1-1,1 0 0,0 0 0,0 0 0,0 0 0,0 0 1,0-1-1,0 1 0,0 0 0,0-1 0,0 0 0,3 1 1,5 0 13,1-1 1,0 1 0,15-3 0,-18 1-17,62-8-38,-47 5-23,-1 1 0,1 1 0,27 2 0,-50 0 42,0 0 1,0 0-1,-1 0 1,1 0-1,0 0 1,0 0-1,0 0 1,0 0-1,0 0 1,0 1-1,0-1 1,0 0-1,0 0 1,0 0-1,0 0 1,0 0-1,0 0 1,0 0-1,0 0 1,0 0-1,0 1 1,0-1-1,0 0 1,0 0-1,0 0 1,0 0-1,0 0 1,0 0-1,0 0 1,0 0-1,0 0 1,0 0-1,0 1 1,0-1-1,0 0 1,0 0-1,1 0 1,-1 0-1,0 0 1,0 0-1,0 0 1,0 0-1,0 0 1,0 0-1,0 0 1,0 0 0,0 0-1,0 0 1,1 0-1,-1 0 1,0 0-1,0 0 1,0 0-1,0 1 1,0-1-1,0 0 1,0 0-1,0-1 1,0 1-1,1 0 1,-1 0-1,0 0 1,0 0-1,-8 4-1641,5-4 1021,0 0 1,1 0-1,-1 0 1,0 0-1,0 0 1,1-1-1,-1 1 1,0-1-1,1 0 1,-1 0-1,1 0 1,-1 0-1,-2-2 1,1 0 255,0 1-1,0-1 1,0-1-1,0 1 1,1 0-1,-7-9 1,6 6 1096,-1-1 0,1 0 0,-5-13-1,6 14 822,1-1-1,0 1 1,0-1-1,0-7 0,-1 44 2719,0 8-3892,2-29-424,1 0 0,0-1 0,1 1 0,0 0 0,0-1 0,1 1 0,0-1 0,0 1-1,1-1 1,7 14 0,-1-11-352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6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 7714,'9'-12'6017,"0"1"-3881,-1 8-1303,-3 12-673,2 9-72,-2 11-32,4 3 48,1 3 112,-1-4 48,1-3 8,-3-5-56,1-6-152,1 2-256,-4-12 152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6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14131,'0'-22'4929,"5"6"-4377,3 9-552,0 11-1232,-3 3 768</inkml:trace>
  <inkml:trace contextRef="#ctx0" brushRef="#br0" timeOffset="1">323 409 9106,'16'3'6049,"-3"2"-4768,-2 8-521,-4 5-472,-3-1-104,0 4 24,-1-4 8,2-1 88,-1 0-56,1-3-72,1-2-64,-3-4-80,1-1-80,-3-3-344,-1-1-680,-1-3 664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7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7 7754,'6'-6'5113,"-6"6"-4097,-3 1-216,-8 4-224,-6 0 64,-3 1 57,0-1-1,1-4-160,1 1-152,4-2-360,4 0-344,7 5 192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8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109 156 6641,'-11'-6'4272,"-21"-13"288,30 18-4530,0-1-1,0 1 0,0-1 0,0 1 0,1-1 0,-1 1 1,1-1-1,-1 0 0,1 0 0,0 0 0,0 0 1,-2-2-1,3 1-23,0 1 0,0-1 0,0 0 0,0 1 0,0-1 0,0 1 0,1-1 0,-1 1 0,1-1 0,-1 1 0,1-1 0,0 1 0,0-1 0,1 1 0,-1 0 0,0 0 0,1-1 0,-1 1 0,1 0 1,0 0-1,-1 1 0,4-3 0,0-1 27,0 0 0,1 0 0,-1 1 0,1 0 0,0 0 0,13-5 0,-13 6 20,1 0-1,0 1 0,0 0 1,0 0-1,13-1 0,-18 3-45,-1 0 0,1 0 0,0 0-1,0 1 1,0-1 0,0 0 0,0 1 0,0-1-1,-1 1 1,1 0 0,0-1 0,0 1 0,-1 0-1,1 0 1,-1 0 0,1 1 0,-1-1 0,1 0-1,-1 0 1,1 1 0,-1-1 0,0 1 0,0-1-1,0 1 1,0-1 0,0 1 0,1 3 0,1 1 19,-1 1 0,0 1 0,0-1 1,-1 0-1,0 0 0,0 1 0,-1-1 0,0 1 1,0-1-1,0 0 0,-3 9 0,-2 12 197,-16 44-1,14-49-153,0 1 0,-4 26 0,11-45-145,-1 1-1,1 0 0,0-1 0,0 1 0,1-1 0,-1 1 0,1 0 0,2 7 1,-2-12 2,-1 0 1,1 0-1,0 1 1,-1-1 0,1 0-1,0 0 1,0 0-1,-1 0 1,1 0 0,0 0-1,0 0 1,0 0-1,0 0 1,1 0 0,-1-1-1,1 2 1,0-2-36,-1 1 1,1-1-1,0 0 1,-1 1-1,1-1 1,0 0 0,-1 0-1,1 0 1,0 0-1,-1 0 1,1-1-1,0 1 1,-1 0-1,1-1 1,-1 1-1,3-2 1,4-2-16,-1 0 0,1 0 0,-1-1 0,0 0 0,0 0 0,-1-1 0,1 0 0,9-12 0,-10 10 508,1 0-1,-2 0 0,1-1 1,-1 1-1,-1-1 0,1-1 1,3-12-1,-7 21-332,-1 0 1,0-1-1,1 1 0,-1 0 0,0-1 0,0 1 1,1-1-1,-1 1 0,0 0 0,-1-1 1,1 1-1,0-1 0,0 1 0,0 0 1,-1-1-1,1 1 0,-1 0 0,1-1 1,-1 1-1,0 0 0,0-2 0,0 2-29,-1 0 0,1 0 0,0 1 1,-1-1-1,1 0 0,0 0 0,-1 1 0,1-1 0,-1 1 0,1-1 0,-1 1 0,1-1 0,-1 1 1,1 0-1,-1 0 0,1 0 0,-1 0 0,-2 0 0,-79 10 287,56-5-48,-52 1 0,71-6-216,1 0 0,-1-1 0,0 0 0,0-1 0,1 1 1,-1-1-1,1-1 0,-1 1 0,1-1 0,0-1 0,-7-3 0,12 6-82,0-1-1,0 1 0,0-1 0,0 1 0,0-1 1,0 0-1,1 0 0,-1 0 0,0 0 0,1 0 1,-2-3-1,3 4 23,-1 0 1,1 1-1,0-1 0,0 0 1,0 0-1,0 1 0,1-1 1,-1 0-1,0 1 0,0-1 1,0 0-1,0 0 0,1 1 1,-1-2-1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8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10602,'8'-8'5561,"0"12"-4824,-2 10-457,-2 14-224,-3 5-16,-2 5 24,-3 0 8,3 2 56,-1-5 48,2-6 0,3-4-16,-2-12-136,2-3-192,-2-10-1841,-1-5 1441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8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42 12315,'-5'-19'5577,"3"2"-4393,2 12-936,1 6-264,-1 8-752,1 8-1673,4 4 1553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9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1 141 10378,'22'-31'4895,"-10"15"-4117,0 0 0,27-27-1,-35 40-711,0-1 0,0 1 0,0 0 0,1 0 0,0 0 0,-1 1 0,1-1 0,0 1 0,0 1 1,0-1-1,0 1 0,1-1 0,-1 1 0,0 1 0,9-1 0,-12 1-56,-1 0 1,1 0 0,-1 0-1,1 0 1,-1 0 0,1 1-1,-1-1 1,1 1-1,-1-1 1,1 1 0,-1-1-1,1 1 1,-1 0 0,0 0-1,1 0 1,-1 0 0,0 0-1,0 0 1,1 0 0,-1 0-1,0 0 1,0 0 0,0 1-1,-1-1 1,1 0-1,0 1 1,0-1 0,-1 1-1,1-1 1,-1 1 0,1-1-1,-1 1 1,0-1 0,1 1-1,-1-1 1,0 1 0,0 1-1,0 3-8,-1 1 1,1-1-1,-1 0 0,0 0 0,-1 0 0,0 0 0,0 0 1,-3 7-1,-3 2 13,0-1 0,-1-1-1,-19 23 1,15-20 14,-17 27-1,29-42-26,1 1 0,-1-1 0,0 0 1,0 0-1,1 1 0,-1-1 0,1 0 0,0 0 0,-1 1 1,1-1-1,0 1 0,0-1 0,-1 0 0,1 1 1,0-1-1,0 1 0,1 2 0,0-4-1,-1 1 1,1 0-1,0 0 0,-1-1 0,1 1 1,0 0-1,-1-1 0,1 1 0,0-1 1,0 1-1,0-1 0,0 1 0,0-1 1,0 1-1,0-1 0,-1 0 0,1 0 1,0 1-1,0-1 0,0 0 0,0 0 1,0 0-1,0 0 0,0 0 1,2-1-1,11 0-19,0 0 0,-1-1 0,1-1 0,14-5 0,53-21-1293,-79 28 1263,36-15-502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9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286 152 10826,'13'4'5818,"-14"-5"-4514,-2 3-744,-12 8-520,-7-1-16,-7 0-16,-3 4 88,-4-2 128,0-1 24,2 2 8,2-4-64,9-3-240,4-2-152,9-3-624,4-3-1641,16-13 1617</inkml:trace>
  <inkml:trace contextRef="#ctx0" brushRef="#br0" timeOffset="1">272 13 10402,'14'-8'5841,"-7"4"-4584,-8 4-537,-15 1-368,-5 5-40,-11-2 40,1 2 16,1 2-80,0-2-64,8 1-368,0 0-352,9-4 328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19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126 234 11146,'0'-1'333,"0"-1"0,0 1 0,-1 0 0,1 0 0,0 0 0,0 0 0,-1-1-1,1 1 1,0 0 0,-1 0 0,1 0 0,-1 0 0,0 0 0,1 0 0,-1 0 0,0 0-1,1 0 1,-1 0 0,0 0 0,0 1 0,0-1 0,-2-1 0,-28-15-776,8 5 839,21 11-378,1-1 0,-1 1 0,0 0-1,1-1 1,-1 0 0,1 1 0,-1-1 0,1 0 0,0 0 0,0 0 0,0 0-1,0 0 1,0 0 0,0 0 0,0 0 0,1 0 0,-1 0 0,0-4 0,1 3-10,0-1 0,1 1 0,-1 0 0,1-1 0,-1 1 0,1 0 0,0 0 0,0-1 0,1 1 0,-1 0 0,3-3 0,2-3-3,0 0 0,1 0 0,0 1 0,0 0 0,1 0 0,13-10 0,-16 14 9,0 1 1,0 0-1,0 0 1,0 0-1,1 0 1,-1 1 0,1 0-1,0 0 1,0 0-1,0 1 1,9-2-1,-11 3-6,0 0-1,-1 1 1,1-1-1,0 0 1,-1 1-1,1 0 1,0 0-1,-1 0 1,1 0-1,-1 1 1,0-1-1,1 1 1,-1 0-1,0 0 1,0 0-1,0 0 1,0 1-1,-1-1 1,1 1-1,2 3 1,3 4-4,-1 0 1,0 0-1,-1 1 0,0 0 1,6 14-1,-9-17-1,-1-1 1,1 1-1,-1-1 0,-1 1 0,0 0 0,0-1 0,0 1 0,-1 0 0,-1 12 0,1-17 21,0-1-1,-1 1 1,1 0-1,-1-1 1,0 1-1,0-1 1,0 1-1,0-1 1,-1 0-1,1 1 1,0-1-1,-1 0 1,0 0-1,0 0 1,1 0-1,-1 0 1,0 0-1,0-1 1,-1 1-1,1-1 1,0 1-1,-3 0 1,1 0 57,-1-1 1,1 0-1,0 0 0,0 0 0,-1-1 1,1 1-1,0-1 0,-1 0 1,1 0-1,0-1 0,-1 1 1,1-1-1,-7-2 0,-15-6-178,-36-18-1,6 2-1314,-12-1 552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26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2777,'1'-5'377,"0"-2"264,0-1 1,0 1-1,1-1 1,4-10-1,-5 16-488,0-1 0,0 1-1,0 1 1,0-1-1,0 0 1,1 0 0,-1 0-1,1 1 1,-1-1-1,1 1 1,0-1 0,0 1-1,0-1 1,-1 1-1,1 0 1,0 0 0,1 0-1,-1 0 1,0 1-1,3-2 1,11 0 130,1 0 0,-1 1 0,0 1 0,1 1 0,19 2 1,2 0-168,459 1 690,-329-7-673,552-25 309,-260 6-414,-1 16 22,318 24 253,-409 4-115,86 1 92,-360-21 10,-1 5 0,153 29 1,-228-32-218,0 1 1,0 1-1,32 14 1,-40-15-32,0 1 0,-1 0 1,0 0-1,0 1 0,0 0 0,-1 1 1,13 15-1,-4-2 33,-2 0 1,19 35-1,-27-44-19,-2 0 0,1 1 0,-2 0 0,0 0 0,0 0-1,2 23 1,1 34 429,14 110 15,-12-123-454,17 62 1,-24-113-42,0 1 0,-1-1-1,0 0 1,1 10 0,-2-14-4,0 0 0,0 0 1,-1 0-1,1-1 0,0 1 0,-1 0 0,1-1 0,-1 1 1,1 0-1,-1-1 0,0 1 0,0-1 0,0 1 0,0-1 0,0 1 1,0-1-1,0 0 0,0 1 0,0-1 0,-1 0 0,1 0 0,-2 1 1,-3 1-3,0 0 1,0 0-1,0-1 1,0 0-1,0 0 1,-12 2-1,-45 2-15,31-4 4,-24 2-30,0-3 0,0-3 0,-57-9 0,-313-38 335,-6 35 428,34 35-588,-4 0-94,121-10 32,-165 4 14,1-17-48,436 2-37,-483-10 19,370 14-2,1 5-1,-126 26 1,164-17 3,25-5-12,0-2-1,-88 5 1,136-16-6,0 0 1,-1-1 0,1 0-1,0 0 1,0-1 0,0-1 0,0 0-1,0 0 1,0-1 0,-9-5 0,13 6-4,0-1 1,1 0 0,0 0-1,0 0 1,0 0-1,0-1 1,1 0 0,0 0-1,0 0 1,0-1 0,1 1-1,-1-1 1,1 0 0,1 0-1,-1 0 1,-3-12 0,3 3-9,1-1 0,0 1 0,1 0 0,1-1 1,0 1-1,3-22 0,22-94-60,-19 106 66,5-25 23,57-290 460,-66 326-513,6-58 140,-7 63-355,-1-1 0,-1 1 0,1-1-1,-2 1 1,-3-15 0,-5-1-394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27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32 7898,'178'-3'5873,"95"5"-6080,-191-1 413,-58-1-224,435 1-183,114-18 262,-88 1 87,1 22-1,-82 24-113,130 4-296,-428-33 365,139 6 1017,-221-5-794,47 9 0,-64-9-269,0 0 0,1 0 0,-1 1-1,0-1 1,-1 2 0,1-1-1,-1 1 1,1 0 0,-1 1-1,8 6 1,-12-8-39,1 1-1,0-1 1,-1 1 0,0 0-1,0 0 1,0 0 0,0 0-1,0 0 1,-1 0 0,0 0-1,0 1 1,0-1 0,-1 0-1,1 1 1,-1 4 0,0 11 25,-1 1 0,-4 21 1,0-8 14,-69 496 369,64-468-410,5-28-5,-2-1 0,-10 36 0,14-62-13,1 0-1,-1 0 1,-1 0 0,1-1-1,-1 1 1,-6 7 0,8-11-6,0-1 0,0 0-1,-1 0 1,1 0 0,0 0 0,-1 0 0,0-1 0,1 1 0,-1-1 0,0 1 0,0-1-1,1 0 1,-1 0 0,0 0 0,0-1 0,0 1 0,-6 0 0,-8-2 33,0-1 0,1-1 0,-1 0 0,-29-10 1,21 6 38,-453-101-33,-8 57 157,-437 65 557,447 23-733,-186 9-512,567-43 386,-205 9-438,211-4 469,-118 26 0,149-20 105,27-5-9,-1-2-1,-50 5 1,80-12-10,0 0 0,0 0 0,0 0-1,1 0 1,-1 0 0,0 0 0,0 0 0,0 0 0,0-1 0,1 1-1,-1-1 1,0 0 0,0 1 0,1-1 0,-4-2 0,4 2 2,0 0 0,1-1 0,-1 1 0,0 0 0,1-1 0,-1 1 0,1 0 0,0-1 0,-1 1 0,1 0 0,0-1 0,0 1 0,0-1 0,0 1 0,0-1 0,0 1 0,0 0 0,1-1 1,-1 1-1,0-1 0,2-1 0,22-72 133,1 2-14,-17 38 95,-2 0 1,-2-1 0,1-67 0,-4 59 145,-21-264 549,17 275-825,-9-176-90,9 159-670,2 41 542,-2 1 0,-5-15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45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181 163 5425,'-18'-8'3017,"-25"-16"0,27 13-2482,0-1 1,0-1 0,1 0-1,0-1 1,-23-29-1,35 37-90,4 4 95,13 7 94,17 10-539,0-2-1,1-1 1,1-1-1,0-2 1,60 8-1,-49-12-29,77-1-1,-93-6 109,-1-1-1,1-1 1,52-14-1,10-17 431,9-2-942,-62 29 114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46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11274,'8'-8'5658,"8"-6"-4338,14 12-1112,15 7-128,9 2-40,8 0 0,15-1 16,6-6 88,9-6 176,-1-7 48,0-3 8,-1-4-88,-5 4-184,1 0-136,-10 2-544,-4 3-1000,-16 0 896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4:47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1 120 10674,'1'-2'325,"0"1"0,0-1 1,0 1-1,0-1 0,0 1 0,1 0 0,-1 0 0,0 0 0,1 0 0,-1 0 0,1 0 0,0 0 0,-1 0 1,1 1-1,0-1 0,-1 1 0,1-1 0,0 1 0,2-1 0,4 0-482,1 1 0,17 0 0,-6 1 853,119 0 861,48 0-310,-148-4-979,0 0 0,70-18-1,-7-12 64,-66 20-698,64-14-1,-88 25 24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0T18:15:01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3449 465 10722,'0'5'5150,"-3"2"-4059,-1 4-1198,0 16 154,0 0 0,2 0 0,1 1 0,4 35 1,-2 31 601,-1-89-572,0-1 0,-1 0 0,0 1 0,0-1 0,0 0 1,-1 0-1,1 0 0,-1 0 0,0 0 0,0 0 0,0 0 0,-1-1 0,1 1 0,-5 3 0,0 0-55,0 0-1,0-1 0,-1 0 1,0 0-1,-12 6 0,13-9-17,0 0 0,-1 0 0,1 0 0,0-1 0,-1 0 0,1-1 0,-1 0 0,0 0 0,1-1 0,-13 0 0,-8-2 14,-43-10 0,32 5-3,5 2 2,-1 2-1,0 1 1,0 1-1,1 2 1,-1 2-1,0 1 1,1 1-1,0 2 1,-38 13-1,48-12-10,-156 48 21,147-48-26,0-2 1,-1-1 0,-54 1-1,-54-11-1,-58 1 24,101 9-20,-159-10 0,-151-5 8,267 11-19,103-2-1,0-2-1,0-1 0,1-2 0,0-2 0,-56-19 0,46 12 9,-2 1-1,0 3 1,0 2-1,-1 2 1,-59-1-1,-32 11-10,-30 0 1,162-3 12,1-1 1,0 0-1,0 0 1,1-1-1,-1 0 0,0 0 1,-12-6-1,18 6-1,0 1 0,0-1 0,0 0 0,0 0 1,0 0-1,0-1 0,1 1 0,-1-1 0,1 1 0,-1-1 0,1 0 0,0 0 0,0 0 0,1 0 0,-1 0 1,0 0-1,1-1 0,0 1 0,0 0 0,0-1 0,0 1 0,0-4 0,0-4 10,1 0 0,0 0 1,0 0-1,1 0 0,5-19 0,19-55 23,-9 32-14,6-27-5,18-63 12,-12 49-10,8-24-1,-33 110-16,1-1-1,-1 1 1,2 0 0,-1 0-1,1 0 1,0 1 0,1-1-1,7-7 1,-9 12-1,0-1 0,-1 1 0,1 0 0,1 1 0,-1-1 0,0 1 1,1 0-1,-1 0 0,1 0 0,-1 0 0,1 1 0,0 0 0,0 0 0,-1 0 0,1 1 0,10-1 1,0 2-8,1 1 1,-1 1-1,0 0 1,17 6 0,61 25 7,-44-15-1,21 5 3,1-3-1,98 16 0,-69-23 128,123 1 0,119 0 284,20 0-122,0-21-9,210-78-76,-503 70-116,1 4 0,0 3 0,0 2 0,132 10 1,-172 0-47,0 0 1,-1 2-1,0 2 1,0 0-1,0 2 1,-2 1-1,1 1 1,-1 1-1,47 35 1,-60-38 28,0 0 0,14 16 1,-24-23-104,0 1 1,0 0 0,0 0 0,-1 0 0,1 1 0,-1-1-1,-1 1 1,1-1 0,3 12 0,-6-16-40,0 1-1,0 0 1,0 0-1,0-1 1,0 1 0,0 0-1,0 0 1,-1 0-1,1-1 1,-1 1 0,1 0-1,-1-1 1,1 1-1,-1 0 1,0-1 0,0 1-1,0-1 1,0 1-1,0-1 1,0 1 0,-1-1-1,1 0 1,0 0-1,-1 1 1,-1 0 0,-27 18-653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883F8-FE81-4D17-BFF9-4A8EF5974662}"/>
              </a:ext>
            </a:extLst>
          </p:cNvPr>
          <p:cNvSpPr txBox="1"/>
          <p:nvPr userDrawn="1"/>
        </p:nvSpPr>
        <p:spPr>
          <a:xfrm>
            <a:off x="8631382" y="6528808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1.bin"/><Relationship Id="rId3" Type="http://schemas.openxmlformats.org/officeDocument/2006/relationships/image" Target="../media/image8.wmf"/><Relationship Id="rId21" Type="http://schemas.openxmlformats.org/officeDocument/2006/relationships/image" Target="../media/image3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5.wmf"/><Relationship Id="rId25" Type="http://schemas.openxmlformats.org/officeDocument/2006/relationships/image" Target="../media/image18.png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wmf"/><Relationship Id="rId24" Type="http://schemas.openxmlformats.org/officeDocument/2006/relationships/image" Target="../media/image17.png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image" Target="../media/image4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wmf"/></Relationships>
</file>

<file path=ppt/slides/_rels/slide20.xml.rels><?xml version="1.0" encoding="UTF-8" standalone="yes"?>
<Relationships xmlns="http://schemas.openxmlformats.org/package/2006/relationships"><Relationship Id="rId51" Type="http://schemas.openxmlformats.org/officeDocument/2006/relationships/image" Target="../media/image66.png"/><Relationship Id="rId3" Type="http://schemas.openxmlformats.org/officeDocument/2006/relationships/image" Target="../media/image41.png"/><Relationship Id="rId55" Type="http://schemas.openxmlformats.org/officeDocument/2006/relationships/image" Target="../media/image68.png"/><Relationship Id="rId63" Type="http://schemas.openxmlformats.org/officeDocument/2006/relationships/image" Target="../media/image72.png"/><Relationship Id="rId68" Type="http://schemas.openxmlformats.org/officeDocument/2006/relationships/customXml" Target="../ink/ink11.xml"/><Relationship Id="rId59" Type="http://schemas.openxmlformats.org/officeDocument/2006/relationships/image" Target="../media/image70.png"/><Relationship Id="rId67" Type="http://schemas.openxmlformats.org/officeDocument/2006/relationships/image" Target="../media/image74.png"/><Relationship Id="rId71" Type="http://schemas.openxmlformats.org/officeDocument/2006/relationships/image" Target="../media/image76.png"/><Relationship Id="rId2" Type="http://schemas.openxmlformats.org/officeDocument/2006/relationships/image" Target="../media/image40.png"/><Relationship Id="rId29" Type="http://schemas.openxmlformats.org/officeDocument/2006/relationships/image" Target="../media/image55.png"/><Relationship Id="rId54" Type="http://schemas.openxmlformats.org/officeDocument/2006/relationships/customXml" Target="../ink/ink4.xml"/><Relationship Id="rId62" Type="http://schemas.openxmlformats.org/officeDocument/2006/relationships/customXml" Target="../ink/ink8.xml"/><Relationship Id="rId70" Type="http://schemas.openxmlformats.org/officeDocument/2006/relationships/customXml" Target="../ink/ink12.xml"/><Relationship Id="rId1" Type="http://schemas.openxmlformats.org/officeDocument/2006/relationships/slideLayout" Target="../slideLayouts/slideLayout6.xml"/><Relationship Id="rId53" Type="http://schemas.openxmlformats.org/officeDocument/2006/relationships/image" Target="../media/image67.png"/><Relationship Id="rId58" Type="http://schemas.openxmlformats.org/officeDocument/2006/relationships/customXml" Target="../ink/ink6.xml"/><Relationship Id="rId66" Type="http://schemas.openxmlformats.org/officeDocument/2006/relationships/customXml" Target="../ink/ink10.xml"/><Relationship Id="rId57" Type="http://schemas.openxmlformats.org/officeDocument/2006/relationships/image" Target="../media/image69.png"/><Relationship Id="rId61" Type="http://schemas.openxmlformats.org/officeDocument/2006/relationships/image" Target="../media/image71.png"/><Relationship Id="rId52" Type="http://schemas.openxmlformats.org/officeDocument/2006/relationships/customXml" Target="../ink/ink3.xml"/><Relationship Id="rId60" Type="http://schemas.openxmlformats.org/officeDocument/2006/relationships/customXml" Target="../ink/ink7.xml"/><Relationship Id="rId65" Type="http://schemas.openxmlformats.org/officeDocument/2006/relationships/image" Target="../media/image73.png"/><Relationship Id="rId4" Type="http://schemas.openxmlformats.org/officeDocument/2006/relationships/customXml" Target="../ink/ink1.xml"/><Relationship Id="rId30" Type="http://schemas.openxmlformats.org/officeDocument/2006/relationships/customXml" Target="../ink/ink2.xml"/><Relationship Id="rId56" Type="http://schemas.openxmlformats.org/officeDocument/2006/relationships/customXml" Target="../ink/ink5.xml"/><Relationship Id="rId64" Type="http://schemas.openxmlformats.org/officeDocument/2006/relationships/customXml" Target="../ink/ink9.xml"/><Relationship Id="rId69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9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2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0" Type="http://schemas.openxmlformats.org/officeDocument/2006/relationships/image" Target="../media/image94.png"/><Relationship Id="rId4" Type="http://schemas.openxmlformats.org/officeDocument/2006/relationships/image" Target="../media/image91.png"/><Relationship Id="rId9" Type="http://schemas.openxmlformats.org/officeDocument/2006/relationships/customXml" Target="../ink/ink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7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9" Type="http://schemas.openxmlformats.org/officeDocument/2006/relationships/image" Target="../media/image117.png"/><Relationship Id="rId21" Type="http://schemas.openxmlformats.org/officeDocument/2006/relationships/image" Target="../media/image108.png"/><Relationship Id="rId34" Type="http://schemas.openxmlformats.org/officeDocument/2006/relationships/customXml" Target="../ink/ink34.xml"/><Relationship Id="rId42" Type="http://schemas.openxmlformats.org/officeDocument/2006/relationships/customXml" Target="../ink/ink38.xml"/><Relationship Id="rId47" Type="http://schemas.openxmlformats.org/officeDocument/2006/relationships/image" Target="../media/image121.png"/><Relationship Id="rId50" Type="http://schemas.openxmlformats.org/officeDocument/2006/relationships/customXml" Target="../ink/ink42.xml"/><Relationship Id="rId55" Type="http://schemas.openxmlformats.org/officeDocument/2006/relationships/image" Target="../media/image125.png"/><Relationship Id="rId7" Type="http://schemas.openxmlformats.org/officeDocument/2006/relationships/image" Target="../media/image101.png"/><Relationship Id="rId2" Type="http://schemas.openxmlformats.org/officeDocument/2006/relationships/image" Target="../media/image44.png"/><Relationship Id="rId16" Type="http://schemas.openxmlformats.org/officeDocument/2006/relationships/customXml" Target="../ink/ink25.xml"/><Relationship Id="rId29" Type="http://schemas.openxmlformats.org/officeDocument/2006/relationships/image" Target="../media/image112.png"/><Relationship Id="rId11" Type="http://schemas.openxmlformats.org/officeDocument/2006/relationships/image" Target="../media/image103.png"/><Relationship Id="rId24" Type="http://schemas.openxmlformats.org/officeDocument/2006/relationships/customXml" Target="../ink/ink29.xml"/><Relationship Id="rId32" Type="http://schemas.openxmlformats.org/officeDocument/2006/relationships/customXml" Target="../ink/ink33.xml"/><Relationship Id="rId37" Type="http://schemas.openxmlformats.org/officeDocument/2006/relationships/image" Target="../media/image116.png"/><Relationship Id="rId40" Type="http://schemas.openxmlformats.org/officeDocument/2006/relationships/customXml" Target="../ink/ink37.xml"/><Relationship Id="rId45" Type="http://schemas.openxmlformats.org/officeDocument/2006/relationships/image" Target="../media/image120.png"/><Relationship Id="rId53" Type="http://schemas.openxmlformats.org/officeDocument/2006/relationships/image" Target="../media/image124.png"/><Relationship Id="rId5" Type="http://schemas.openxmlformats.org/officeDocument/2006/relationships/image" Target="../media/image100.png"/><Relationship Id="rId10" Type="http://schemas.openxmlformats.org/officeDocument/2006/relationships/customXml" Target="../ink/ink22.xml"/><Relationship Id="rId19" Type="http://schemas.openxmlformats.org/officeDocument/2006/relationships/image" Target="../media/image107.png"/><Relationship Id="rId31" Type="http://schemas.openxmlformats.org/officeDocument/2006/relationships/image" Target="../media/image113.png"/><Relationship Id="rId44" Type="http://schemas.openxmlformats.org/officeDocument/2006/relationships/customXml" Target="../ink/ink39.xml"/><Relationship Id="rId52" Type="http://schemas.openxmlformats.org/officeDocument/2006/relationships/customXml" Target="../ink/ink43.xml"/><Relationship Id="rId4" Type="http://schemas.openxmlformats.org/officeDocument/2006/relationships/customXml" Target="../ink/ink19.xml"/><Relationship Id="rId9" Type="http://schemas.openxmlformats.org/officeDocument/2006/relationships/image" Target="../media/image102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111.png"/><Relationship Id="rId30" Type="http://schemas.openxmlformats.org/officeDocument/2006/relationships/customXml" Target="../ink/ink32.xml"/><Relationship Id="rId35" Type="http://schemas.openxmlformats.org/officeDocument/2006/relationships/image" Target="../media/image115.png"/><Relationship Id="rId43" Type="http://schemas.openxmlformats.org/officeDocument/2006/relationships/image" Target="../media/image119.png"/><Relationship Id="rId48" Type="http://schemas.openxmlformats.org/officeDocument/2006/relationships/customXml" Target="../ink/ink41.xml"/><Relationship Id="rId8" Type="http://schemas.openxmlformats.org/officeDocument/2006/relationships/customXml" Target="../ink/ink21.xml"/><Relationship Id="rId51" Type="http://schemas.openxmlformats.org/officeDocument/2006/relationships/image" Target="../media/image123.png"/><Relationship Id="rId3" Type="http://schemas.openxmlformats.org/officeDocument/2006/relationships/image" Target="../media/image45.png"/><Relationship Id="rId12" Type="http://schemas.openxmlformats.org/officeDocument/2006/relationships/customXml" Target="../ink/ink23.xml"/><Relationship Id="rId17" Type="http://schemas.openxmlformats.org/officeDocument/2006/relationships/image" Target="../media/image106.png"/><Relationship Id="rId25" Type="http://schemas.openxmlformats.org/officeDocument/2006/relationships/image" Target="../media/image110.png"/><Relationship Id="rId33" Type="http://schemas.openxmlformats.org/officeDocument/2006/relationships/image" Target="../media/image114.png"/><Relationship Id="rId38" Type="http://schemas.openxmlformats.org/officeDocument/2006/relationships/customXml" Target="../ink/ink36.xml"/><Relationship Id="rId46" Type="http://schemas.openxmlformats.org/officeDocument/2006/relationships/customXml" Target="../ink/ink40.xml"/><Relationship Id="rId20" Type="http://schemas.openxmlformats.org/officeDocument/2006/relationships/customXml" Target="../ink/ink27.xml"/><Relationship Id="rId41" Type="http://schemas.openxmlformats.org/officeDocument/2006/relationships/image" Target="../media/image118.png"/><Relationship Id="rId54" Type="http://schemas.openxmlformats.org/officeDocument/2006/relationships/customXml" Target="../ink/ink4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0.xml"/><Relationship Id="rId15" Type="http://schemas.openxmlformats.org/officeDocument/2006/relationships/image" Target="../media/image105.png"/><Relationship Id="rId23" Type="http://schemas.openxmlformats.org/officeDocument/2006/relationships/image" Target="../media/image109.png"/><Relationship Id="rId28" Type="http://schemas.openxmlformats.org/officeDocument/2006/relationships/customXml" Target="../ink/ink31.xml"/><Relationship Id="rId36" Type="http://schemas.openxmlformats.org/officeDocument/2006/relationships/customXml" Target="../ink/ink35.xml"/><Relationship Id="rId49" Type="http://schemas.openxmlformats.org/officeDocument/2006/relationships/image" Target="../media/image1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5.png"/><Relationship Id="rId21" Type="http://schemas.openxmlformats.org/officeDocument/2006/relationships/image" Target="../media/image137.png"/><Relationship Id="rId42" Type="http://schemas.openxmlformats.org/officeDocument/2006/relationships/customXml" Target="../ink/ink64.xml"/><Relationship Id="rId63" Type="http://schemas.openxmlformats.org/officeDocument/2006/relationships/image" Target="../media/image158.png"/><Relationship Id="rId84" Type="http://schemas.openxmlformats.org/officeDocument/2006/relationships/customXml" Target="../ink/ink85.xml"/><Relationship Id="rId138" Type="http://schemas.openxmlformats.org/officeDocument/2006/relationships/customXml" Target="../ink/ink112.xml"/><Relationship Id="rId159" Type="http://schemas.openxmlformats.org/officeDocument/2006/relationships/image" Target="../media/image206.png"/><Relationship Id="rId170" Type="http://schemas.openxmlformats.org/officeDocument/2006/relationships/customXml" Target="../ink/ink128.xml"/><Relationship Id="rId107" Type="http://schemas.openxmlformats.org/officeDocument/2006/relationships/image" Target="../media/image180.png"/><Relationship Id="rId11" Type="http://schemas.openxmlformats.org/officeDocument/2006/relationships/image" Target="../media/image132.png"/><Relationship Id="rId32" Type="http://schemas.openxmlformats.org/officeDocument/2006/relationships/customXml" Target="../ink/ink59.xml"/><Relationship Id="rId53" Type="http://schemas.openxmlformats.org/officeDocument/2006/relationships/image" Target="../media/image153.png"/><Relationship Id="rId74" Type="http://schemas.openxmlformats.org/officeDocument/2006/relationships/customXml" Target="../ink/ink80.xml"/><Relationship Id="rId128" Type="http://schemas.openxmlformats.org/officeDocument/2006/relationships/customXml" Target="../ink/ink107.xml"/><Relationship Id="rId149" Type="http://schemas.openxmlformats.org/officeDocument/2006/relationships/image" Target="../media/image201.png"/><Relationship Id="rId5" Type="http://schemas.openxmlformats.org/officeDocument/2006/relationships/image" Target="../media/image129.png"/><Relationship Id="rId95" Type="http://schemas.openxmlformats.org/officeDocument/2006/relationships/image" Target="../media/image174.png"/><Relationship Id="rId160" Type="http://schemas.openxmlformats.org/officeDocument/2006/relationships/customXml" Target="../ink/ink123.xml"/><Relationship Id="rId22" Type="http://schemas.openxmlformats.org/officeDocument/2006/relationships/customXml" Target="../ink/ink54.xml"/><Relationship Id="rId43" Type="http://schemas.openxmlformats.org/officeDocument/2006/relationships/image" Target="../media/image148.png"/><Relationship Id="rId64" Type="http://schemas.openxmlformats.org/officeDocument/2006/relationships/customXml" Target="../ink/ink75.xml"/><Relationship Id="rId118" Type="http://schemas.openxmlformats.org/officeDocument/2006/relationships/customXml" Target="../ink/ink102.xml"/><Relationship Id="rId139" Type="http://schemas.openxmlformats.org/officeDocument/2006/relationships/image" Target="../media/image196.png"/><Relationship Id="rId85" Type="http://schemas.openxmlformats.org/officeDocument/2006/relationships/image" Target="../media/image169.png"/><Relationship Id="rId150" Type="http://schemas.openxmlformats.org/officeDocument/2006/relationships/customXml" Target="../ink/ink118.xml"/><Relationship Id="rId171" Type="http://schemas.openxmlformats.org/officeDocument/2006/relationships/image" Target="../media/image212.png"/><Relationship Id="rId12" Type="http://schemas.openxmlformats.org/officeDocument/2006/relationships/customXml" Target="../ink/ink49.xml"/><Relationship Id="rId33" Type="http://schemas.openxmlformats.org/officeDocument/2006/relationships/image" Target="../media/image143.png"/><Relationship Id="rId108" Type="http://schemas.openxmlformats.org/officeDocument/2006/relationships/customXml" Target="../ink/ink97.xml"/><Relationship Id="rId129" Type="http://schemas.openxmlformats.org/officeDocument/2006/relationships/image" Target="../media/image191.png"/><Relationship Id="rId54" Type="http://schemas.openxmlformats.org/officeDocument/2006/relationships/customXml" Target="../ink/ink70.xml"/><Relationship Id="rId70" Type="http://schemas.openxmlformats.org/officeDocument/2006/relationships/customXml" Target="../ink/ink78.xml"/><Relationship Id="rId75" Type="http://schemas.openxmlformats.org/officeDocument/2006/relationships/image" Target="../media/image164.png"/><Relationship Id="rId91" Type="http://schemas.openxmlformats.org/officeDocument/2006/relationships/image" Target="../media/image172.png"/><Relationship Id="rId96" Type="http://schemas.openxmlformats.org/officeDocument/2006/relationships/customXml" Target="../ink/ink91.xml"/><Relationship Id="rId140" Type="http://schemas.openxmlformats.org/officeDocument/2006/relationships/customXml" Target="../ink/ink113.xml"/><Relationship Id="rId145" Type="http://schemas.openxmlformats.org/officeDocument/2006/relationships/image" Target="../media/image199.png"/><Relationship Id="rId161" Type="http://schemas.openxmlformats.org/officeDocument/2006/relationships/image" Target="../media/image207.png"/><Relationship Id="rId166" Type="http://schemas.openxmlformats.org/officeDocument/2006/relationships/customXml" Target="../ink/ink12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6.xml"/><Relationship Id="rId23" Type="http://schemas.openxmlformats.org/officeDocument/2006/relationships/image" Target="../media/image138.png"/><Relationship Id="rId28" Type="http://schemas.openxmlformats.org/officeDocument/2006/relationships/customXml" Target="../ink/ink57.xml"/><Relationship Id="rId49" Type="http://schemas.openxmlformats.org/officeDocument/2006/relationships/image" Target="../media/image151.png"/><Relationship Id="rId114" Type="http://schemas.openxmlformats.org/officeDocument/2006/relationships/customXml" Target="../ink/ink100.xml"/><Relationship Id="rId119" Type="http://schemas.openxmlformats.org/officeDocument/2006/relationships/image" Target="../media/image186.png"/><Relationship Id="rId44" Type="http://schemas.openxmlformats.org/officeDocument/2006/relationships/customXml" Target="../ink/ink65.xml"/><Relationship Id="rId60" Type="http://schemas.openxmlformats.org/officeDocument/2006/relationships/customXml" Target="../ink/ink73.xml"/><Relationship Id="rId65" Type="http://schemas.openxmlformats.org/officeDocument/2006/relationships/image" Target="../media/image159.png"/><Relationship Id="rId81" Type="http://schemas.openxmlformats.org/officeDocument/2006/relationships/image" Target="../media/image167.png"/><Relationship Id="rId86" Type="http://schemas.openxmlformats.org/officeDocument/2006/relationships/customXml" Target="../ink/ink86.xml"/><Relationship Id="rId130" Type="http://schemas.openxmlformats.org/officeDocument/2006/relationships/customXml" Target="../ink/ink108.xml"/><Relationship Id="rId135" Type="http://schemas.openxmlformats.org/officeDocument/2006/relationships/image" Target="../media/image194.png"/><Relationship Id="rId151" Type="http://schemas.openxmlformats.org/officeDocument/2006/relationships/image" Target="../media/image202.png"/><Relationship Id="rId156" Type="http://schemas.openxmlformats.org/officeDocument/2006/relationships/customXml" Target="../ink/ink121.xml"/><Relationship Id="rId13" Type="http://schemas.openxmlformats.org/officeDocument/2006/relationships/image" Target="../media/image133.png"/><Relationship Id="rId18" Type="http://schemas.openxmlformats.org/officeDocument/2006/relationships/customXml" Target="../ink/ink52.xml"/><Relationship Id="rId39" Type="http://schemas.openxmlformats.org/officeDocument/2006/relationships/image" Target="../media/image146.png"/><Relationship Id="rId109" Type="http://schemas.openxmlformats.org/officeDocument/2006/relationships/image" Target="../media/image181.png"/><Relationship Id="rId34" Type="http://schemas.openxmlformats.org/officeDocument/2006/relationships/customXml" Target="../ink/ink60.xml"/><Relationship Id="rId50" Type="http://schemas.openxmlformats.org/officeDocument/2006/relationships/customXml" Target="../ink/ink68.xml"/><Relationship Id="rId55" Type="http://schemas.openxmlformats.org/officeDocument/2006/relationships/image" Target="../media/image154.png"/><Relationship Id="rId76" Type="http://schemas.openxmlformats.org/officeDocument/2006/relationships/customXml" Target="../ink/ink81.xml"/><Relationship Id="rId97" Type="http://schemas.openxmlformats.org/officeDocument/2006/relationships/image" Target="../media/image175.png"/><Relationship Id="rId104" Type="http://schemas.openxmlformats.org/officeDocument/2006/relationships/customXml" Target="../ink/ink95.xml"/><Relationship Id="rId120" Type="http://schemas.openxmlformats.org/officeDocument/2006/relationships/customXml" Target="../ink/ink103.xml"/><Relationship Id="rId125" Type="http://schemas.openxmlformats.org/officeDocument/2006/relationships/image" Target="../media/image189.png"/><Relationship Id="rId141" Type="http://schemas.openxmlformats.org/officeDocument/2006/relationships/image" Target="../media/image197.png"/><Relationship Id="rId146" Type="http://schemas.openxmlformats.org/officeDocument/2006/relationships/customXml" Target="../ink/ink116.xml"/><Relationship Id="rId167" Type="http://schemas.openxmlformats.org/officeDocument/2006/relationships/image" Target="../media/image210.png"/><Relationship Id="rId7" Type="http://schemas.openxmlformats.org/officeDocument/2006/relationships/image" Target="../media/image130.png"/><Relationship Id="rId71" Type="http://schemas.openxmlformats.org/officeDocument/2006/relationships/image" Target="../media/image162.png"/><Relationship Id="rId92" Type="http://schemas.openxmlformats.org/officeDocument/2006/relationships/customXml" Target="../ink/ink89.xml"/><Relationship Id="rId162" Type="http://schemas.openxmlformats.org/officeDocument/2006/relationships/customXml" Target="../ink/ink124.xml"/><Relationship Id="rId2" Type="http://schemas.openxmlformats.org/officeDocument/2006/relationships/image" Target="../media/image47.png"/><Relationship Id="rId29" Type="http://schemas.openxmlformats.org/officeDocument/2006/relationships/image" Target="../media/image141.png"/><Relationship Id="rId24" Type="http://schemas.openxmlformats.org/officeDocument/2006/relationships/customXml" Target="../ink/ink55.xml"/><Relationship Id="rId40" Type="http://schemas.openxmlformats.org/officeDocument/2006/relationships/customXml" Target="../ink/ink63.xml"/><Relationship Id="rId45" Type="http://schemas.openxmlformats.org/officeDocument/2006/relationships/image" Target="../media/image149.png"/><Relationship Id="rId66" Type="http://schemas.openxmlformats.org/officeDocument/2006/relationships/customXml" Target="../ink/ink76.xml"/><Relationship Id="rId87" Type="http://schemas.openxmlformats.org/officeDocument/2006/relationships/image" Target="../media/image170.png"/><Relationship Id="rId110" Type="http://schemas.openxmlformats.org/officeDocument/2006/relationships/customXml" Target="../ink/ink98.xml"/><Relationship Id="rId115" Type="http://schemas.openxmlformats.org/officeDocument/2006/relationships/image" Target="../media/image184.png"/><Relationship Id="rId131" Type="http://schemas.openxmlformats.org/officeDocument/2006/relationships/image" Target="../media/image192.png"/><Relationship Id="rId136" Type="http://schemas.openxmlformats.org/officeDocument/2006/relationships/customXml" Target="../ink/ink111.xml"/><Relationship Id="rId157" Type="http://schemas.openxmlformats.org/officeDocument/2006/relationships/image" Target="../media/image205.png"/><Relationship Id="rId61" Type="http://schemas.openxmlformats.org/officeDocument/2006/relationships/image" Target="../media/image157.png"/><Relationship Id="rId82" Type="http://schemas.openxmlformats.org/officeDocument/2006/relationships/customXml" Target="../ink/ink84.xml"/><Relationship Id="rId152" Type="http://schemas.openxmlformats.org/officeDocument/2006/relationships/customXml" Target="../ink/ink119.xml"/><Relationship Id="rId19" Type="http://schemas.openxmlformats.org/officeDocument/2006/relationships/image" Target="../media/image136.png"/><Relationship Id="rId14" Type="http://schemas.openxmlformats.org/officeDocument/2006/relationships/customXml" Target="../ink/ink50.xml"/><Relationship Id="rId30" Type="http://schemas.openxmlformats.org/officeDocument/2006/relationships/customXml" Target="../ink/ink58.xml"/><Relationship Id="rId35" Type="http://schemas.openxmlformats.org/officeDocument/2006/relationships/image" Target="../media/image144.png"/><Relationship Id="rId56" Type="http://schemas.openxmlformats.org/officeDocument/2006/relationships/customXml" Target="../ink/ink71.xml"/><Relationship Id="rId77" Type="http://schemas.openxmlformats.org/officeDocument/2006/relationships/image" Target="../media/image165.png"/><Relationship Id="rId100" Type="http://schemas.openxmlformats.org/officeDocument/2006/relationships/customXml" Target="../ink/ink93.xml"/><Relationship Id="rId105" Type="http://schemas.openxmlformats.org/officeDocument/2006/relationships/image" Target="../media/image179.png"/><Relationship Id="rId126" Type="http://schemas.openxmlformats.org/officeDocument/2006/relationships/customXml" Target="../ink/ink106.xml"/><Relationship Id="rId147" Type="http://schemas.openxmlformats.org/officeDocument/2006/relationships/image" Target="../media/image200.png"/><Relationship Id="rId168" Type="http://schemas.openxmlformats.org/officeDocument/2006/relationships/customXml" Target="../ink/ink127.xml"/><Relationship Id="rId8" Type="http://schemas.openxmlformats.org/officeDocument/2006/relationships/customXml" Target="../ink/ink47.xml"/><Relationship Id="rId51" Type="http://schemas.openxmlformats.org/officeDocument/2006/relationships/image" Target="../media/image152.png"/><Relationship Id="rId72" Type="http://schemas.openxmlformats.org/officeDocument/2006/relationships/customXml" Target="../ink/ink79.xml"/><Relationship Id="rId93" Type="http://schemas.openxmlformats.org/officeDocument/2006/relationships/image" Target="../media/image173.png"/><Relationship Id="rId98" Type="http://schemas.openxmlformats.org/officeDocument/2006/relationships/customXml" Target="../ink/ink92.xml"/><Relationship Id="rId121" Type="http://schemas.openxmlformats.org/officeDocument/2006/relationships/image" Target="../media/image187.png"/><Relationship Id="rId142" Type="http://schemas.openxmlformats.org/officeDocument/2006/relationships/customXml" Target="../ink/ink114.xml"/><Relationship Id="rId163" Type="http://schemas.openxmlformats.org/officeDocument/2006/relationships/image" Target="../media/image208.png"/><Relationship Id="rId3" Type="http://schemas.openxmlformats.org/officeDocument/2006/relationships/image" Target="../media/image48.png"/><Relationship Id="rId25" Type="http://schemas.openxmlformats.org/officeDocument/2006/relationships/image" Target="../media/image139.png"/><Relationship Id="rId46" Type="http://schemas.openxmlformats.org/officeDocument/2006/relationships/customXml" Target="../ink/ink66.xml"/><Relationship Id="rId67" Type="http://schemas.openxmlformats.org/officeDocument/2006/relationships/image" Target="../media/image160.png"/><Relationship Id="rId116" Type="http://schemas.openxmlformats.org/officeDocument/2006/relationships/customXml" Target="../ink/ink101.xml"/><Relationship Id="rId137" Type="http://schemas.openxmlformats.org/officeDocument/2006/relationships/image" Target="../media/image195.png"/><Relationship Id="rId158" Type="http://schemas.openxmlformats.org/officeDocument/2006/relationships/customXml" Target="../ink/ink122.xml"/><Relationship Id="rId20" Type="http://schemas.openxmlformats.org/officeDocument/2006/relationships/customXml" Target="../ink/ink53.xml"/><Relationship Id="rId41" Type="http://schemas.openxmlformats.org/officeDocument/2006/relationships/image" Target="../media/image147.png"/><Relationship Id="rId62" Type="http://schemas.openxmlformats.org/officeDocument/2006/relationships/customXml" Target="../ink/ink74.xml"/><Relationship Id="rId83" Type="http://schemas.openxmlformats.org/officeDocument/2006/relationships/image" Target="../media/image168.png"/><Relationship Id="rId88" Type="http://schemas.openxmlformats.org/officeDocument/2006/relationships/customXml" Target="../ink/ink87.xml"/><Relationship Id="rId111" Type="http://schemas.openxmlformats.org/officeDocument/2006/relationships/image" Target="../media/image182.png"/><Relationship Id="rId132" Type="http://schemas.openxmlformats.org/officeDocument/2006/relationships/customXml" Target="../ink/ink109.xml"/><Relationship Id="rId153" Type="http://schemas.openxmlformats.org/officeDocument/2006/relationships/image" Target="../media/image203.png"/><Relationship Id="rId15" Type="http://schemas.openxmlformats.org/officeDocument/2006/relationships/image" Target="../media/image134.png"/><Relationship Id="rId36" Type="http://schemas.openxmlformats.org/officeDocument/2006/relationships/customXml" Target="../ink/ink61.xml"/><Relationship Id="rId57" Type="http://schemas.openxmlformats.org/officeDocument/2006/relationships/image" Target="../media/image155.png"/><Relationship Id="rId106" Type="http://schemas.openxmlformats.org/officeDocument/2006/relationships/customXml" Target="../ink/ink96.xml"/><Relationship Id="rId127" Type="http://schemas.openxmlformats.org/officeDocument/2006/relationships/image" Target="../media/image190.png"/><Relationship Id="rId10" Type="http://schemas.openxmlformats.org/officeDocument/2006/relationships/customXml" Target="../ink/ink48.xml"/><Relationship Id="rId31" Type="http://schemas.openxmlformats.org/officeDocument/2006/relationships/image" Target="../media/image142.png"/><Relationship Id="rId52" Type="http://schemas.openxmlformats.org/officeDocument/2006/relationships/customXml" Target="../ink/ink69.xml"/><Relationship Id="rId73" Type="http://schemas.openxmlformats.org/officeDocument/2006/relationships/image" Target="../media/image163.png"/><Relationship Id="rId78" Type="http://schemas.openxmlformats.org/officeDocument/2006/relationships/customXml" Target="../ink/ink82.xml"/><Relationship Id="rId94" Type="http://schemas.openxmlformats.org/officeDocument/2006/relationships/customXml" Target="../ink/ink90.xml"/><Relationship Id="rId99" Type="http://schemas.openxmlformats.org/officeDocument/2006/relationships/image" Target="../media/image176.png"/><Relationship Id="rId101" Type="http://schemas.openxmlformats.org/officeDocument/2006/relationships/image" Target="../media/image177.png"/><Relationship Id="rId122" Type="http://schemas.openxmlformats.org/officeDocument/2006/relationships/customXml" Target="../ink/ink104.xml"/><Relationship Id="rId143" Type="http://schemas.openxmlformats.org/officeDocument/2006/relationships/image" Target="../media/image198.png"/><Relationship Id="rId148" Type="http://schemas.openxmlformats.org/officeDocument/2006/relationships/customXml" Target="../ink/ink117.xml"/><Relationship Id="rId164" Type="http://schemas.openxmlformats.org/officeDocument/2006/relationships/customXml" Target="../ink/ink125.xml"/><Relationship Id="rId169" Type="http://schemas.openxmlformats.org/officeDocument/2006/relationships/image" Target="../media/image211.png"/><Relationship Id="rId4" Type="http://schemas.openxmlformats.org/officeDocument/2006/relationships/customXml" Target="../ink/ink45.xml"/><Relationship Id="rId9" Type="http://schemas.openxmlformats.org/officeDocument/2006/relationships/image" Target="../media/image131.png"/><Relationship Id="rId26" Type="http://schemas.openxmlformats.org/officeDocument/2006/relationships/customXml" Target="../ink/ink56.xml"/><Relationship Id="rId47" Type="http://schemas.openxmlformats.org/officeDocument/2006/relationships/image" Target="../media/image150.png"/><Relationship Id="rId68" Type="http://schemas.openxmlformats.org/officeDocument/2006/relationships/customXml" Target="../ink/ink77.xml"/><Relationship Id="rId89" Type="http://schemas.openxmlformats.org/officeDocument/2006/relationships/image" Target="../media/image171.png"/><Relationship Id="rId112" Type="http://schemas.openxmlformats.org/officeDocument/2006/relationships/customXml" Target="../ink/ink99.xml"/><Relationship Id="rId133" Type="http://schemas.openxmlformats.org/officeDocument/2006/relationships/image" Target="../media/image193.png"/><Relationship Id="rId154" Type="http://schemas.openxmlformats.org/officeDocument/2006/relationships/customXml" Target="../ink/ink120.xml"/><Relationship Id="rId16" Type="http://schemas.openxmlformats.org/officeDocument/2006/relationships/customXml" Target="../ink/ink51.xml"/><Relationship Id="rId37" Type="http://schemas.openxmlformats.org/officeDocument/2006/relationships/image" Target="../media/image145.png"/><Relationship Id="rId58" Type="http://schemas.openxmlformats.org/officeDocument/2006/relationships/customXml" Target="../ink/ink72.xml"/><Relationship Id="rId79" Type="http://schemas.openxmlformats.org/officeDocument/2006/relationships/image" Target="../media/image166.png"/><Relationship Id="rId102" Type="http://schemas.openxmlformats.org/officeDocument/2006/relationships/customXml" Target="../ink/ink94.xml"/><Relationship Id="rId123" Type="http://schemas.openxmlformats.org/officeDocument/2006/relationships/image" Target="../media/image188.png"/><Relationship Id="rId144" Type="http://schemas.openxmlformats.org/officeDocument/2006/relationships/customXml" Target="../ink/ink115.xml"/><Relationship Id="rId90" Type="http://schemas.openxmlformats.org/officeDocument/2006/relationships/customXml" Target="../ink/ink88.xml"/><Relationship Id="rId165" Type="http://schemas.openxmlformats.org/officeDocument/2006/relationships/image" Target="../media/image209.png"/><Relationship Id="rId27" Type="http://schemas.openxmlformats.org/officeDocument/2006/relationships/image" Target="../media/image140.png"/><Relationship Id="rId48" Type="http://schemas.openxmlformats.org/officeDocument/2006/relationships/customXml" Target="../ink/ink67.xml"/><Relationship Id="rId69" Type="http://schemas.openxmlformats.org/officeDocument/2006/relationships/image" Target="../media/image161.png"/><Relationship Id="rId113" Type="http://schemas.openxmlformats.org/officeDocument/2006/relationships/image" Target="../media/image183.png"/><Relationship Id="rId134" Type="http://schemas.openxmlformats.org/officeDocument/2006/relationships/customXml" Target="../ink/ink110.xml"/><Relationship Id="rId80" Type="http://schemas.openxmlformats.org/officeDocument/2006/relationships/customXml" Target="../ink/ink83.xml"/><Relationship Id="rId155" Type="http://schemas.openxmlformats.org/officeDocument/2006/relationships/image" Target="../media/image204.png"/><Relationship Id="rId17" Type="http://schemas.openxmlformats.org/officeDocument/2006/relationships/image" Target="../media/image135.png"/><Relationship Id="rId38" Type="http://schemas.openxmlformats.org/officeDocument/2006/relationships/customXml" Target="../ink/ink62.xml"/><Relationship Id="rId59" Type="http://schemas.openxmlformats.org/officeDocument/2006/relationships/image" Target="../media/image156.png"/><Relationship Id="rId103" Type="http://schemas.openxmlformats.org/officeDocument/2006/relationships/image" Target="../media/image178.png"/><Relationship Id="rId124" Type="http://schemas.openxmlformats.org/officeDocument/2006/relationships/customXml" Target="../ink/ink10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customXml" Target="../ink/ink129.xml"/><Relationship Id="rId7" Type="http://schemas.openxmlformats.org/officeDocument/2006/relationships/customXml" Target="../ink/ink13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5.png"/><Relationship Id="rId5" Type="http://schemas.openxmlformats.org/officeDocument/2006/relationships/customXml" Target="../ink/ink130.xml"/><Relationship Id="rId10" Type="http://schemas.openxmlformats.org/officeDocument/2006/relationships/image" Target="../media/image217.png"/><Relationship Id="rId4" Type="http://schemas.openxmlformats.org/officeDocument/2006/relationships/image" Target="../media/image214.png"/><Relationship Id="rId9" Type="http://schemas.openxmlformats.org/officeDocument/2006/relationships/customXml" Target="../ink/ink13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3  |  Chapter 3: Methods of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Overview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152291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ts val="120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Ohm’s and Kirchhoff’s law established, they may now be applied to circuit analysis.</a:t>
            </a:r>
          </a:p>
          <a:p>
            <a:pPr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techniques will be presented in this chapter: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analysis, which is based on Kichhoff current law (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alt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analysis, which is based on Kichhoff voltage law (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078B-BF33-43CD-B59C-5B8BCB476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Nodal Analysis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8D887-2430-43DA-B49B-4A98539D66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387944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instead of focusing on the voltages of the circuit elements, one looks at the </a:t>
            </a:r>
            <a:r>
              <a:rPr lang="en-US" altLang="en-US" sz="2000" b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voltages at the nodes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circuit, the number of simultaneous equations to solve for can be reduced.</a:t>
            </a:r>
          </a:p>
          <a:p>
            <a:pPr marL="291600" indent="-291600"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circuit with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 </a:t>
            </a:r>
            <a:r>
              <a:rPr lang="en-US" altLang="en-US" sz="20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voltage sources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nodal analysis is accomplished via three steps:</a:t>
            </a:r>
          </a:p>
          <a:p>
            <a:pPr marL="808038" lvl="1" indent="-350838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altLang="en-US" sz="1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 Assign voltages 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8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US" sz="18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,…v</a:t>
            </a:r>
            <a:r>
              <a:rPr lang="en-US" altLang="en-US" sz="18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remaining 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 voltages are relative to the reference node.</a:t>
            </a:r>
          </a:p>
          <a:p>
            <a:pPr marL="808038" lvl="1" indent="-350838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</a:t>
            </a:r>
            <a:r>
              <a:rPr lang="en-US" altLang="en-US" sz="18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− 1</a:t>
            </a:r>
            <a:r>
              <a:rPr lang="en-US" altLang="en-US" sz="1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non-reference nodes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 Ohm’s law to express the branch currents in terms of node voltages.</a:t>
            </a:r>
          </a:p>
          <a:p>
            <a:pPr marL="808038" lvl="1" indent="-350838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18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resulting </a:t>
            </a:r>
            <a:r>
              <a:rPr lang="en-US" altLang="en-US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− 1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equations </a:t>
            </a:r>
            <a:r>
              <a:rPr lang="en-US" altLang="en-US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the unknown node voltages.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F2983-0BC0-436B-BCBD-BAC6E62D03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282224"/>
            <a:ext cx="8458200" cy="807202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reference, or datum, node is commonly referred to as the ground since its voltage is by default zero.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C5481-9483-4BFF-A91E-11A847591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7615"/>
            <a:ext cx="9144000" cy="66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4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47D4-44A3-43CB-A66E-08CCB038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Applying Nodal Analysis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AFC8-346F-456F-AB17-9178D30648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0290" y="1013138"/>
            <a:ext cx="4669367" cy="3679113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apply nodal analysis to this circuit to see how it works.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circuit has a node that is designed as ground. We will use that as the reference node (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0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two nodes are designed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assigned voltages 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apply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node: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node 1.</a:t>
            </a: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10A030DE-1AE7-4E66-AA79-44165BEAD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748845"/>
              </p:ext>
            </p:extLst>
          </p:nvPr>
        </p:nvGraphicFramePr>
        <p:xfrm>
          <a:off x="2136613" y="4098941"/>
          <a:ext cx="1622755" cy="428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228600" progId="Equation.DSMT4">
                  <p:embed/>
                </p:oleObj>
              </mc:Choice>
              <mc:Fallback>
                <p:oleObj name="Equation" r:id="rId2" imgW="863280" imgH="228600" progId="Equation.DSMT4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10A030DE-1AE7-4E66-AA79-44165BEAD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613" y="4098941"/>
                        <a:ext cx="1622755" cy="428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284D6-66A8-441B-A400-1F15175DB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692251"/>
            <a:ext cx="1722966" cy="415636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node 2.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DC9B88C3-C76A-43EA-B0ED-4A4B1EDF8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997125"/>
              </p:ext>
            </p:extLst>
          </p:nvPr>
        </p:nvGraphicFramePr>
        <p:xfrm>
          <a:off x="2136613" y="4608648"/>
          <a:ext cx="1281224" cy="4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228501" progId="Equation.3">
                  <p:embed/>
                </p:oleObj>
              </mc:Choice>
              <mc:Fallback>
                <p:oleObj name="Equation" r:id="rId4" imgW="634725" imgH="228501" progId="Equation.3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DC9B88C3-C76A-43EA-B0ED-4A4B1EDF8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613" y="4608648"/>
                        <a:ext cx="1281224" cy="461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8">
            <a:extLst>
              <a:ext uri="{FF2B5EF4-FFF2-40B4-BE49-F238E27FC236}">
                <a16:creationId xmlns:a16="http://schemas.microsoft.com/office/drawing/2014/main" id="{4F50B80B-4103-4E7B-A545-E29ABB4A2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891" y="1192105"/>
            <a:ext cx="3153742" cy="5217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58748D1-0E8E-423B-9F58-0B695C011A06}"/>
              </a:ext>
            </a:extLst>
          </p:cNvPr>
          <p:cNvSpPr/>
          <p:nvPr/>
        </p:nvSpPr>
        <p:spPr>
          <a:xfrm>
            <a:off x="7033846" y="2964264"/>
            <a:ext cx="271306" cy="22106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917707-F54A-480E-A8A7-19B4F557E5DB}"/>
              </a:ext>
            </a:extLst>
          </p:cNvPr>
          <p:cNvSpPr/>
          <p:nvPr/>
        </p:nvSpPr>
        <p:spPr>
          <a:xfrm>
            <a:off x="6888741" y="1992922"/>
            <a:ext cx="271306" cy="221063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F2F5E6-E2BE-48DC-86C6-3886A0C6567A}"/>
              </a:ext>
            </a:extLst>
          </p:cNvPr>
          <p:cNvSpPr/>
          <p:nvPr/>
        </p:nvSpPr>
        <p:spPr>
          <a:xfrm>
            <a:off x="7941547" y="1992923"/>
            <a:ext cx="271306" cy="221063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51009F-FC9C-4D7E-A876-1C8E947F12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680" y="5111297"/>
            <a:ext cx="4734586" cy="6477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5AFE63-C76C-43D0-9B6F-E8F3FA0BEF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1007" y="5702481"/>
            <a:ext cx="1507253" cy="9161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3546486-0D4F-44C4-8C1C-041C91F9162D}"/>
              </a:ext>
            </a:extLst>
          </p:cNvPr>
          <p:cNvSpPr/>
          <p:nvPr/>
        </p:nvSpPr>
        <p:spPr>
          <a:xfrm>
            <a:off x="342900" y="6015207"/>
            <a:ext cx="3154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express this principle as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6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F6A9-0ECB-4168-A35F-C5DFA212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Apply Nodal Analysis II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FE057-A00E-4D4D-B920-50BB186D42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1344" y="1047115"/>
            <a:ext cx="8360833" cy="161324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now use O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M’s law to express the unknown currents </a:t>
            </a:r>
            <a:r>
              <a:rPr lang="en-US" altLang="en-US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altLang="en-US" sz="2000" b="1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terms of node voltages.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doing so, keep in mind that current flows from high potential to low.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get: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FF9021E-D049-471D-B058-164D4B9A9A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679139"/>
              </p:ext>
            </p:extLst>
          </p:nvPr>
        </p:nvGraphicFramePr>
        <p:xfrm>
          <a:off x="172550" y="3162429"/>
          <a:ext cx="2055076" cy="59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431640" progId="Equation.DSMT4">
                  <p:embed/>
                </p:oleObj>
              </mc:Choice>
              <mc:Fallback>
                <p:oleObj name="Equation" r:id="rId2" imgW="1498320" imgH="4316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FF9021E-D049-471D-B058-164D4B9A9A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2550" y="3162429"/>
                        <a:ext cx="2055076" cy="592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42384F8-E71A-4AF5-8FA2-6EB3BCB2A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374737"/>
              </p:ext>
            </p:extLst>
          </p:nvPr>
        </p:nvGraphicFramePr>
        <p:xfrm>
          <a:off x="131344" y="3779410"/>
          <a:ext cx="2768913" cy="591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431640" progId="Equation.DSMT4">
                  <p:embed/>
                </p:oleObj>
              </mc:Choice>
              <mc:Fallback>
                <p:oleObj name="Equation" r:id="rId4" imgW="2019240" imgH="431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42384F8-E71A-4AF5-8FA2-6EB3BCB2A5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1344" y="3779410"/>
                        <a:ext cx="2768913" cy="591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7A0AC237-DBEA-46E7-90C6-7CD8BD0A6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053584"/>
              </p:ext>
            </p:extLst>
          </p:nvPr>
        </p:nvGraphicFramePr>
        <p:xfrm>
          <a:off x="162945" y="4395184"/>
          <a:ext cx="1947414" cy="538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431640" progId="Equation.DSMT4">
                  <p:embed/>
                </p:oleObj>
              </mc:Choice>
              <mc:Fallback>
                <p:oleObj name="Equation" r:id="rId6" imgW="1562040" imgH="4316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7A0AC237-DBEA-46E7-90C6-7CD8BD0A6C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2945" y="4395184"/>
                        <a:ext cx="1947414" cy="538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0D7A30B-3864-43FC-9233-39E7FCAA5A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387827"/>
              </p:ext>
            </p:extLst>
          </p:nvPr>
        </p:nvGraphicFramePr>
        <p:xfrm>
          <a:off x="2670935" y="3685583"/>
          <a:ext cx="1742398" cy="976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469800" progId="Equation.DSMT4">
                  <p:embed/>
                </p:oleObj>
              </mc:Choice>
              <mc:Fallback>
                <p:oleObj name="Equation" r:id="rId8" imgW="838080" imgH="4698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0D7A30B-3864-43FC-9233-39E7FCAA5A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70935" y="3685583"/>
                        <a:ext cx="1742398" cy="976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DC6D351-8F05-43B7-90E7-CAD0EB7BE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610260"/>
              </p:ext>
            </p:extLst>
          </p:nvPr>
        </p:nvGraphicFramePr>
        <p:xfrm>
          <a:off x="4632674" y="3702698"/>
          <a:ext cx="1673466" cy="57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431640" progId="Equation.DSMT4">
                  <p:embed/>
                </p:oleObj>
              </mc:Choice>
              <mc:Fallback>
                <p:oleObj name="Equation" r:id="rId10" imgW="1257120" imgH="43164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FDC6D351-8F05-43B7-90E7-CAD0EB7BE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32674" y="3702698"/>
                        <a:ext cx="1673466" cy="57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E9913BF-85FC-436F-9723-1EDE0C48D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100224"/>
              </p:ext>
            </p:extLst>
          </p:nvPr>
        </p:nvGraphicFramePr>
        <p:xfrm>
          <a:off x="4582784" y="4311219"/>
          <a:ext cx="1369200" cy="574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520" imgH="431640" progId="Equation.DSMT4">
                  <p:embed/>
                </p:oleObj>
              </mc:Choice>
              <mc:Fallback>
                <p:oleObj name="Equation" r:id="rId12" imgW="1028520" imgH="4316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3E9913BF-85FC-436F-9723-1EDE0C48DB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82784" y="4311219"/>
                        <a:ext cx="1369200" cy="574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4FA1E63-34D4-4DE4-9F9B-EA0AB4200B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067521"/>
              </p:ext>
            </p:extLst>
          </p:nvPr>
        </p:nvGraphicFramePr>
        <p:xfrm>
          <a:off x="4533389" y="4834138"/>
          <a:ext cx="236652" cy="185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139680" progId="Equation.DSMT4">
                  <p:embed/>
                </p:oleObj>
              </mc:Choice>
              <mc:Fallback>
                <p:oleObj name="Equation" r:id="rId14" imgW="177480" imgH="13968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4FA1E63-34D4-4DE4-9F9B-EA0AB4200B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33389" y="4834138"/>
                        <a:ext cx="236652" cy="185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E9CB2CB8-57E2-4CCC-BD9B-39A432488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173346"/>
              </p:ext>
            </p:extLst>
          </p:nvPr>
        </p:nvGraphicFramePr>
        <p:xfrm>
          <a:off x="4460335" y="5093375"/>
          <a:ext cx="1951609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12800" imgH="253800" progId="Equation.DSMT4">
                  <p:embed/>
                </p:oleObj>
              </mc:Choice>
              <mc:Fallback>
                <p:oleObj name="Equation" r:id="rId16" imgW="1612800" imgH="2538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E9CB2CB8-57E2-4CCC-BD9B-39A4324884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60335" y="5093375"/>
                        <a:ext cx="1951609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62CC7BD0-28AB-41FC-8AA1-6EEEB771E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250147"/>
              </p:ext>
            </p:extLst>
          </p:nvPr>
        </p:nvGraphicFramePr>
        <p:xfrm>
          <a:off x="4473148" y="5466451"/>
          <a:ext cx="1675003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84200" imgH="253800" progId="Equation.DSMT4">
                  <p:embed/>
                </p:oleObj>
              </mc:Choice>
              <mc:Fallback>
                <p:oleObj name="Equation" r:id="rId18" imgW="1384200" imgH="25380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2CC7BD0-28AB-41FC-8AA1-6EEEB771EE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73148" y="5466451"/>
                        <a:ext cx="1675003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FED20-65D7-4B23-B2F8-3BE99BECBA5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8406" y="5975280"/>
            <a:ext cx="6046611" cy="434622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step is to solve the system of equations.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D864D22F-137C-4F31-9E00-4D9C247B78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712253"/>
              </p:ext>
            </p:extLst>
          </p:nvPr>
        </p:nvGraphicFramePr>
        <p:xfrm>
          <a:off x="3131738" y="2277833"/>
          <a:ext cx="1622755" cy="428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80" imgH="228600" progId="Equation.DSMT4">
                  <p:embed/>
                </p:oleObj>
              </mc:Choice>
              <mc:Fallback>
                <p:oleObj name="Equation" r:id="rId20" imgW="863280" imgH="228600" progId="Equation.DSMT4">
                  <p:embed/>
                  <p:pic>
                    <p:nvPicPr>
                      <p:cNvPr id="18" name="Object 2">
                        <a:extLst>
                          <a:ext uri="{FF2B5EF4-FFF2-40B4-BE49-F238E27FC236}">
                            <a16:creationId xmlns:a16="http://schemas.microsoft.com/office/drawing/2014/main" id="{D864D22F-137C-4F31-9E00-4D9C247B78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738" y="2277833"/>
                        <a:ext cx="1622755" cy="428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65931670-D943-491D-9417-1FE68C38F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583604"/>
              </p:ext>
            </p:extLst>
          </p:nvPr>
        </p:nvGraphicFramePr>
        <p:xfrm>
          <a:off x="3131738" y="2674729"/>
          <a:ext cx="1281224" cy="4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4725" imgH="228501" progId="Equation.3">
                  <p:embed/>
                </p:oleObj>
              </mc:Choice>
              <mc:Fallback>
                <p:oleObj name="Equation" r:id="rId22" imgW="634725" imgH="228501" progId="Equation.3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65931670-D943-491D-9417-1FE68C38F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738" y="2674729"/>
                        <a:ext cx="1281224" cy="461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5D0526-F8B4-4934-B693-16236A1A581F}"/>
              </a:ext>
            </a:extLst>
          </p:cNvPr>
          <p:cNvSpPr/>
          <p:nvPr/>
        </p:nvSpPr>
        <p:spPr>
          <a:xfrm>
            <a:off x="3115966" y="2238580"/>
            <a:ext cx="1673466" cy="9157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9ED93F-B067-41E4-87F9-C14424060BAE}"/>
              </a:ext>
            </a:extLst>
          </p:cNvPr>
          <p:cNvGrpSpPr/>
          <p:nvPr/>
        </p:nvGrpSpPr>
        <p:grpSpPr>
          <a:xfrm>
            <a:off x="6367492" y="2276264"/>
            <a:ext cx="2559074" cy="4018306"/>
            <a:chOff x="6367492" y="2276264"/>
            <a:chExt cx="2559074" cy="401830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B2934D-08DC-4B77-96AC-DC16B6796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411615" y="2276264"/>
              <a:ext cx="2514951" cy="15242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65448D9-53A0-40C3-88C4-EADFE5702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367492" y="2351626"/>
              <a:ext cx="2550127" cy="3942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52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48E0-D9E3-4872-BD45-4570D100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Apply Nodal Analysis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FADBC4-771A-4A74-8406-5EBED2F16C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5411" y="1098061"/>
            <a:ext cx="7875397" cy="39160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AB8CD7-8B02-4426-88BB-B4EBAD453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4126"/>
            <a:ext cx="9144000" cy="11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0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E1E99E8-7453-437D-89D6-0C2C79D4F7CB}"/>
              </a:ext>
            </a:extLst>
          </p:cNvPr>
          <p:cNvGrpSpPr/>
          <p:nvPr/>
        </p:nvGrpSpPr>
        <p:grpSpPr>
          <a:xfrm>
            <a:off x="0" y="78941"/>
            <a:ext cx="9144000" cy="6407378"/>
            <a:chOff x="0" y="78941"/>
            <a:chExt cx="9144000" cy="640737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9934DC5-FA75-4464-9FDB-7567BC187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51786" y="1462978"/>
              <a:ext cx="692214" cy="351030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3629238-EBDB-4A10-93A9-755099F3B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8941"/>
              <a:ext cx="8451786" cy="64073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611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0D37E5-7CB2-4248-AFEC-78742881B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6" y="1"/>
            <a:ext cx="8991331" cy="661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2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39247F-C778-48D9-BC00-06A71531BB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6331" y="241161"/>
            <a:ext cx="7704573" cy="361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33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12BDD00-0EED-46CD-BC55-8E5F97F99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84" y="212555"/>
            <a:ext cx="6359421" cy="3793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92E0EE-1CF3-4AA3-AB85-E3D684A2C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9" y="4174800"/>
            <a:ext cx="6958726" cy="221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2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F0E207-3CAC-456A-932F-70C002240B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6186" y="251210"/>
            <a:ext cx="7724671" cy="433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9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0DF309-96E6-4140-A384-FF5CB6903B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1567" y="-1"/>
            <a:ext cx="8854551" cy="65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9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0C28A2-EC0A-4D72-97C4-AB51506B67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1568" y="157882"/>
            <a:ext cx="8933491" cy="614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67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6FB0F3-15C5-4001-BAF7-AB5D8388D0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4397" y="85520"/>
            <a:ext cx="7775997" cy="3743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0BEA17-73BE-41BA-BC3F-A8D9F62C8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7" y="3711933"/>
            <a:ext cx="5373009" cy="285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87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B4981AA-891D-49CA-BA17-67028C1A5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4" y="514459"/>
            <a:ext cx="6536781" cy="16559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CE81A1-C6BA-4D70-8B86-2F641985DD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3094" y="3197207"/>
            <a:ext cx="7697038" cy="329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5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85D89F-CC42-4E4D-946B-C12CB93E6E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9419" y="109890"/>
            <a:ext cx="3177408" cy="2221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5B104C-2F43-4465-A2D0-FCBF8BC89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18" y="2525178"/>
            <a:ext cx="5567752" cy="381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05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4272-4A68-4AAC-A22F-C0A9AA0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719E-3210-4EE1-A28A-9448E0B53F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79291"/>
          </a:xfrm>
        </p:spPr>
        <p:txBody>
          <a:bodyPr/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general procedure for analyzing circuits is to use the </a:t>
            </a:r>
            <a:r>
              <a:rPr lang="en-US" altLang="en-US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currents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circuit variables.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loop is a closed path with no node passed more than once.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mesh is a loop that does not contain any other loop within it.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E9019-4DAD-4AFB-925E-5C858A426D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714044"/>
            <a:ext cx="8458200" cy="2534356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uses </a:t>
            </a:r>
            <a:r>
              <a:rPr lang="en-US" altLang="en-US" sz="24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unknown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currents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3DA12-F724-45D2-9912-EE5088EC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6951"/>
            <a:ext cx="9144000" cy="62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7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4272-4A68-4AAC-A22F-C0A9AA0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 Steps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719E-3210-4EE1-A28A-9448E0B53F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469335"/>
          </a:xfrm>
        </p:spPr>
        <p:txBody>
          <a:bodyPr>
            <a:noAutofit/>
          </a:bodyPr>
          <a:lstStyle/>
          <a:p>
            <a:pPr algn="just"/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follows these steps:</a:t>
            </a:r>
          </a:p>
          <a:p>
            <a:pPr marL="541338" indent="-541338" algn="just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currents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meshes.</a:t>
            </a:r>
          </a:p>
          <a:p>
            <a:pPr marL="541338" indent="-541338" algn="just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of the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mesh currents.</a:t>
            </a:r>
          </a:p>
          <a:p>
            <a:pPr marL="541338" indent="-541338" algn="just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resulting </a:t>
            </a:r>
            <a:r>
              <a:rPr lang="en-US" altLang="en-US" sz="3200" b="1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 to get the mesh currents.</a:t>
            </a:r>
          </a:p>
        </p:txBody>
      </p:sp>
    </p:spTree>
    <p:extLst>
      <p:ext uri="{BB962C8B-B14F-4D97-AF65-F5344CB8AC3E}">
        <p14:creationId xmlns:p14="http://schemas.microsoft.com/office/powerpoint/2010/main" val="4263193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4272-4A68-4AAC-A22F-C0A9AA0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 Example</a:t>
            </a:r>
            <a:endParaRPr lang="en-US" noProof="0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A0826B8-2CCD-4397-A5BC-F8D2F47ED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603" y="1054243"/>
            <a:ext cx="4394555" cy="2374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719E-3210-4EE1-A28A-9448E0B53F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3384013"/>
            <a:ext cx="8458200" cy="1731819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circuit has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paths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meshes (abefa and bcdeb).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outer loop (abcdefa) is a loop, but not a mesh.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mesh currents</a:t>
            </a:r>
            <a:r>
              <a:rPr lang="en-US" altLang="en-US" sz="2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assigned to the two meshes.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meshes: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FFAF67E-4E23-43DF-88FE-9BEDFCAF0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662853"/>
              </p:ext>
            </p:extLst>
          </p:nvPr>
        </p:nvGraphicFramePr>
        <p:xfrm>
          <a:off x="2450586" y="5200423"/>
          <a:ext cx="4242829" cy="946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7440" imgH="711000" progId="Equation.DSMT4">
                  <p:embed/>
                </p:oleObj>
              </mc:Choice>
              <mc:Fallback>
                <p:oleObj name="Equation" r:id="rId3" imgW="3187440" imgH="7110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FFAF67E-4E23-43DF-88FE-9BEDFCAF0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0586" y="5200423"/>
                        <a:ext cx="4242829" cy="946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509C083-64A5-49E1-B6D4-F9D36C107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527" y="6148890"/>
            <a:ext cx="2407307" cy="46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94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A90A1E-E4D7-4992-AF3D-0A62B1A34E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7672" y="0"/>
            <a:ext cx="8649770" cy="24262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F6249E-AEEF-4044-88FB-C42506BDE6A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4252" y="2512088"/>
            <a:ext cx="8154798" cy="40293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75D361D-D3DB-0298-0272-0BF7D76934E9}"/>
                  </a:ext>
                </a:extLst>
              </p14:cNvPr>
              <p14:cNvContentPartPr/>
              <p14:nvPr/>
            </p14:nvContentPartPr>
            <p14:xfrm>
              <a:off x="4289959" y="3002607"/>
              <a:ext cx="20880" cy="67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75D361D-D3DB-0298-0272-0BF7D76934E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83839" y="2996487"/>
                <a:ext cx="3312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CFC7B73-F410-6E08-147D-12CF37D38FC9}"/>
              </a:ext>
            </a:extLst>
          </p:cNvPr>
          <p:cNvGrpSpPr/>
          <p:nvPr/>
        </p:nvGrpSpPr>
        <p:grpSpPr>
          <a:xfrm>
            <a:off x="4336399" y="2900367"/>
            <a:ext cx="447120" cy="219960"/>
            <a:chOff x="4336399" y="2900367"/>
            <a:chExt cx="44712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107F9C-F69A-D423-F646-18CAFE3D1519}"/>
                    </a:ext>
                  </a:extLst>
                </p14:cNvPr>
                <p14:cNvContentPartPr/>
                <p14:nvPr/>
              </p14:nvContentPartPr>
              <p14:xfrm>
                <a:off x="4336399" y="3015207"/>
                <a:ext cx="49320" cy="55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107F9C-F69A-D423-F646-18CAFE3D15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30279" y="3009087"/>
                  <a:ext cx="61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41886A-701C-142E-B162-EE3405A5DC4B}"/>
                    </a:ext>
                  </a:extLst>
                </p14:cNvPr>
                <p14:cNvContentPartPr/>
                <p14:nvPr/>
              </p14:nvContentPartPr>
              <p14:xfrm>
                <a:off x="4424959" y="2993247"/>
                <a:ext cx="17280" cy="51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41886A-701C-142E-B162-EE3405A5DC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18839" y="2987127"/>
                  <a:ext cx="29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D1ECF1-3D35-E621-3085-908E8486F08D}"/>
                    </a:ext>
                  </a:extLst>
                </p14:cNvPr>
                <p14:cNvContentPartPr/>
                <p14:nvPr/>
              </p14:nvContentPartPr>
              <p14:xfrm>
                <a:off x="4425319" y="2919807"/>
                <a:ext cx="11520" cy="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D1ECF1-3D35-E621-3085-908E8486F0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19199" y="2913687"/>
                  <a:ext cx="23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2FEF99-E937-8432-CC36-BA8551C843F0}"/>
                    </a:ext>
                  </a:extLst>
                </p14:cNvPr>
                <p14:cNvContentPartPr/>
                <p14:nvPr/>
              </p14:nvContentPartPr>
              <p14:xfrm>
                <a:off x="4461679" y="3064887"/>
                <a:ext cx="8640" cy="55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2FEF99-E937-8432-CC36-BA8551C843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55559" y="3058767"/>
                  <a:ext cx="20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C316B8-BE8E-9589-1A74-FB351F23B577}"/>
                    </a:ext>
                  </a:extLst>
                </p14:cNvPr>
                <p14:cNvContentPartPr/>
                <p14:nvPr/>
              </p14:nvContentPartPr>
              <p14:xfrm>
                <a:off x="4519639" y="3017727"/>
                <a:ext cx="38520" cy="7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C316B8-BE8E-9589-1A74-FB351F23B5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13519" y="3011607"/>
                  <a:ext cx="507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AA79DDF-3FC1-0767-ED18-48BD9FDF9C3C}"/>
                    </a:ext>
                  </a:extLst>
                </p14:cNvPr>
                <p14:cNvContentPartPr/>
                <p14:nvPr/>
              </p14:nvContentPartPr>
              <p14:xfrm>
                <a:off x="4598479" y="2945367"/>
                <a:ext cx="7560" cy="8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AA79DDF-3FC1-0767-ED18-48BD9FDF9C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92359" y="2939247"/>
                  <a:ext cx="19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7551F2-BDF2-9266-DF30-44D45DC4D58A}"/>
                    </a:ext>
                  </a:extLst>
                </p14:cNvPr>
                <p14:cNvContentPartPr/>
                <p14:nvPr/>
              </p14:nvContentPartPr>
              <p14:xfrm>
                <a:off x="4622959" y="2976687"/>
                <a:ext cx="55080" cy="47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7551F2-BDF2-9266-DF30-44D45DC4D5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16839" y="2970567"/>
                  <a:ext cx="67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CBE473B-BEB9-1F86-288B-4C7F9489798D}"/>
                    </a:ext>
                  </a:extLst>
                </p14:cNvPr>
                <p14:cNvContentPartPr/>
                <p14:nvPr/>
              </p14:nvContentPartPr>
              <p14:xfrm>
                <a:off x="4707199" y="2971647"/>
                <a:ext cx="2520" cy="52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CBE473B-BEB9-1F86-288B-4C7F948979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01079" y="2965527"/>
                  <a:ext cx="147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A1A85FF-7B71-5DE7-AEBE-C168173A0E0D}"/>
                    </a:ext>
                  </a:extLst>
                </p14:cNvPr>
                <p14:cNvContentPartPr/>
                <p14:nvPr/>
              </p14:nvContentPartPr>
              <p14:xfrm>
                <a:off x="4707919" y="2900367"/>
                <a:ext cx="1800" cy="12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A1A85FF-7B71-5DE7-AEBE-C168173A0E0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01799" y="2894247"/>
                  <a:ext cx="14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BDB6DDF-E746-32F9-656A-A88B225A90A4}"/>
                    </a:ext>
                  </a:extLst>
                </p14:cNvPr>
                <p14:cNvContentPartPr/>
                <p14:nvPr/>
              </p14:nvContentPartPr>
              <p14:xfrm>
                <a:off x="4734199" y="2999367"/>
                <a:ext cx="49320" cy="52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BDB6DDF-E746-32F9-656A-A88B225A90A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28079" y="2993247"/>
                  <a:ext cx="6156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2EE00A4-754E-3F9D-9E0E-48258DF54013}"/>
                  </a:ext>
                </a:extLst>
              </p14:cNvPr>
              <p14:cNvContentPartPr/>
              <p14:nvPr/>
            </p14:nvContentPartPr>
            <p14:xfrm>
              <a:off x="4263319" y="3309687"/>
              <a:ext cx="440280" cy="288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2EE00A4-754E-3F9D-9E0E-48258DF5401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257199" y="3303567"/>
                <a:ext cx="452520" cy="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9059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992C5C-C4CD-4D8B-A14A-1FCFE8C9F8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5500" y="522513"/>
            <a:ext cx="8065140" cy="53914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E7795A-F6F3-9B56-00BE-A0C480356943}"/>
                  </a:ext>
                </a:extLst>
              </p14:cNvPr>
              <p14:cNvContentPartPr/>
              <p14:nvPr/>
            </p14:nvContentPartPr>
            <p14:xfrm>
              <a:off x="3704640" y="3096090"/>
              <a:ext cx="207000" cy="21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E7795A-F6F3-9B56-00BE-A0C4803569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8520" y="3089970"/>
                <a:ext cx="2192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0F0393-A268-818E-F6AB-4597179E6931}"/>
                  </a:ext>
                </a:extLst>
              </p14:cNvPr>
              <p14:cNvContentPartPr/>
              <p14:nvPr/>
            </p14:nvContentPartPr>
            <p14:xfrm>
              <a:off x="3041160" y="3639690"/>
              <a:ext cx="235440" cy="2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0F0393-A268-818E-F6AB-4597179E69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35040" y="3633570"/>
                <a:ext cx="24768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370F7A7-D91A-043B-689D-2F4331E198E3}"/>
              </a:ext>
            </a:extLst>
          </p:cNvPr>
          <p:cNvGrpSpPr/>
          <p:nvPr/>
        </p:nvGrpSpPr>
        <p:grpSpPr>
          <a:xfrm>
            <a:off x="3745680" y="5005890"/>
            <a:ext cx="586080" cy="110520"/>
            <a:chOff x="3745680" y="5005890"/>
            <a:chExt cx="5860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4FA8C5F-4554-3215-443A-686396903A6A}"/>
                    </a:ext>
                  </a:extLst>
                </p14:cNvPr>
                <p14:cNvContentPartPr/>
                <p14:nvPr/>
              </p14:nvContentPartPr>
              <p14:xfrm>
                <a:off x="3745680" y="5083650"/>
                <a:ext cx="371520" cy="32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4FA8C5F-4554-3215-443A-686396903A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39560" y="5077530"/>
                  <a:ext cx="383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F83B52-CE7F-6484-948C-97828FD3AF5C}"/>
                    </a:ext>
                  </a:extLst>
                </p14:cNvPr>
                <p14:cNvContentPartPr/>
                <p14:nvPr/>
              </p14:nvContentPartPr>
              <p14:xfrm>
                <a:off x="4040880" y="5005890"/>
                <a:ext cx="290880" cy="66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F83B52-CE7F-6484-948C-97828FD3AF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34760" y="4999770"/>
                  <a:ext cx="30312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1D26D71-497D-3D81-8090-35193F897C98}"/>
                  </a:ext>
                </a:extLst>
              </p14:cNvPr>
              <p14:cNvContentPartPr/>
              <p14:nvPr/>
            </p14:nvContentPartPr>
            <p14:xfrm>
              <a:off x="4978320" y="5027490"/>
              <a:ext cx="259560" cy="3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1D26D71-497D-3D81-8090-35193F897C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72200" y="5021370"/>
                <a:ext cx="27180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1613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334C80-0529-48F9-853A-3771A1B09D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4398" y="307143"/>
            <a:ext cx="8528538" cy="34408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33810C-8A96-213B-22C4-3BB9B251FDCE}"/>
                  </a:ext>
                </a:extLst>
              </p14:cNvPr>
              <p14:cNvContentPartPr/>
              <p14:nvPr/>
            </p14:nvContentPartPr>
            <p14:xfrm>
              <a:off x="2333040" y="1008240"/>
              <a:ext cx="307440" cy="5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33810C-8A96-213B-22C4-3BB9B251FD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6920" y="1002120"/>
                <a:ext cx="319680" cy="7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2385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A5B2F8-1176-47F4-B7F1-7C285F5B6C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3237" y="142906"/>
            <a:ext cx="8438176" cy="62679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E4B78B-119A-7E10-69F9-787C7AF2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939" y="228600"/>
            <a:ext cx="2193405" cy="16736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4CF1B1-CD5D-2E1A-FAB3-83AAC21E6453}"/>
                  </a:ext>
                </a:extLst>
              </p14:cNvPr>
              <p14:cNvContentPartPr/>
              <p14:nvPr/>
            </p14:nvContentPartPr>
            <p14:xfrm>
              <a:off x="2743419" y="483972"/>
              <a:ext cx="282600" cy="14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4CF1B1-CD5D-2E1A-FAB3-83AAC21E64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7299" y="477852"/>
                <a:ext cx="2948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AE95EF-7A9E-6645-C876-84069B983E11}"/>
                  </a:ext>
                </a:extLst>
              </p14:cNvPr>
              <p14:cNvContentPartPr/>
              <p14:nvPr/>
            </p14:nvContentPartPr>
            <p14:xfrm>
              <a:off x="5912859" y="1810212"/>
              <a:ext cx="45000" cy="48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AE95EF-7A9E-6645-C876-84069B983E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6739" y="1804092"/>
                <a:ext cx="572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C7109F-8FB4-40FD-8473-C1D3853CBE6B}"/>
                  </a:ext>
                </a:extLst>
              </p14:cNvPr>
              <p14:cNvContentPartPr/>
              <p14:nvPr/>
            </p14:nvContentPartPr>
            <p14:xfrm>
              <a:off x="3873459" y="1090572"/>
              <a:ext cx="1122840" cy="37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C7109F-8FB4-40FD-8473-C1D3853CBE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67339" y="1084452"/>
                <a:ext cx="1135080" cy="38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1CB1DC6-2449-7AEC-464C-649B7EF264E9}"/>
              </a:ext>
            </a:extLst>
          </p:cNvPr>
          <p:cNvGrpSpPr/>
          <p:nvPr/>
        </p:nvGrpSpPr>
        <p:grpSpPr>
          <a:xfrm>
            <a:off x="4993419" y="1067892"/>
            <a:ext cx="257040" cy="248400"/>
            <a:chOff x="4993419" y="1067892"/>
            <a:chExt cx="25704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83C322B-E415-73E5-42F3-44795DDCC616}"/>
                    </a:ext>
                  </a:extLst>
                </p14:cNvPr>
                <p14:cNvContentPartPr/>
                <p14:nvPr/>
              </p14:nvContentPartPr>
              <p14:xfrm>
                <a:off x="5146779" y="1142052"/>
                <a:ext cx="40680" cy="102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83C322B-E415-73E5-42F3-44795DDCC6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40659" y="1135932"/>
                  <a:ext cx="52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E38CDB-81C5-DBA2-6295-38A451D39200}"/>
                    </a:ext>
                  </a:extLst>
                </p14:cNvPr>
                <p14:cNvContentPartPr/>
                <p14:nvPr/>
              </p14:nvContentPartPr>
              <p14:xfrm>
                <a:off x="4993419" y="1067892"/>
                <a:ext cx="257040" cy="248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E38CDB-81C5-DBA2-6295-38A451D392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87299" y="1061772"/>
                  <a:ext cx="26928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F4BB6C-A3B1-AE5F-C8E0-639B50029A71}"/>
                  </a:ext>
                </a:extLst>
              </p14:cNvPr>
              <p14:cNvContentPartPr/>
              <p14:nvPr/>
            </p14:nvContentPartPr>
            <p14:xfrm>
              <a:off x="3768339" y="2252292"/>
              <a:ext cx="1296720" cy="306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3F4BB6C-A3B1-AE5F-C8E0-639B50029A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62219" y="2246172"/>
                <a:ext cx="130896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783006E-4C37-17C0-415D-526412187AA6}"/>
              </a:ext>
            </a:extLst>
          </p:cNvPr>
          <p:cNvGrpSpPr/>
          <p:nvPr/>
        </p:nvGrpSpPr>
        <p:grpSpPr>
          <a:xfrm>
            <a:off x="5093499" y="2262012"/>
            <a:ext cx="252000" cy="193320"/>
            <a:chOff x="5093499" y="2262012"/>
            <a:chExt cx="25200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AF6E852-76AB-6B39-BA33-F32527FDA4B9}"/>
                    </a:ext>
                  </a:extLst>
                </p14:cNvPr>
                <p14:cNvContentPartPr/>
                <p14:nvPr/>
              </p14:nvContentPartPr>
              <p14:xfrm>
                <a:off x="5175579" y="2313132"/>
                <a:ext cx="96840" cy="92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AF6E852-76AB-6B39-BA33-F32527FDA4B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69459" y="2307012"/>
                  <a:ext cx="1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8C1FA1-D919-2148-FB2E-827673FE6A09}"/>
                    </a:ext>
                  </a:extLst>
                </p14:cNvPr>
                <p14:cNvContentPartPr/>
                <p14:nvPr/>
              </p14:nvContentPartPr>
              <p14:xfrm>
                <a:off x="5093499" y="2262012"/>
                <a:ext cx="252000" cy="19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8C1FA1-D919-2148-FB2E-827673FE6A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87379" y="2255892"/>
                  <a:ext cx="264240" cy="20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22AC6D-3AA5-2C47-D476-7B1C0F66ABB3}"/>
                  </a:ext>
                </a:extLst>
              </p14:cNvPr>
              <p14:cNvContentPartPr/>
              <p14:nvPr/>
            </p14:nvContentPartPr>
            <p14:xfrm>
              <a:off x="3627939" y="3018732"/>
              <a:ext cx="208800" cy="42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22AC6D-3AA5-2C47-D476-7B1C0F66ABB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21819" y="3012612"/>
                <a:ext cx="2210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96C02A6-CAAF-442A-610C-98F463BEB86E}"/>
                  </a:ext>
                </a:extLst>
              </p14:cNvPr>
              <p14:cNvContentPartPr/>
              <p14:nvPr/>
            </p14:nvContentPartPr>
            <p14:xfrm>
              <a:off x="4063539" y="3042492"/>
              <a:ext cx="268920" cy="16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96C02A6-CAAF-442A-610C-98F463BEB86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57419" y="3036372"/>
                <a:ext cx="281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7F1FED5-8FC6-9B77-B1C1-70166CBFA2B5}"/>
                  </a:ext>
                </a:extLst>
              </p14:cNvPr>
              <p14:cNvContentPartPr/>
              <p14:nvPr/>
            </p14:nvContentPartPr>
            <p14:xfrm>
              <a:off x="4630899" y="3036012"/>
              <a:ext cx="198720" cy="19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7F1FED5-8FC6-9B77-B1C1-70166CBFA2B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24779" y="3029892"/>
                <a:ext cx="2109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539A922-4578-43DF-FB9B-46374886EA13}"/>
                  </a:ext>
                </a:extLst>
              </p14:cNvPr>
              <p14:cNvContentPartPr/>
              <p14:nvPr/>
            </p14:nvContentPartPr>
            <p14:xfrm>
              <a:off x="6702699" y="1272732"/>
              <a:ext cx="171000" cy="22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539A922-4578-43DF-FB9B-46374886EA1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96579" y="1266612"/>
                <a:ext cx="1832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924EFFE-239C-0B30-727E-080E1809A5D3}"/>
                  </a:ext>
                </a:extLst>
              </p14:cNvPr>
              <p14:cNvContentPartPr/>
              <p14:nvPr/>
            </p14:nvContentPartPr>
            <p14:xfrm>
              <a:off x="6785499" y="1259052"/>
              <a:ext cx="78840" cy="102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924EFFE-239C-0B30-727E-080E1809A5D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79379" y="1252932"/>
                <a:ext cx="9108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9EB1AE9-5D05-00D7-1863-D803289DAF48}"/>
                  </a:ext>
                </a:extLst>
              </p14:cNvPr>
              <p14:cNvContentPartPr/>
              <p14:nvPr/>
            </p14:nvContentPartPr>
            <p14:xfrm>
              <a:off x="7040739" y="1282092"/>
              <a:ext cx="132120" cy="23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9EB1AE9-5D05-00D7-1863-D803289DAF4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34619" y="1275972"/>
                <a:ext cx="1443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919B0C3-59A9-9EA9-7C12-541C9816C323}"/>
                  </a:ext>
                </a:extLst>
              </p14:cNvPr>
              <p14:cNvContentPartPr/>
              <p14:nvPr/>
            </p14:nvContentPartPr>
            <p14:xfrm>
              <a:off x="7014099" y="1243932"/>
              <a:ext cx="71280" cy="85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919B0C3-59A9-9EA9-7C12-541C9816C32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07979" y="1237812"/>
                <a:ext cx="83520" cy="9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AB23B6A-0E6C-AFE3-84FB-19FC2B829C4E}"/>
              </a:ext>
            </a:extLst>
          </p:cNvPr>
          <p:cNvGrpSpPr/>
          <p:nvPr/>
        </p:nvGrpSpPr>
        <p:grpSpPr>
          <a:xfrm>
            <a:off x="6733659" y="994812"/>
            <a:ext cx="439560" cy="170280"/>
            <a:chOff x="6733659" y="994812"/>
            <a:chExt cx="43956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A451A6-E47F-F843-B71A-86F757093BBC}"/>
                    </a:ext>
                  </a:extLst>
                </p14:cNvPr>
                <p14:cNvContentPartPr/>
                <p14:nvPr/>
              </p14:nvContentPartPr>
              <p14:xfrm>
                <a:off x="6743019" y="1131972"/>
                <a:ext cx="73800" cy="33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A451A6-E47F-F843-B71A-86F757093B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36899" y="1125852"/>
                  <a:ext cx="86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BFCFEC-790C-AB5C-0216-23FD597C2B7F}"/>
                    </a:ext>
                  </a:extLst>
                </p14:cNvPr>
                <p14:cNvContentPartPr/>
                <p14:nvPr/>
              </p14:nvContentPartPr>
              <p14:xfrm>
                <a:off x="7114899" y="1136652"/>
                <a:ext cx="58320" cy="17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BFCFEC-790C-AB5C-0216-23FD597C2B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08779" y="1130532"/>
                  <a:ext cx="70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B38C5C-D4DA-CD4D-5ED2-FA8A86968965}"/>
                    </a:ext>
                  </a:extLst>
                </p14:cNvPr>
                <p14:cNvContentPartPr/>
                <p14:nvPr/>
              </p14:nvContentPartPr>
              <p14:xfrm>
                <a:off x="7065219" y="1028652"/>
                <a:ext cx="48240" cy="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B38C5C-D4DA-CD4D-5ED2-FA8A869689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59099" y="1022532"/>
                  <a:ext cx="604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5D0F20-72EC-28F0-1D62-7C3F81EE95EC}"/>
                    </a:ext>
                  </a:extLst>
                </p14:cNvPr>
                <p14:cNvContentPartPr/>
                <p14:nvPr/>
              </p14:nvContentPartPr>
              <p14:xfrm>
                <a:off x="7094379" y="994812"/>
                <a:ext cx="27360" cy="70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5D0F20-72EC-28F0-1D62-7C3F81EE95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88259" y="988692"/>
                  <a:ext cx="39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C3198D-FAFB-DAD3-1C3C-3DA1436072F3}"/>
                    </a:ext>
                  </a:extLst>
                </p14:cNvPr>
                <p14:cNvContentPartPr/>
                <p14:nvPr/>
              </p14:nvContentPartPr>
              <p14:xfrm>
                <a:off x="6733659" y="1017492"/>
                <a:ext cx="75240" cy="1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C3198D-FAFB-DAD3-1C3C-3DA1436072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27539" y="1011372"/>
                  <a:ext cx="8748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9C01EC9-EA86-066C-DB45-D6713C69E719}"/>
              </a:ext>
            </a:extLst>
          </p:cNvPr>
          <p:cNvGrpSpPr/>
          <p:nvPr/>
        </p:nvGrpSpPr>
        <p:grpSpPr>
          <a:xfrm>
            <a:off x="3859779" y="3811304"/>
            <a:ext cx="1595880" cy="490320"/>
            <a:chOff x="3859779" y="3811304"/>
            <a:chExt cx="159588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98161E9-C196-09B7-D61E-9032716A34E9}"/>
                    </a:ext>
                  </a:extLst>
                </p14:cNvPr>
                <p14:cNvContentPartPr/>
                <p14:nvPr/>
              </p14:nvContentPartPr>
              <p14:xfrm>
                <a:off x="3859779" y="4001384"/>
                <a:ext cx="1112760" cy="300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8161E9-C196-09B7-D61E-9032716A34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53659" y="3995264"/>
                  <a:ext cx="11250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DEC39D7-B69D-5BFC-0780-A693DACFF127}"/>
                    </a:ext>
                  </a:extLst>
                </p14:cNvPr>
                <p14:cNvContentPartPr/>
                <p14:nvPr/>
              </p14:nvContentPartPr>
              <p14:xfrm>
                <a:off x="5233899" y="3951704"/>
                <a:ext cx="103680" cy="147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DEC39D7-B69D-5BFC-0780-A693DACFF1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27779" y="3945584"/>
                  <a:ext cx="115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6C997FB-2783-23A8-0563-021CFAA86DC6}"/>
                    </a:ext>
                  </a:extLst>
                </p14:cNvPr>
                <p14:cNvContentPartPr/>
                <p14:nvPr/>
              </p14:nvContentPartPr>
              <p14:xfrm>
                <a:off x="5085579" y="3811304"/>
                <a:ext cx="370080" cy="372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6C997FB-2783-23A8-0563-021CFAA86DC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79459" y="3805184"/>
                  <a:ext cx="382320" cy="38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3733369-CFAD-A2C8-AE5C-447F2C18A760}"/>
                  </a:ext>
                </a:extLst>
              </p14:cNvPr>
              <p14:cNvContentPartPr/>
              <p14:nvPr/>
            </p14:nvContentPartPr>
            <p14:xfrm>
              <a:off x="3764783" y="4610760"/>
              <a:ext cx="613080" cy="275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3733369-CFAD-A2C8-AE5C-447F2C18A76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58663" y="4604640"/>
                <a:ext cx="6253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129049E-A757-62E8-8CC1-E488CBF91896}"/>
                  </a:ext>
                </a:extLst>
              </p14:cNvPr>
              <p14:cNvContentPartPr/>
              <p14:nvPr/>
            </p14:nvContentPartPr>
            <p14:xfrm>
              <a:off x="3719063" y="5766720"/>
              <a:ext cx="689760" cy="295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129049E-A757-62E8-8CC1-E488CBF9189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712943" y="5760600"/>
                <a:ext cx="70200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45A75AA-6EDE-3972-A492-F8ADCA8E338C}"/>
                  </a:ext>
                </a:extLst>
              </p14:cNvPr>
              <p14:cNvContentPartPr/>
              <p14:nvPr/>
            </p14:nvContentPartPr>
            <p14:xfrm>
              <a:off x="5030183" y="6150300"/>
              <a:ext cx="292680" cy="202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45A75AA-6EDE-3972-A492-F8ADCA8E338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24063" y="6144180"/>
                <a:ext cx="304920" cy="2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928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50647B-ED41-4708-9618-DC711BA1E3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5113" y="70338"/>
            <a:ext cx="7911831" cy="641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01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5488E7-BD47-46B9-B63C-5CF4779176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3721" y="0"/>
            <a:ext cx="8890279" cy="3666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93265C-FADF-4353-AE89-FEC619B2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54" y="3666256"/>
            <a:ext cx="7073821" cy="27344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AD40ADD-C3C0-652D-A31E-345195B8EB5A}"/>
                  </a:ext>
                </a:extLst>
              </p14:cNvPr>
              <p14:cNvContentPartPr/>
              <p14:nvPr/>
            </p14:nvContentPartPr>
            <p14:xfrm>
              <a:off x="3759720" y="2727450"/>
              <a:ext cx="66240" cy="81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AD40ADD-C3C0-652D-A31E-345195B8EB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53600" y="2721330"/>
                <a:ext cx="7848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9171BD23-21DA-4B95-ECF9-F467EAE8600E}"/>
              </a:ext>
            </a:extLst>
          </p:cNvPr>
          <p:cNvGrpSpPr/>
          <p:nvPr/>
        </p:nvGrpSpPr>
        <p:grpSpPr>
          <a:xfrm>
            <a:off x="2705640" y="3565890"/>
            <a:ext cx="2939400" cy="329760"/>
            <a:chOff x="2705640" y="3565890"/>
            <a:chExt cx="293940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BA8539-A2CB-A8A6-01BE-3884206CEF58}"/>
                    </a:ext>
                  </a:extLst>
                </p14:cNvPr>
                <p14:cNvContentPartPr/>
                <p14:nvPr/>
              </p14:nvContentPartPr>
              <p14:xfrm>
                <a:off x="2705640" y="3799170"/>
                <a:ext cx="91080" cy="25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BA8539-A2CB-A8A6-01BE-3884206CEF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99520" y="3793050"/>
                  <a:ext cx="103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0094B5-6CC2-E1C3-C653-73EE3DE1B48D}"/>
                    </a:ext>
                  </a:extLst>
                </p14:cNvPr>
                <p14:cNvContentPartPr/>
                <p14:nvPr/>
              </p14:nvContentPartPr>
              <p14:xfrm>
                <a:off x="2843160" y="3716370"/>
                <a:ext cx="19440" cy="10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0094B5-6CC2-E1C3-C653-73EE3DE1B4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7040" y="3710250"/>
                  <a:ext cx="31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F4311C-E563-C305-2CB0-4FCAAFF96716}"/>
                    </a:ext>
                  </a:extLst>
                </p14:cNvPr>
                <p14:cNvContentPartPr/>
                <p14:nvPr/>
              </p14:nvContentPartPr>
              <p14:xfrm>
                <a:off x="2930640" y="3697290"/>
                <a:ext cx="83880" cy="132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F4311C-E563-C305-2CB0-4FCAAFF967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24520" y="3691170"/>
                  <a:ext cx="96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5CD68A-948B-7B59-073A-6A28CA511BE1}"/>
                    </a:ext>
                  </a:extLst>
                </p14:cNvPr>
                <p14:cNvContentPartPr/>
                <p14:nvPr/>
              </p14:nvContentPartPr>
              <p14:xfrm>
                <a:off x="3076440" y="3771090"/>
                <a:ext cx="101880" cy="30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C5CD68A-948B-7B59-073A-6A28CA511B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70320" y="3764970"/>
                  <a:ext cx="114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16A0A68-B640-C3F5-AB36-EE4709EAA7CC}"/>
                    </a:ext>
                  </a:extLst>
                </p14:cNvPr>
                <p14:cNvContentPartPr/>
                <p14:nvPr/>
              </p14:nvContentPartPr>
              <p14:xfrm>
                <a:off x="3126120" y="3741210"/>
                <a:ext cx="15120" cy="75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16A0A68-B640-C3F5-AB36-EE4709EAA7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20000" y="3735090"/>
                  <a:ext cx="27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22C7EC-FE96-3E69-8EF4-005A67AD18B6}"/>
                    </a:ext>
                  </a:extLst>
                </p14:cNvPr>
                <p14:cNvContentPartPr/>
                <p14:nvPr/>
              </p14:nvContentPartPr>
              <p14:xfrm>
                <a:off x="3276600" y="3680010"/>
                <a:ext cx="91080" cy="101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22C7EC-FE96-3E69-8EF4-005A67AD18B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70480" y="3673890"/>
                  <a:ext cx="103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8BF953-1D48-3864-8542-23DA815F385D}"/>
                    </a:ext>
                  </a:extLst>
                </p14:cNvPr>
                <p14:cNvContentPartPr/>
                <p14:nvPr/>
              </p14:nvContentPartPr>
              <p14:xfrm>
                <a:off x="3369120" y="3716010"/>
                <a:ext cx="5040" cy="8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D8BF953-1D48-3864-8542-23DA815F38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63000" y="3709890"/>
                  <a:ext cx="17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71EFF69-EC4D-C567-CF26-FCEB8A5B62ED}"/>
                    </a:ext>
                  </a:extLst>
                </p14:cNvPr>
                <p14:cNvContentPartPr/>
                <p14:nvPr/>
              </p14:nvContentPartPr>
              <p14:xfrm>
                <a:off x="3478920" y="3712770"/>
                <a:ext cx="35280" cy="9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71EFF69-EC4D-C567-CF26-FCEB8A5B62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72800" y="3706650"/>
                  <a:ext cx="47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357D31-E4B6-EAC3-2941-742D90292DA5}"/>
                    </a:ext>
                  </a:extLst>
                </p14:cNvPr>
                <p14:cNvContentPartPr/>
                <p14:nvPr/>
              </p14:nvContentPartPr>
              <p14:xfrm>
                <a:off x="3486840" y="3641850"/>
                <a:ext cx="14400" cy="7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357D31-E4B6-EAC3-2941-742D90292DA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80720" y="3635730"/>
                  <a:ext cx="266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5CB15E-CC05-C6A3-F012-DDDB8883A790}"/>
                    </a:ext>
                  </a:extLst>
                </p14:cNvPr>
                <p14:cNvContentPartPr/>
                <p14:nvPr/>
              </p14:nvContentPartPr>
              <p14:xfrm>
                <a:off x="3540840" y="3813210"/>
                <a:ext cx="12240" cy="82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5CB15E-CC05-C6A3-F012-DDDB8883A7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34720" y="3807090"/>
                  <a:ext cx="24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D2DEA1-9628-942E-4CC4-50C675224A50}"/>
                    </a:ext>
                  </a:extLst>
                </p14:cNvPr>
                <p14:cNvContentPartPr/>
                <p14:nvPr/>
              </p14:nvContentPartPr>
              <p14:xfrm>
                <a:off x="3626520" y="3763890"/>
                <a:ext cx="72360" cy="16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D2DEA1-9628-942E-4CC4-50C675224A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20400" y="3757770"/>
                  <a:ext cx="84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50ED88C-A483-F0DC-7CBF-93A9BC92869D}"/>
                    </a:ext>
                  </a:extLst>
                </p14:cNvPr>
                <p14:cNvContentPartPr/>
                <p14:nvPr/>
              </p14:nvContentPartPr>
              <p14:xfrm>
                <a:off x="3761160" y="3690450"/>
                <a:ext cx="100440" cy="82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50ED88C-A483-F0DC-7CBF-93A9BC9286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55040" y="3684330"/>
                  <a:ext cx="112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2771ED-94DE-6864-D6BE-763DE0F376D9}"/>
                    </a:ext>
                  </a:extLst>
                </p14:cNvPr>
                <p14:cNvContentPartPr/>
                <p14:nvPr/>
              </p14:nvContentPartPr>
              <p14:xfrm>
                <a:off x="3836760" y="3719610"/>
                <a:ext cx="12960" cy="70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2771ED-94DE-6864-D6BE-763DE0F376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30640" y="3713490"/>
                  <a:ext cx="25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82F39F1-FA19-8EF7-5A57-C2FF431B83D3}"/>
                    </a:ext>
                  </a:extLst>
                </p14:cNvPr>
                <p14:cNvContentPartPr/>
                <p14:nvPr/>
              </p14:nvContentPartPr>
              <p14:xfrm>
                <a:off x="3924960" y="3622410"/>
                <a:ext cx="11160" cy="13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82F39F1-FA19-8EF7-5A57-C2FF431B83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18840" y="3616290"/>
                  <a:ext cx="23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B1D6738-6E85-2FE5-4705-106D91B5B348}"/>
                    </a:ext>
                  </a:extLst>
                </p14:cNvPr>
                <p14:cNvContentPartPr/>
                <p14:nvPr/>
              </p14:nvContentPartPr>
              <p14:xfrm>
                <a:off x="4001280" y="3723570"/>
                <a:ext cx="87480" cy="115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B1D6738-6E85-2FE5-4705-106D91B5B3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5160" y="3717450"/>
                  <a:ext cx="99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F167EA0-3A59-C601-DEA3-D65733A315DA}"/>
                    </a:ext>
                  </a:extLst>
                </p14:cNvPr>
                <p14:cNvContentPartPr/>
                <p14:nvPr/>
              </p14:nvContentPartPr>
              <p14:xfrm>
                <a:off x="4164720" y="3732930"/>
                <a:ext cx="76680" cy="1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167EA0-3A59-C601-DEA3-D65733A315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58600" y="3726810"/>
                  <a:ext cx="88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44B1B0-B109-E555-65C1-BDE656B892A2}"/>
                    </a:ext>
                  </a:extLst>
                </p14:cNvPr>
                <p14:cNvContentPartPr/>
                <p14:nvPr/>
              </p14:nvContentPartPr>
              <p14:xfrm>
                <a:off x="4201800" y="3713850"/>
                <a:ext cx="14760" cy="84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44B1B0-B109-E555-65C1-BDE656B892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95680" y="3707730"/>
                  <a:ext cx="270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D49A10-8A36-9289-B21F-C43A19CBF558}"/>
                    </a:ext>
                  </a:extLst>
                </p14:cNvPr>
                <p14:cNvContentPartPr/>
                <p14:nvPr/>
              </p14:nvContentPartPr>
              <p14:xfrm>
                <a:off x="4303320" y="3679290"/>
                <a:ext cx="152640" cy="10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D49A10-8A36-9289-B21F-C43A19CBF5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97200" y="3673170"/>
                  <a:ext cx="164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2AE9537-6534-E5B8-2B14-EB7626CEDCE7}"/>
                    </a:ext>
                  </a:extLst>
                </p14:cNvPr>
                <p14:cNvContentPartPr/>
                <p14:nvPr/>
              </p14:nvContentPartPr>
              <p14:xfrm>
                <a:off x="4542720" y="3695850"/>
                <a:ext cx="39600" cy="7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2AE9537-6534-E5B8-2B14-EB7626CEDC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36600" y="3689730"/>
                  <a:ext cx="51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D92A4BC-4E2C-D1B9-0B98-5B278A76AB27}"/>
                    </a:ext>
                  </a:extLst>
                </p14:cNvPr>
                <p14:cNvContentPartPr/>
                <p14:nvPr/>
              </p14:nvContentPartPr>
              <p14:xfrm>
                <a:off x="4518960" y="3588930"/>
                <a:ext cx="5400" cy="16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D92A4BC-4E2C-D1B9-0B98-5B278A76AB2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12840" y="3582810"/>
                  <a:ext cx="17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0E796B-9BBE-714E-4990-644A2283DC31}"/>
                    </a:ext>
                  </a:extLst>
                </p14:cNvPr>
                <p14:cNvContentPartPr/>
                <p14:nvPr/>
              </p14:nvContentPartPr>
              <p14:xfrm>
                <a:off x="4619040" y="3763170"/>
                <a:ext cx="37800" cy="62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B0E796B-9BBE-714E-4990-644A2283DC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12920" y="3757050"/>
                  <a:ext cx="50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028C319-F454-1BC2-3695-EABEBD6BAC71}"/>
                    </a:ext>
                  </a:extLst>
                </p14:cNvPr>
                <p14:cNvContentPartPr/>
                <p14:nvPr/>
              </p14:nvContentPartPr>
              <p14:xfrm>
                <a:off x="4753680" y="3707730"/>
                <a:ext cx="89640" cy="25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028C319-F454-1BC2-3695-EABEBD6BAC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47560" y="3701610"/>
                  <a:ext cx="101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711CF5-003B-FC9A-F91D-30BB8C4971D8}"/>
                    </a:ext>
                  </a:extLst>
                </p14:cNvPr>
                <p14:cNvContentPartPr/>
                <p14:nvPr/>
              </p14:nvContentPartPr>
              <p14:xfrm>
                <a:off x="4912440" y="3652290"/>
                <a:ext cx="79920" cy="9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711CF5-003B-FC9A-F91D-30BB8C4971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06320" y="3646170"/>
                  <a:ext cx="92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9048CE1-5528-9B0F-0714-C0A0CB3AD578}"/>
                    </a:ext>
                  </a:extLst>
                </p14:cNvPr>
                <p14:cNvContentPartPr/>
                <p14:nvPr/>
              </p14:nvContentPartPr>
              <p14:xfrm>
                <a:off x="5059680" y="3661290"/>
                <a:ext cx="39960" cy="7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9048CE1-5528-9B0F-0714-C0A0CB3AD57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53560" y="3655170"/>
                  <a:ext cx="52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D936AE-2400-2BC9-E672-78AEE06438CA}"/>
                    </a:ext>
                  </a:extLst>
                </p14:cNvPr>
                <p14:cNvContentPartPr/>
                <p14:nvPr/>
              </p14:nvContentPartPr>
              <p14:xfrm>
                <a:off x="5036280" y="3565890"/>
                <a:ext cx="23400" cy="14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D936AE-2400-2BC9-E672-78AEE06438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30160" y="3559770"/>
                  <a:ext cx="35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FB7B2F-1AE2-3068-9AE5-2030507B77B0}"/>
                    </a:ext>
                  </a:extLst>
                </p14:cNvPr>
                <p14:cNvContentPartPr/>
                <p14:nvPr/>
              </p14:nvContentPartPr>
              <p14:xfrm>
                <a:off x="5156160" y="3731850"/>
                <a:ext cx="138240" cy="66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FB7B2F-1AE2-3068-9AE5-2030507B77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50040" y="3725730"/>
                  <a:ext cx="150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7695EE3-275F-F1FC-1381-3AC189E7A798}"/>
                    </a:ext>
                  </a:extLst>
                </p14:cNvPr>
                <p14:cNvContentPartPr/>
                <p14:nvPr/>
              </p14:nvContentPartPr>
              <p14:xfrm>
                <a:off x="5368920" y="3674250"/>
                <a:ext cx="144360" cy="44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7695EE3-275F-F1FC-1381-3AC189E7A7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62800" y="3668130"/>
                  <a:ext cx="156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C5D9166-7F29-C634-C43E-7A2E32F8590D}"/>
                    </a:ext>
                  </a:extLst>
                </p14:cNvPr>
                <p14:cNvContentPartPr/>
                <p14:nvPr/>
              </p14:nvContentPartPr>
              <p14:xfrm>
                <a:off x="5531280" y="3637170"/>
                <a:ext cx="113760" cy="109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C5D9166-7F29-C634-C43E-7A2E32F8590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25160" y="3631050"/>
                  <a:ext cx="12600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65A248C-4622-DF4C-87B8-05610619E286}"/>
                  </a:ext>
                </a:extLst>
              </p14:cNvPr>
              <p14:cNvContentPartPr/>
              <p14:nvPr/>
            </p14:nvContentPartPr>
            <p14:xfrm>
              <a:off x="4162920" y="4015530"/>
              <a:ext cx="1361520" cy="410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65A248C-4622-DF4C-87B8-05610619E28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56800" y="4009410"/>
                <a:ext cx="1373760" cy="42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721978AC-7DFB-3B9C-BE8F-150282AAA2E0}"/>
              </a:ext>
            </a:extLst>
          </p:cNvPr>
          <p:cNvGrpSpPr/>
          <p:nvPr/>
        </p:nvGrpSpPr>
        <p:grpSpPr>
          <a:xfrm>
            <a:off x="1206600" y="4673250"/>
            <a:ext cx="636120" cy="255240"/>
            <a:chOff x="1206600" y="4673250"/>
            <a:chExt cx="6361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52FA3CE-2B84-CE57-3F2A-05ADF555B6F9}"/>
                    </a:ext>
                  </a:extLst>
                </p14:cNvPr>
                <p14:cNvContentPartPr/>
                <p14:nvPr/>
              </p14:nvContentPartPr>
              <p14:xfrm>
                <a:off x="1206600" y="4790250"/>
                <a:ext cx="9432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52FA3CE-2B84-CE57-3F2A-05ADF555B6F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00480" y="4784130"/>
                  <a:ext cx="106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3E393B-67E3-D71A-ED02-19B7F645F79E}"/>
                    </a:ext>
                  </a:extLst>
                </p14:cNvPr>
                <p14:cNvContentPartPr/>
                <p14:nvPr/>
              </p14:nvContentPartPr>
              <p14:xfrm>
                <a:off x="1325760" y="4793850"/>
                <a:ext cx="25200" cy="84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3E393B-67E3-D71A-ED02-19B7F645F79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19640" y="4787730"/>
                  <a:ext cx="37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11C5B6D-ABED-E1AB-F2FC-9800FF512F13}"/>
                    </a:ext>
                  </a:extLst>
                </p14:cNvPr>
                <p14:cNvContentPartPr/>
                <p14:nvPr/>
              </p14:nvContentPartPr>
              <p14:xfrm>
                <a:off x="1293000" y="4756050"/>
                <a:ext cx="7920" cy="1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11C5B6D-ABED-E1AB-F2FC-9800FF512F1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86880" y="4749930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3CD33D-75FC-BD3A-C61C-8B4B2467AB75}"/>
                    </a:ext>
                  </a:extLst>
                </p14:cNvPr>
                <p14:cNvContentPartPr/>
                <p14:nvPr/>
              </p14:nvContentPartPr>
              <p14:xfrm>
                <a:off x="1407480" y="4814730"/>
                <a:ext cx="72360" cy="90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3CD33D-75FC-BD3A-C61C-8B4B2467AB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01360" y="4808610"/>
                  <a:ext cx="84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8DA95DF-5CAB-1722-D2FD-3E87892C195C}"/>
                    </a:ext>
                  </a:extLst>
                </p14:cNvPr>
                <p14:cNvContentPartPr/>
                <p14:nvPr/>
              </p14:nvContentPartPr>
              <p14:xfrm>
                <a:off x="1505760" y="4808250"/>
                <a:ext cx="71280" cy="55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8DA95DF-5CAB-1722-D2FD-3E87892C195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99640" y="4802130"/>
                  <a:ext cx="83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E917BF7-46CA-5CE0-92B4-BFE978B21DF4}"/>
                    </a:ext>
                  </a:extLst>
                </p14:cNvPr>
                <p14:cNvContentPartPr/>
                <p14:nvPr/>
              </p14:nvContentPartPr>
              <p14:xfrm>
                <a:off x="1558320" y="4705650"/>
                <a:ext cx="114120" cy="12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E917BF7-46CA-5CE0-92B4-BFE978B21D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52200" y="4699530"/>
                  <a:ext cx="126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F2EC2F-8480-310F-A70C-352F730EAA94}"/>
                    </a:ext>
                  </a:extLst>
                </p14:cNvPr>
                <p14:cNvContentPartPr/>
                <p14:nvPr/>
              </p14:nvContentPartPr>
              <p14:xfrm>
                <a:off x="1679280" y="4701330"/>
                <a:ext cx="63720" cy="87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F2EC2F-8480-310F-A70C-352F730EAA9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73160" y="4695210"/>
                  <a:ext cx="75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59D7624-55A0-4669-5F9D-1A9F70394713}"/>
                    </a:ext>
                  </a:extLst>
                </p14:cNvPr>
                <p14:cNvContentPartPr/>
                <p14:nvPr/>
              </p14:nvContentPartPr>
              <p14:xfrm>
                <a:off x="1653360" y="4673250"/>
                <a:ext cx="14400" cy="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59D7624-55A0-4669-5F9D-1A9F703947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47240" y="4667130"/>
                  <a:ext cx="26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72BD594-8FBD-ADB2-3285-44E1BF962133}"/>
                    </a:ext>
                  </a:extLst>
                </p14:cNvPr>
                <p14:cNvContentPartPr/>
                <p14:nvPr/>
              </p14:nvContentPartPr>
              <p14:xfrm>
                <a:off x="1775760" y="4734450"/>
                <a:ext cx="66960" cy="72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72BD594-8FBD-ADB2-3285-44E1BF96213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69640" y="4728330"/>
                  <a:ext cx="7920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F106594-67F1-5AB4-F1C4-F08BBA761709}"/>
                  </a:ext>
                </a:extLst>
              </p14:cNvPr>
              <p14:cNvContentPartPr/>
              <p14:nvPr/>
            </p14:nvContentPartPr>
            <p14:xfrm>
              <a:off x="1679280" y="5122170"/>
              <a:ext cx="277200" cy="30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F106594-67F1-5AB4-F1C4-F08BBA76170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673160" y="5116050"/>
                <a:ext cx="2894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85D181E-2F78-D111-7C91-A2442431F1B7}"/>
                  </a:ext>
                </a:extLst>
              </p14:cNvPr>
              <p14:cNvContentPartPr/>
              <p14:nvPr/>
            </p14:nvContentPartPr>
            <p14:xfrm>
              <a:off x="1279320" y="5116050"/>
              <a:ext cx="283680" cy="36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85D181E-2F78-D111-7C91-A2442431F1B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73200" y="5109930"/>
                <a:ext cx="2959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E56E454-4BB8-F174-EC4A-B41D71321D46}"/>
                  </a:ext>
                </a:extLst>
              </p14:cNvPr>
              <p14:cNvContentPartPr/>
              <p14:nvPr/>
            </p14:nvContentPartPr>
            <p14:xfrm>
              <a:off x="2576400" y="5128650"/>
              <a:ext cx="320760" cy="45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E56E454-4BB8-F174-EC4A-B41D71321D4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570280" y="5122530"/>
                <a:ext cx="3330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07F0D99-DCA1-F386-F889-1A3A00E6A065}"/>
                  </a:ext>
                </a:extLst>
              </p14:cNvPr>
              <p14:cNvContentPartPr/>
              <p14:nvPr/>
            </p14:nvContentPartPr>
            <p14:xfrm>
              <a:off x="1432680" y="1854810"/>
              <a:ext cx="8640" cy="108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07F0D99-DCA1-F386-F889-1A3A00E6A06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26560" y="1848690"/>
                <a:ext cx="2088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D6333CE0-F6E8-9DCC-C2AB-C2080AD0701D}"/>
              </a:ext>
            </a:extLst>
          </p:cNvPr>
          <p:cNvGrpSpPr/>
          <p:nvPr/>
        </p:nvGrpSpPr>
        <p:grpSpPr>
          <a:xfrm>
            <a:off x="1036680" y="1967850"/>
            <a:ext cx="719640" cy="374040"/>
            <a:chOff x="1036680" y="1967850"/>
            <a:chExt cx="71964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E7B8279-F8A7-AA7F-CCB4-7753E1A663A8}"/>
                    </a:ext>
                  </a:extLst>
                </p14:cNvPr>
                <p14:cNvContentPartPr/>
                <p14:nvPr/>
              </p14:nvContentPartPr>
              <p14:xfrm>
                <a:off x="1036680" y="2028330"/>
                <a:ext cx="104400" cy="226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E7B8279-F8A7-AA7F-CCB4-7753E1A663A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0560" y="2022210"/>
                  <a:ext cx="1166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FFE174E-31F8-2A74-7AAA-F41999C94314}"/>
                    </a:ext>
                  </a:extLst>
                </p14:cNvPr>
                <p14:cNvContentPartPr/>
                <p14:nvPr/>
              </p14:nvContentPartPr>
              <p14:xfrm>
                <a:off x="1089600" y="2217330"/>
                <a:ext cx="131760" cy="72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FFE174E-31F8-2A74-7AAA-F41999C943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83480" y="2211210"/>
                  <a:ext cx="144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6CCE89F-2696-1E0D-BC8C-1DAF64A69561}"/>
                    </a:ext>
                  </a:extLst>
                </p14:cNvPr>
                <p14:cNvContentPartPr/>
                <p14:nvPr/>
              </p14:nvContentPartPr>
              <p14:xfrm>
                <a:off x="1152600" y="2282490"/>
                <a:ext cx="96480" cy="59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CCE89F-2696-1E0D-BC8C-1DAF64A6956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6480" y="2276370"/>
                  <a:ext cx="108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1E6DD5-E6E5-D4D8-0C94-BB15580F12DA}"/>
                    </a:ext>
                  </a:extLst>
                </p14:cNvPr>
                <p14:cNvContentPartPr/>
                <p14:nvPr/>
              </p14:nvContentPartPr>
              <p14:xfrm>
                <a:off x="1315320" y="2200770"/>
                <a:ext cx="101520" cy="24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1E6DD5-E6E5-D4D8-0C94-BB15580F12D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09200" y="2194650"/>
                  <a:ext cx="113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517C4E-3C2B-1105-90E0-B9F77B7F2AEE}"/>
                    </a:ext>
                  </a:extLst>
                </p14:cNvPr>
                <p14:cNvContentPartPr/>
                <p14:nvPr/>
              </p14:nvContentPartPr>
              <p14:xfrm>
                <a:off x="1275720" y="2178450"/>
                <a:ext cx="94320" cy="28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517C4E-3C2B-1105-90E0-B9F77B7F2AE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69600" y="2172330"/>
                  <a:ext cx="106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088BE16-5BBE-E4BE-9AD9-FECABD34007D}"/>
                    </a:ext>
                  </a:extLst>
                </p14:cNvPr>
                <p14:cNvContentPartPr/>
                <p14:nvPr/>
              </p14:nvContentPartPr>
              <p14:xfrm>
                <a:off x="1486680" y="1967850"/>
                <a:ext cx="66600" cy="12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088BE16-5BBE-E4BE-9AD9-FECABD34007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80560" y="1961730"/>
                  <a:ext cx="78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6A4D278-7996-C270-1FD3-008FDB3C2745}"/>
                    </a:ext>
                  </a:extLst>
                </p14:cNvPr>
                <p14:cNvContentPartPr/>
                <p14:nvPr/>
              </p14:nvContentPartPr>
              <p14:xfrm>
                <a:off x="1605840" y="2092770"/>
                <a:ext cx="150480" cy="184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6A4D278-7996-C270-1FD3-008FDB3C274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99720" y="2086650"/>
                  <a:ext cx="16272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0A2FA61-2F8A-3541-94CB-657A3347AA56}"/>
              </a:ext>
            </a:extLst>
          </p:cNvPr>
          <p:cNvGrpSpPr/>
          <p:nvPr/>
        </p:nvGrpSpPr>
        <p:grpSpPr>
          <a:xfrm>
            <a:off x="247920" y="5696520"/>
            <a:ext cx="511920" cy="210240"/>
            <a:chOff x="247920" y="5696520"/>
            <a:chExt cx="51192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F70A79-66FA-8E81-9130-55573A262852}"/>
                    </a:ext>
                  </a:extLst>
                </p14:cNvPr>
                <p14:cNvContentPartPr/>
                <p14:nvPr/>
              </p14:nvContentPartPr>
              <p14:xfrm>
                <a:off x="247920" y="5820000"/>
                <a:ext cx="137880" cy="86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F70A79-66FA-8E81-9130-55573A2628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1800" y="5813880"/>
                  <a:ext cx="1501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5335006-5C76-01A2-383B-31F810DE1BC1}"/>
                    </a:ext>
                  </a:extLst>
                </p14:cNvPr>
                <p14:cNvContentPartPr/>
                <p14:nvPr/>
              </p14:nvContentPartPr>
              <p14:xfrm>
                <a:off x="433680" y="5768880"/>
                <a:ext cx="68400" cy="66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5335006-5C76-01A2-383B-31F810DE1B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7560" y="5762760"/>
                  <a:ext cx="80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08EE7F6-D3DB-2F08-566C-B7B6BDFEE60C}"/>
                    </a:ext>
                  </a:extLst>
                </p14:cNvPr>
                <p14:cNvContentPartPr/>
                <p14:nvPr/>
              </p14:nvContentPartPr>
              <p14:xfrm>
                <a:off x="533760" y="5718840"/>
                <a:ext cx="79560" cy="128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08EE7F6-D3DB-2F08-566C-B7B6BDFEE6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7640" y="5712720"/>
                  <a:ext cx="91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AA984A-2F6A-E002-13BC-1D78187DC0E4}"/>
                    </a:ext>
                  </a:extLst>
                </p14:cNvPr>
                <p14:cNvContentPartPr/>
                <p14:nvPr/>
              </p14:nvContentPartPr>
              <p14:xfrm>
                <a:off x="610800" y="5696520"/>
                <a:ext cx="149040" cy="105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AA984A-2F6A-E002-13BC-1D78187DC0E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680" y="5690400"/>
                  <a:ext cx="16128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623ED7E-0A4F-1CEA-79B2-C8A4F04A468C}"/>
              </a:ext>
            </a:extLst>
          </p:cNvPr>
          <p:cNvGrpSpPr/>
          <p:nvPr/>
        </p:nvGrpSpPr>
        <p:grpSpPr>
          <a:xfrm>
            <a:off x="1712040" y="5230680"/>
            <a:ext cx="2693880" cy="385920"/>
            <a:chOff x="1712040" y="5230680"/>
            <a:chExt cx="269388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89A5F45-AF2D-1C56-4665-1C7FFCB26FBA}"/>
                    </a:ext>
                  </a:extLst>
                </p14:cNvPr>
                <p14:cNvContentPartPr/>
                <p14:nvPr/>
              </p14:nvContentPartPr>
              <p14:xfrm>
                <a:off x="1789080" y="5461080"/>
                <a:ext cx="3240" cy="1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89A5F45-AF2D-1C56-4665-1C7FFCB26F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82960" y="5454960"/>
                  <a:ext cx="154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8A63776-BD47-6226-F2B3-A02CEE05447A}"/>
                    </a:ext>
                  </a:extLst>
                </p14:cNvPr>
                <p14:cNvContentPartPr/>
                <p14:nvPr/>
              </p14:nvContentPartPr>
              <p14:xfrm>
                <a:off x="1712040" y="5421480"/>
                <a:ext cx="87480" cy="149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8A63776-BD47-6226-F2B3-A02CEE0544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05920" y="5415360"/>
                  <a:ext cx="99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351F8DE-BC54-E7BA-1B73-CCB27C23E24B}"/>
                    </a:ext>
                  </a:extLst>
                </p14:cNvPr>
                <p14:cNvContentPartPr/>
                <p14:nvPr/>
              </p14:nvContentPartPr>
              <p14:xfrm>
                <a:off x="1877640" y="5470440"/>
                <a:ext cx="21600" cy="76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351F8DE-BC54-E7BA-1B73-CCB27C23E2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71520" y="5464320"/>
                  <a:ext cx="33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C6A792B-83B1-A34D-24D2-611B81B84227}"/>
                    </a:ext>
                  </a:extLst>
                </p14:cNvPr>
                <p14:cNvContentPartPr/>
                <p14:nvPr/>
              </p14:nvContentPartPr>
              <p14:xfrm>
                <a:off x="1912560" y="5332560"/>
                <a:ext cx="10080" cy="16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C6A792B-83B1-A34D-24D2-611B81B842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06440" y="5326440"/>
                  <a:ext cx="22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84EA51E-D9DF-9176-35CE-578B48400BC5}"/>
                    </a:ext>
                  </a:extLst>
                </p14:cNvPr>
                <p14:cNvContentPartPr/>
                <p14:nvPr/>
              </p14:nvContentPartPr>
              <p14:xfrm>
                <a:off x="1905360" y="5453520"/>
                <a:ext cx="104040" cy="163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84EA51E-D9DF-9176-35CE-578B48400BC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99240" y="5447400"/>
                  <a:ext cx="116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3BF8C5F-E9AF-3816-A441-C218DB17152A}"/>
                    </a:ext>
                  </a:extLst>
                </p14:cNvPr>
                <p14:cNvContentPartPr/>
                <p14:nvPr/>
              </p14:nvContentPartPr>
              <p14:xfrm>
                <a:off x="2077800" y="5490240"/>
                <a:ext cx="69120" cy="21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3BF8C5F-E9AF-3816-A441-C218DB17152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71680" y="5484120"/>
                  <a:ext cx="81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E1B7693-0B7D-1463-2DEA-E18B679108C4}"/>
                    </a:ext>
                  </a:extLst>
                </p14:cNvPr>
                <p14:cNvContentPartPr/>
                <p14:nvPr/>
              </p14:nvContentPartPr>
              <p14:xfrm>
                <a:off x="2108400" y="5472960"/>
                <a:ext cx="29160" cy="92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E1B7693-0B7D-1463-2DEA-E18B679108C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02280" y="5466840"/>
                  <a:ext cx="414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F6340D2-5842-8667-E334-AE202AAC0370}"/>
                    </a:ext>
                  </a:extLst>
                </p14:cNvPr>
                <p14:cNvContentPartPr/>
                <p14:nvPr/>
              </p14:nvContentPartPr>
              <p14:xfrm>
                <a:off x="2231520" y="5386560"/>
                <a:ext cx="123840" cy="137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F6340D2-5842-8667-E334-AE202AAC03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25400" y="5380440"/>
                  <a:ext cx="136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BB67AF6-FEDF-E0CC-E9C0-B80A06B4C7E5}"/>
                    </a:ext>
                  </a:extLst>
                </p14:cNvPr>
                <p14:cNvContentPartPr/>
                <p14:nvPr/>
              </p14:nvContentPartPr>
              <p14:xfrm>
                <a:off x="2434920" y="5401680"/>
                <a:ext cx="11880" cy="96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BB67AF6-FEDF-E0CC-E9C0-B80A06B4C7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28800" y="5395560"/>
                  <a:ext cx="24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AA43A8E-F032-9D72-0856-F90D3639D50F}"/>
                    </a:ext>
                  </a:extLst>
                </p14:cNvPr>
                <p14:cNvContentPartPr/>
                <p14:nvPr/>
              </p14:nvContentPartPr>
              <p14:xfrm>
                <a:off x="2407920" y="5327880"/>
                <a:ext cx="29160" cy="21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AA43A8E-F032-9D72-0856-F90D3639D50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01800" y="5321760"/>
                  <a:ext cx="41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F4B2720-1158-0B80-2F2E-573F55B720EF}"/>
                    </a:ext>
                  </a:extLst>
                </p14:cNvPr>
                <p14:cNvContentPartPr/>
                <p14:nvPr/>
              </p14:nvContentPartPr>
              <p14:xfrm>
                <a:off x="2446440" y="5412840"/>
                <a:ext cx="119160" cy="158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F4B2720-1158-0B80-2F2E-573F55B720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40320" y="5406720"/>
                  <a:ext cx="131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87122C1-A68A-A9C5-F428-D118B08E72AD}"/>
                    </a:ext>
                  </a:extLst>
                </p14:cNvPr>
                <p14:cNvContentPartPr/>
                <p14:nvPr/>
              </p14:nvContentPartPr>
              <p14:xfrm>
                <a:off x="2594760" y="5423640"/>
                <a:ext cx="120600" cy="27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87122C1-A68A-A9C5-F428-D118B08E72A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88640" y="5417520"/>
                  <a:ext cx="132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0A1084-1834-FDDD-ACB7-B6E5DE00AB82}"/>
                    </a:ext>
                  </a:extLst>
                </p14:cNvPr>
                <p14:cNvContentPartPr/>
                <p14:nvPr/>
              </p14:nvContentPartPr>
              <p14:xfrm>
                <a:off x="2619960" y="5416800"/>
                <a:ext cx="45720" cy="79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0A1084-1834-FDDD-ACB7-B6E5DE00AB8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13840" y="5410680"/>
                  <a:ext cx="57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37F01E4-F36E-9DF7-2A88-874DD7CDD86F}"/>
                    </a:ext>
                  </a:extLst>
                </p14:cNvPr>
                <p14:cNvContentPartPr/>
                <p14:nvPr/>
              </p14:nvContentPartPr>
              <p14:xfrm>
                <a:off x="2767920" y="5338320"/>
                <a:ext cx="99720" cy="111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37F01E4-F36E-9DF7-2A88-874DD7CDD86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61800" y="5332200"/>
                  <a:ext cx="111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5108527-6C0D-8F93-3DE9-523FC53848CE}"/>
                    </a:ext>
                  </a:extLst>
                </p14:cNvPr>
                <p14:cNvContentPartPr/>
                <p14:nvPr/>
              </p14:nvContentPartPr>
              <p14:xfrm>
                <a:off x="2925600" y="5347320"/>
                <a:ext cx="34920" cy="9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5108527-6C0D-8F93-3DE9-523FC53848C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19480" y="5341200"/>
                  <a:ext cx="47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10515F9-C30D-3F32-5CF7-2A28D1A295EE}"/>
                    </a:ext>
                  </a:extLst>
                </p14:cNvPr>
                <p14:cNvContentPartPr/>
                <p14:nvPr/>
              </p14:nvContentPartPr>
              <p14:xfrm>
                <a:off x="2927760" y="5290800"/>
                <a:ext cx="7920" cy="23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10515F9-C30D-3F32-5CF7-2A28D1A295E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21640" y="5284680"/>
                  <a:ext cx="20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5406FFD-923E-AAA2-AE86-E6FC9E3F6B16}"/>
                    </a:ext>
                  </a:extLst>
                </p14:cNvPr>
                <p14:cNvContentPartPr/>
                <p14:nvPr/>
              </p14:nvContentPartPr>
              <p14:xfrm>
                <a:off x="2983560" y="5427960"/>
                <a:ext cx="90000" cy="11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5406FFD-923E-AAA2-AE86-E6FC9E3F6B1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77440" y="5421840"/>
                  <a:ext cx="102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A415E3-4472-94B5-A8C3-E3C72AA317C8}"/>
                    </a:ext>
                  </a:extLst>
                </p14:cNvPr>
                <p14:cNvContentPartPr/>
                <p14:nvPr/>
              </p14:nvContentPartPr>
              <p14:xfrm>
                <a:off x="3146640" y="5419680"/>
                <a:ext cx="68760" cy="25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FA415E3-4472-94B5-A8C3-E3C72AA317C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40520" y="5413560"/>
                  <a:ext cx="81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2C31C2-6313-0A03-3EAB-77CD523B9362}"/>
                    </a:ext>
                  </a:extLst>
                </p14:cNvPr>
                <p14:cNvContentPartPr/>
                <p14:nvPr/>
              </p14:nvContentPartPr>
              <p14:xfrm>
                <a:off x="3320160" y="5330040"/>
                <a:ext cx="114840" cy="103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2C31C2-6313-0A03-3EAB-77CD523B936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14040" y="5323920"/>
                  <a:ext cx="127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AB1BFE-1768-EEAB-6376-DA1A328C4554}"/>
                    </a:ext>
                  </a:extLst>
                </p14:cNvPr>
                <p14:cNvContentPartPr/>
                <p14:nvPr/>
              </p14:nvContentPartPr>
              <p14:xfrm>
                <a:off x="3488280" y="5350200"/>
                <a:ext cx="40320" cy="90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AB1BFE-1768-EEAB-6376-DA1A328C455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82160" y="5344080"/>
                  <a:ext cx="52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99D4063-5EDA-CA8E-134F-272675081350}"/>
                    </a:ext>
                  </a:extLst>
                </p14:cNvPr>
                <p14:cNvContentPartPr/>
                <p14:nvPr/>
              </p14:nvContentPartPr>
              <p14:xfrm>
                <a:off x="3455160" y="5286480"/>
                <a:ext cx="147600" cy="207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99D4063-5EDA-CA8E-134F-27267508135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49040" y="5280360"/>
                  <a:ext cx="159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E5574F-FD5A-069E-FD38-8F5A5F13CC6B}"/>
                    </a:ext>
                  </a:extLst>
                </p14:cNvPr>
                <p14:cNvContentPartPr/>
                <p14:nvPr/>
              </p14:nvContentPartPr>
              <p14:xfrm>
                <a:off x="3676560" y="5368920"/>
                <a:ext cx="48960" cy="11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E5574F-FD5A-069E-FD38-8F5A5F13CC6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70440" y="5362800"/>
                  <a:ext cx="61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0104D3F-83FE-FC61-CBD1-82DFFE13B662}"/>
                    </a:ext>
                  </a:extLst>
                </p14:cNvPr>
                <p14:cNvContentPartPr/>
                <p14:nvPr/>
              </p14:nvContentPartPr>
              <p14:xfrm>
                <a:off x="3774840" y="5280000"/>
                <a:ext cx="124560" cy="144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0104D3F-83FE-FC61-CBD1-82DFFE13B66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768720" y="5273880"/>
                  <a:ext cx="136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58041F-A118-E3B4-AF76-D754A51D1B11}"/>
                    </a:ext>
                  </a:extLst>
                </p14:cNvPr>
                <p14:cNvContentPartPr/>
                <p14:nvPr/>
              </p14:nvContentPartPr>
              <p14:xfrm>
                <a:off x="3975360" y="5300880"/>
                <a:ext cx="10440" cy="111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58041F-A118-E3B4-AF76-D754A51D1B1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69240" y="5294760"/>
                  <a:ext cx="22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927B910-7329-2387-1B04-E8B304257090}"/>
                    </a:ext>
                  </a:extLst>
                </p14:cNvPr>
                <p14:cNvContentPartPr/>
                <p14:nvPr/>
              </p14:nvContentPartPr>
              <p14:xfrm>
                <a:off x="3958440" y="5230680"/>
                <a:ext cx="3240" cy="18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927B910-7329-2387-1B04-E8B30425709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952320" y="5224560"/>
                  <a:ext cx="15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837E51F-3B9D-A27B-F9BA-E3DC14E20BAB}"/>
                    </a:ext>
                  </a:extLst>
                </p14:cNvPr>
                <p14:cNvContentPartPr/>
                <p14:nvPr/>
              </p14:nvContentPartPr>
              <p14:xfrm>
                <a:off x="4026120" y="5370360"/>
                <a:ext cx="116280" cy="99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837E51F-3B9D-A27B-F9BA-E3DC14E20BA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20000" y="5364240"/>
                  <a:ext cx="128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BCCFD51-7768-7696-F88C-82BE32A0CEB3}"/>
                    </a:ext>
                  </a:extLst>
                </p14:cNvPr>
                <p14:cNvContentPartPr/>
                <p14:nvPr/>
              </p14:nvContentPartPr>
              <p14:xfrm>
                <a:off x="4161840" y="5327880"/>
                <a:ext cx="107640" cy="88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BCCFD51-7768-7696-F88C-82BE32A0CEB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55720" y="5321760"/>
                  <a:ext cx="119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5BD710A-6F27-23BA-F0AC-C6D584226F00}"/>
                    </a:ext>
                  </a:extLst>
                </p14:cNvPr>
                <p14:cNvContentPartPr/>
                <p14:nvPr/>
              </p14:nvContentPartPr>
              <p14:xfrm>
                <a:off x="4291800" y="5262000"/>
                <a:ext cx="114120" cy="92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5BD710A-6F27-23BA-F0AC-C6D584226F0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85680" y="5255880"/>
                  <a:ext cx="12636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919A236-C4AE-CA95-883E-764734624663}"/>
                  </a:ext>
                </a:extLst>
              </p14:cNvPr>
              <p14:cNvContentPartPr/>
              <p14:nvPr/>
            </p14:nvContentPartPr>
            <p14:xfrm>
              <a:off x="3071760" y="4806240"/>
              <a:ext cx="1765080" cy="3754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919A236-C4AE-CA95-883E-76473462466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065640" y="4800120"/>
                <a:ext cx="177732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AFEF0C1-BE37-B377-636B-6CCA5BE90FC6}"/>
                  </a:ext>
                </a:extLst>
              </p14:cNvPr>
              <p14:cNvContentPartPr/>
              <p14:nvPr/>
            </p14:nvContentPartPr>
            <p14:xfrm>
              <a:off x="3633360" y="5575560"/>
              <a:ext cx="1548720" cy="4096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AFEF0C1-BE37-B377-636B-6CCA5BE90FC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627240" y="5569440"/>
                <a:ext cx="1560960" cy="42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9384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52F0D0-8DB9-4A31-9FC3-BE52CFE56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26" y="0"/>
            <a:ext cx="5461616" cy="65959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619FAD-4142-C877-6B49-325605FC2823}"/>
                  </a:ext>
                </a:extLst>
              </p14:cNvPr>
              <p14:cNvContentPartPr/>
              <p14:nvPr/>
            </p14:nvContentPartPr>
            <p14:xfrm>
              <a:off x="510087" y="5977549"/>
              <a:ext cx="296280" cy="59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619FAD-4142-C877-6B49-325605FC28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3967" y="5971429"/>
                <a:ext cx="3085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CC52CF-D47F-8D4F-869B-D1FB2F3127F2}"/>
                  </a:ext>
                </a:extLst>
              </p14:cNvPr>
              <p14:cNvContentPartPr/>
              <p14:nvPr/>
            </p14:nvContentPartPr>
            <p14:xfrm>
              <a:off x="2080407" y="5978629"/>
              <a:ext cx="401400" cy="4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CC52CF-D47F-8D4F-869B-D1FB2F3127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4287" y="5972509"/>
                <a:ext cx="4136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10F32A-E2BB-4181-249E-9D2664DB0079}"/>
                  </a:ext>
                </a:extLst>
              </p14:cNvPr>
              <p14:cNvContentPartPr/>
              <p14:nvPr/>
            </p14:nvContentPartPr>
            <p14:xfrm>
              <a:off x="3872487" y="5953789"/>
              <a:ext cx="308880" cy="43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10F32A-E2BB-4181-249E-9D2664DB00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66367" y="5947669"/>
                <a:ext cx="321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7BA35A-F6A4-9AE6-0EF7-203A5E368D25}"/>
                  </a:ext>
                </a:extLst>
              </p14:cNvPr>
              <p14:cNvContentPartPr/>
              <p14:nvPr/>
            </p14:nvContentPartPr>
            <p14:xfrm>
              <a:off x="3040527" y="6233149"/>
              <a:ext cx="1339200" cy="352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7BA35A-F6A4-9AE6-0EF7-203A5E368D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34407" y="6227029"/>
                <a:ext cx="1351440" cy="3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8395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3663-326A-49A5-B706-9F2D2022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Mesh analysis when…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4688-6740-4987-8280-A81A82A98B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3413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network contains: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series connected elements.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sources.</a:t>
            </a:r>
          </a:p>
          <a:p>
            <a:pPr marL="291600" lvl="1" indent="-291600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circuit with fewer meshes than nodes.</a:t>
            </a:r>
          </a:p>
        </p:txBody>
      </p:sp>
    </p:spTree>
    <p:extLst>
      <p:ext uri="{BB962C8B-B14F-4D97-AF65-F5344CB8AC3E}">
        <p14:creationId xmlns:p14="http://schemas.microsoft.com/office/powerpoint/2010/main" val="3361789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3663-326A-49A5-B706-9F2D2022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Nodal analysis if…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4688-6740-4987-8280-A81A82A98B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437335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network contains: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parallel connected elements.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sources.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with fewer nodes than meshes.</a:t>
            </a:r>
          </a:p>
        </p:txBody>
      </p:sp>
    </p:spTree>
    <p:extLst>
      <p:ext uri="{BB962C8B-B14F-4D97-AF65-F5344CB8AC3E}">
        <p14:creationId xmlns:p14="http://schemas.microsoft.com/office/powerpoint/2010/main" val="2043415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155F30E97C6648B20B3A3C67389E48" ma:contentTypeVersion="11" ma:contentTypeDescription="Create a new document." ma:contentTypeScope="" ma:versionID="0e46556320d9f3361aa6da501e2644b8">
  <xsd:schema xmlns:xsd="http://www.w3.org/2001/XMLSchema" xmlns:xs="http://www.w3.org/2001/XMLSchema" xmlns:p="http://schemas.microsoft.com/office/2006/metadata/properties" xmlns:ns3="424f447d-6074-493a-bfd7-f12000995a6c" targetNamespace="http://schemas.microsoft.com/office/2006/metadata/properties" ma:root="true" ma:fieldsID="65230762ec06c5bbea9065d70216dd43" ns3:_="">
    <xsd:import namespace="424f447d-6074-493a-bfd7-f12000995a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f447d-6074-493a-bfd7-f12000995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429E4C-05FF-4767-9D25-737D6264BC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f447d-6074-493a-bfd7-f12000995a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85D20-2392-40FB-8F94-23795B5DD1DF}">
  <ds:schemaRefs>
    <ds:schemaRef ds:uri="http://purl.org/dc/terms/"/>
    <ds:schemaRef ds:uri="http://purl.org/dc/elements/1.1/"/>
    <ds:schemaRef ds:uri="http://schemas.microsoft.com/office/2006/metadata/properties"/>
    <ds:schemaRef ds:uri="424f447d-6074-493a-bfd7-f12000995a6c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636716C-1C7D-4C3D-93C3-94FBF68C70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1272</TotalTime>
  <Words>641</Words>
  <Application>Microsoft Office PowerPoint</Application>
  <PresentationFormat>On-screen Show (4:3)</PresentationFormat>
  <Paragraphs>64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Overview</vt:lpstr>
      <vt:lpstr>Nodal Analysis</vt:lpstr>
      <vt:lpstr>Applying Nodal Analysis</vt:lpstr>
      <vt:lpstr>Apply Nodal Analysis II</vt:lpstr>
      <vt:lpstr>Apply Nodal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Mesh Analysis</vt:lpstr>
      <vt:lpstr>Mesh Analysis Steps</vt:lpstr>
      <vt:lpstr>Mesh Analysis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Mesh analysis when…</vt:lpstr>
      <vt:lpstr>Nodal analysis if…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91</cp:revision>
  <dcterms:created xsi:type="dcterms:W3CDTF">2019-12-14T02:10:23Z</dcterms:created>
  <dcterms:modified xsi:type="dcterms:W3CDTF">2026-09-18T19:24:38Z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0x010100C1155F30E97C6648B20B3A3C67389E48</vt:lpwstr>
  </property>
</Properties>
</file>