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4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9" r:id="rId1"/>
    <p:sldMasterId id="2147483691" r:id="rId2"/>
    <p:sldMasterId id="2147483684" r:id="rId3"/>
    <p:sldMasterId id="2147483686" r:id="rId4"/>
    <p:sldMasterId id="2147483701" r:id="rId5"/>
  </p:sldMasterIdLst>
  <p:notesMasterIdLst>
    <p:notesMasterId r:id="rId42"/>
  </p:notesMasterIdLst>
  <p:sldIdLst>
    <p:sldId id="334" r:id="rId6"/>
    <p:sldId id="296" r:id="rId7"/>
    <p:sldId id="297" r:id="rId8"/>
    <p:sldId id="298" r:id="rId9"/>
    <p:sldId id="299" r:id="rId10"/>
    <p:sldId id="301" r:id="rId11"/>
    <p:sldId id="300" r:id="rId12"/>
    <p:sldId id="266" r:id="rId13"/>
    <p:sldId id="302" r:id="rId14"/>
    <p:sldId id="303" r:id="rId15"/>
    <p:sldId id="304" r:id="rId16"/>
    <p:sldId id="323" r:id="rId17"/>
    <p:sldId id="322" r:id="rId18"/>
    <p:sldId id="324" r:id="rId19"/>
    <p:sldId id="305" r:id="rId20"/>
    <p:sldId id="306" r:id="rId21"/>
    <p:sldId id="325" r:id="rId22"/>
    <p:sldId id="308" r:id="rId23"/>
    <p:sldId id="307" r:id="rId24"/>
    <p:sldId id="309" r:id="rId25"/>
    <p:sldId id="326" r:id="rId26"/>
    <p:sldId id="327" r:id="rId27"/>
    <p:sldId id="328" r:id="rId28"/>
    <p:sldId id="329" r:id="rId29"/>
    <p:sldId id="330" r:id="rId30"/>
    <p:sldId id="310" r:id="rId31"/>
    <p:sldId id="312" r:id="rId32"/>
    <p:sldId id="311" r:id="rId33"/>
    <p:sldId id="313" r:id="rId34"/>
    <p:sldId id="314" r:id="rId35"/>
    <p:sldId id="315" r:id="rId36"/>
    <p:sldId id="316" r:id="rId37"/>
    <p:sldId id="318" r:id="rId38"/>
    <p:sldId id="332" r:id="rId39"/>
    <p:sldId id="333" r:id="rId40"/>
    <p:sldId id="336" r:id="rId4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ain Content" id="{5973D931-3BAC-4F30-9C16-B7461F574E40}">
          <p14:sldIdLst>
            <p14:sldId id="334"/>
            <p14:sldId id="296"/>
            <p14:sldId id="297"/>
            <p14:sldId id="298"/>
            <p14:sldId id="299"/>
            <p14:sldId id="301"/>
            <p14:sldId id="300"/>
            <p14:sldId id="266"/>
            <p14:sldId id="302"/>
            <p14:sldId id="303"/>
            <p14:sldId id="304"/>
            <p14:sldId id="323"/>
            <p14:sldId id="322"/>
            <p14:sldId id="324"/>
            <p14:sldId id="305"/>
            <p14:sldId id="306"/>
            <p14:sldId id="325"/>
            <p14:sldId id="308"/>
            <p14:sldId id="307"/>
            <p14:sldId id="309"/>
            <p14:sldId id="326"/>
            <p14:sldId id="327"/>
            <p14:sldId id="328"/>
            <p14:sldId id="329"/>
            <p14:sldId id="330"/>
            <p14:sldId id="310"/>
            <p14:sldId id="312"/>
            <p14:sldId id="311"/>
            <p14:sldId id="313"/>
            <p14:sldId id="314"/>
            <p14:sldId id="315"/>
            <p14:sldId id="316"/>
            <p14:sldId id="318"/>
            <p14:sldId id="332"/>
            <p14:sldId id="333"/>
            <p14:sldId id="336"/>
          </p14:sldIdLst>
        </p14:section>
      </p14:sectionLst>
    </p:ext>
    <p:ext uri="{EFAFB233-063F-42B5-8137-9DF3F51BA10A}">
      <p15:sldGuideLst xmlns:p15="http://schemas.microsoft.com/office/powerpoint/2012/main">
        <p15:guide id="2" pos="3264" userDrawn="1">
          <p15:clr>
            <a:srgbClr val="A4A3A4"/>
          </p15:clr>
        </p15:guide>
        <p15:guide id="3" orient="horz" pos="2256" userDrawn="1">
          <p15:clr>
            <a:srgbClr val="A4A3A4"/>
          </p15:clr>
        </p15:guide>
        <p15:guide id="4" pos="56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iporen, Laura" initials="CL" lastIdx="4" clrIdx="0">
    <p:extLst>
      <p:ext uri="{19B8F6BF-5375-455C-9EA6-DF929625EA0E}">
        <p15:presenceInfo xmlns:p15="http://schemas.microsoft.com/office/powerpoint/2012/main" userId="S-1-5-21-1645522239-1123561945-839522115-1006658" providerId="AD"/>
      </p:ext>
    </p:extLst>
  </p:cmAuthor>
  <p:cmAuthor id="2" name="Ciporen, Laura" initials="CL [2]" lastIdx="2" clrIdx="1">
    <p:extLst>
      <p:ext uri="{19B8F6BF-5375-455C-9EA6-DF929625EA0E}">
        <p15:presenceInfo xmlns:p15="http://schemas.microsoft.com/office/powerpoint/2012/main" userId="S::laura.ciporen@mheducation.com::567f631f-0624-4179-9d16-569ddce48823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41" autoAdjust="0"/>
    <p:restoredTop sz="95128" autoAdjust="0"/>
  </p:normalViewPr>
  <p:slideViewPr>
    <p:cSldViewPr snapToGrid="0" showGuides="1">
      <p:cViewPr varScale="1">
        <p:scale>
          <a:sx n="70" d="100"/>
          <a:sy n="70" d="100"/>
        </p:scale>
        <p:origin x="1252" y="52"/>
      </p:cViewPr>
      <p:guideLst>
        <p:guide pos="3264"/>
        <p:guide orient="horz" pos="2256"/>
        <p:guide pos="5640"/>
      </p:guideLst>
    </p:cSldViewPr>
  </p:slideViewPr>
  <p:outlineViewPr>
    <p:cViewPr>
      <p:scale>
        <a:sx n="50" d="100"/>
        <a:sy n="50" d="100"/>
      </p:scale>
      <p:origin x="0" y="-30648"/>
    </p:cViewPr>
  </p:outlineViewPr>
  <p:notesTextViewPr>
    <p:cViewPr>
      <p:scale>
        <a:sx n="125" d="100"/>
        <a:sy n="12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commentAuthors" Target="commentAuthors.xml"/><Relationship Id="rId48" Type="http://schemas.microsoft.com/office/2016/11/relationships/changesInfo" Target="changesInfos/changesInfo1.xml"/><Relationship Id="rId8" Type="http://schemas.openxmlformats.org/officeDocument/2006/relationships/slide" Target="slides/slide3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theme" Target="theme/theme1.xml"/><Relationship Id="rId20" Type="http://schemas.openxmlformats.org/officeDocument/2006/relationships/slide" Target="slides/slide15.xml"/><Relationship Id="rId41" Type="http://schemas.openxmlformats.org/officeDocument/2006/relationships/slide" Target="slides/slide3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zhgan Moazzen Zadeh-Bacon" userId="87017a61-33d9-4952-aa6c-e009fac81f23" providerId="ADAL" clId="{447EDA8B-4EC7-4A76-95DB-62723156D1EE}"/>
    <pc:docChg chg="custSel addSld delSld modSld modSection">
      <pc:chgData name="Mozhgan Moazzen Zadeh-Bacon" userId="87017a61-33d9-4952-aa6c-e009fac81f23" providerId="ADAL" clId="{447EDA8B-4EC7-4A76-95DB-62723156D1EE}" dt="2026-09-12T03:57:00.428" v="8" actId="22"/>
      <pc:docMkLst>
        <pc:docMk/>
      </pc:docMkLst>
      <pc:sldChg chg="modSp mod">
        <pc:chgData name="Mozhgan Moazzen Zadeh-Bacon" userId="87017a61-33d9-4952-aa6c-e009fac81f23" providerId="ADAL" clId="{447EDA8B-4EC7-4A76-95DB-62723156D1EE}" dt="2026-09-09T03:37:41.511" v="3" actId="1076"/>
        <pc:sldMkLst>
          <pc:docMk/>
          <pc:sldMk cId="2682521671" sldId="298"/>
        </pc:sldMkLst>
        <pc:spChg chg="mod">
          <ac:chgData name="Mozhgan Moazzen Zadeh-Bacon" userId="87017a61-33d9-4952-aa6c-e009fac81f23" providerId="ADAL" clId="{447EDA8B-4EC7-4A76-95DB-62723156D1EE}" dt="2026-09-09T03:37:41.511" v="3" actId="1076"/>
          <ac:spMkLst>
            <pc:docMk/>
            <pc:sldMk cId="2682521671" sldId="298"/>
            <ac:spMk id="16" creationId="{13A8DFD6-B0C2-4F97-9A57-DACA87439F89}"/>
          </ac:spMkLst>
        </pc:spChg>
      </pc:sldChg>
      <pc:sldChg chg="addSp delSp mod">
        <pc:chgData name="Mozhgan Moazzen Zadeh-Bacon" userId="87017a61-33d9-4952-aa6c-e009fac81f23" providerId="ADAL" clId="{447EDA8B-4EC7-4A76-95DB-62723156D1EE}" dt="2026-09-12T03:57:00.428" v="8" actId="22"/>
        <pc:sldMkLst>
          <pc:docMk/>
          <pc:sldMk cId="0" sldId="334"/>
        </pc:sldMkLst>
        <pc:spChg chg="del">
          <ac:chgData name="Mozhgan Moazzen Zadeh-Bacon" userId="87017a61-33d9-4952-aa6c-e009fac81f23" providerId="ADAL" clId="{447EDA8B-4EC7-4A76-95DB-62723156D1EE}" dt="2026-09-12T03:56:58.307" v="7" actId="478"/>
          <ac:spMkLst>
            <pc:docMk/>
            <pc:sldMk cId="0" sldId="334"/>
            <ac:spMk id="2" creationId="{00000000-0000-0000-0000-000000000000}"/>
          </ac:spMkLst>
        </pc:spChg>
        <pc:spChg chg="del">
          <ac:chgData name="Mozhgan Moazzen Zadeh-Bacon" userId="87017a61-33d9-4952-aa6c-e009fac81f23" providerId="ADAL" clId="{447EDA8B-4EC7-4A76-95DB-62723156D1EE}" dt="2026-09-12T03:56:58.307" v="7" actId="478"/>
          <ac:spMkLst>
            <pc:docMk/>
            <pc:sldMk cId="0" sldId="334"/>
            <ac:spMk id="3" creationId="{00000000-0000-0000-0000-000000000000}"/>
          </ac:spMkLst>
        </pc:spChg>
        <pc:spChg chg="del">
          <ac:chgData name="Mozhgan Moazzen Zadeh-Bacon" userId="87017a61-33d9-4952-aa6c-e009fac81f23" providerId="ADAL" clId="{447EDA8B-4EC7-4A76-95DB-62723156D1EE}" dt="2026-09-12T03:56:58.307" v="7" actId="478"/>
          <ac:spMkLst>
            <pc:docMk/>
            <pc:sldMk cId="0" sldId="334"/>
            <ac:spMk id="4" creationId="{00000000-0000-0000-0000-000000000000}"/>
          </ac:spMkLst>
        </pc:spChg>
        <pc:spChg chg="del">
          <ac:chgData name="Mozhgan Moazzen Zadeh-Bacon" userId="87017a61-33d9-4952-aa6c-e009fac81f23" providerId="ADAL" clId="{447EDA8B-4EC7-4A76-95DB-62723156D1EE}" dt="2026-09-12T03:56:58.307" v="7" actId="478"/>
          <ac:spMkLst>
            <pc:docMk/>
            <pc:sldMk cId="0" sldId="334"/>
            <ac:spMk id="5" creationId="{00000000-0000-0000-0000-000000000000}"/>
          </ac:spMkLst>
        </pc:spChg>
        <pc:spChg chg="del">
          <ac:chgData name="Mozhgan Moazzen Zadeh-Bacon" userId="87017a61-33d9-4952-aa6c-e009fac81f23" providerId="ADAL" clId="{447EDA8B-4EC7-4A76-95DB-62723156D1EE}" dt="2026-09-12T03:56:58.307" v="7" actId="478"/>
          <ac:spMkLst>
            <pc:docMk/>
            <pc:sldMk cId="0" sldId="334"/>
            <ac:spMk id="6" creationId="{00000000-0000-0000-0000-000000000000}"/>
          </ac:spMkLst>
        </pc:spChg>
        <pc:spChg chg="del">
          <ac:chgData name="Mozhgan Moazzen Zadeh-Bacon" userId="87017a61-33d9-4952-aa6c-e009fac81f23" providerId="ADAL" clId="{447EDA8B-4EC7-4A76-95DB-62723156D1EE}" dt="2026-09-12T03:56:58.307" v="7" actId="478"/>
          <ac:spMkLst>
            <pc:docMk/>
            <pc:sldMk cId="0" sldId="334"/>
            <ac:spMk id="7" creationId="{00000000-0000-0000-0000-000000000000}"/>
          </ac:spMkLst>
        </pc:spChg>
        <pc:spChg chg="del">
          <ac:chgData name="Mozhgan Moazzen Zadeh-Bacon" userId="87017a61-33d9-4952-aa6c-e009fac81f23" providerId="ADAL" clId="{447EDA8B-4EC7-4A76-95DB-62723156D1EE}" dt="2026-09-12T03:56:58.307" v="7" actId="478"/>
          <ac:spMkLst>
            <pc:docMk/>
            <pc:sldMk cId="0" sldId="334"/>
            <ac:spMk id="8" creationId="{00000000-0000-0000-0000-000000000000}"/>
          </ac:spMkLst>
        </pc:spChg>
        <pc:spChg chg="del">
          <ac:chgData name="Mozhgan Moazzen Zadeh-Bacon" userId="87017a61-33d9-4952-aa6c-e009fac81f23" providerId="ADAL" clId="{447EDA8B-4EC7-4A76-95DB-62723156D1EE}" dt="2026-09-12T03:56:58.307" v="7" actId="478"/>
          <ac:spMkLst>
            <pc:docMk/>
            <pc:sldMk cId="0" sldId="334"/>
            <ac:spMk id="9" creationId="{00000000-0000-0000-0000-000000000000}"/>
          </ac:spMkLst>
        </pc:spChg>
        <pc:spChg chg="del">
          <ac:chgData name="Mozhgan Moazzen Zadeh-Bacon" userId="87017a61-33d9-4952-aa6c-e009fac81f23" providerId="ADAL" clId="{447EDA8B-4EC7-4A76-95DB-62723156D1EE}" dt="2026-09-12T03:56:58.307" v="7" actId="478"/>
          <ac:spMkLst>
            <pc:docMk/>
            <pc:sldMk cId="0" sldId="334"/>
            <ac:spMk id="11" creationId="{00000000-0000-0000-0000-000000000000}"/>
          </ac:spMkLst>
        </pc:spChg>
        <pc:spChg chg="del">
          <ac:chgData name="Mozhgan Moazzen Zadeh-Bacon" userId="87017a61-33d9-4952-aa6c-e009fac81f23" providerId="ADAL" clId="{447EDA8B-4EC7-4A76-95DB-62723156D1EE}" dt="2026-09-12T03:56:58.307" v="7" actId="478"/>
          <ac:spMkLst>
            <pc:docMk/>
            <pc:sldMk cId="0" sldId="334"/>
            <ac:spMk id="12" creationId="{00000000-0000-0000-0000-000000000000}"/>
          </ac:spMkLst>
        </pc:spChg>
        <pc:spChg chg="add">
          <ac:chgData name="Mozhgan Moazzen Zadeh-Bacon" userId="87017a61-33d9-4952-aa6c-e009fac81f23" providerId="ADAL" clId="{447EDA8B-4EC7-4A76-95DB-62723156D1EE}" dt="2026-09-12T03:57:00.428" v="8" actId="22"/>
          <ac:spMkLst>
            <pc:docMk/>
            <pc:sldMk cId="0" sldId="334"/>
            <ac:spMk id="14" creationId="{66E1B1CB-C0F6-3D1E-6A5E-D624C74B1F9C}"/>
          </ac:spMkLst>
        </pc:spChg>
        <pc:spChg chg="add">
          <ac:chgData name="Mozhgan Moazzen Zadeh-Bacon" userId="87017a61-33d9-4952-aa6c-e009fac81f23" providerId="ADAL" clId="{447EDA8B-4EC7-4A76-95DB-62723156D1EE}" dt="2026-09-12T03:57:00.428" v="8" actId="22"/>
          <ac:spMkLst>
            <pc:docMk/>
            <pc:sldMk cId="0" sldId="334"/>
            <ac:spMk id="16" creationId="{A9D82A82-A400-5B89-35A4-858B55FAF66C}"/>
          </ac:spMkLst>
        </pc:spChg>
        <pc:spChg chg="add">
          <ac:chgData name="Mozhgan Moazzen Zadeh-Bacon" userId="87017a61-33d9-4952-aa6c-e009fac81f23" providerId="ADAL" clId="{447EDA8B-4EC7-4A76-95DB-62723156D1EE}" dt="2026-09-12T03:57:00.428" v="8" actId="22"/>
          <ac:spMkLst>
            <pc:docMk/>
            <pc:sldMk cId="0" sldId="334"/>
            <ac:spMk id="18" creationId="{908327F3-98FD-CD9C-BFE8-3F82D17694A3}"/>
          </ac:spMkLst>
        </pc:spChg>
        <pc:spChg chg="add">
          <ac:chgData name="Mozhgan Moazzen Zadeh-Bacon" userId="87017a61-33d9-4952-aa6c-e009fac81f23" providerId="ADAL" clId="{447EDA8B-4EC7-4A76-95DB-62723156D1EE}" dt="2026-09-12T03:57:00.428" v="8" actId="22"/>
          <ac:spMkLst>
            <pc:docMk/>
            <pc:sldMk cId="0" sldId="334"/>
            <ac:spMk id="20" creationId="{C4458BAC-6FA7-89F8-CE0F-50B975C92084}"/>
          </ac:spMkLst>
        </pc:spChg>
        <pc:spChg chg="add">
          <ac:chgData name="Mozhgan Moazzen Zadeh-Bacon" userId="87017a61-33d9-4952-aa6c-e009fac81f23" providerId="ADAL" clId="{447EDA8B-4EC7-4A76-95DB-62723156D1EE}" dt="2026-09-12T03:57:00.428" v="8" actId="22"/>
          <ac:spMkLst>
            <pc:docMk/>
            <pc:sldMk cId="0" sldId="334"/>
            <ac:spMk id="22" creationId="{2620EE0D-C993-45D3-6B99-5A6DFB95BC8F}"/>
          </ac:spMkLst>
        </pc:spChg>
        <pc:spChg chg="add">
          <ac:chgData name="Mozhgan Moazzen Zadeh-Bacon" userId="87017a61-33d9-4952-aa6c-e009fac81f23" providerId="ADAL" clId="{447EDA8B-4EC7-4A76-95DB-62723156D1EE}" dt="2026-09-12T03:57:00.428" v="8" actId="22"/>
          <ac:spMkLst>
            <pc:docMk/>
            <pc:sldMk cId="0" sldId="334"/>
            <ac:spMk id="24" creationId="{C7732D81-AAC3-2164-1DD5-F2A5047F0845}"/>
          </ac:spMkLst>
        </pc:spChg>
        <pc:spChg chg="add">
          <ac:chgData name="Mozhgan Moazzen Zadeh-Bacon" userId="87017a61-33d9-4952-aa6c-e009fac81f23" providerId="ADAL" clId="{447EDA8B-4EC7-4A76-95DB-62723156D1EE}" dt="2026-09-12T03:57:00.428" v="8" actId="22"/>
          <ac:spMkLst>
            <pc:docMk/>
            <pc:sldMk cId="0" sldId="334"/>
            <ac:spMk id="28" creationId="{DF68D600-09C8-850A-B04F-7F9794B84B2C}"/>
          </ac:spMkLst>
        </pc:spChg>
        <pc:spChg chg="add">
          <ac:chgData name="Mozhgan Moazzen Zadeh-Bacon" userId="87017a61-33d9-4952-aa6c-e009fac81f23" providerId="ADAL" clId="{447EDA8B-4EC7-4A76-95DB-62723156D1EE}" dt="2026-09-12T03:57:00.428" v="8" actId="22"/>
          <ac:spMkLst>
            <pc:docMk/>
            <pc:sldMk cId="0" sldId="334"/>
            <ac:spMk id="30" creationId="{A9FB1AC1-3BA5-1712-45BB-2CD0DC5E92A4}"/>
          </ac:spMkLst>
        </pc:spChg>
        <pc:spChg chg="add">
          <ac:chgData name="Mozhgan Moazzen Zadeh-Bacon" userId="87017a61-33d9-4952-aa6c-e009fac81f23" providerId="ADAL" clId="{447EDA8B-4EC7-4A76-95DB-62723156D1EE}" dt="2026-09-12T03:57:00.428" v="8" actId="22"/>
          <ac:spMkLst>
            <pc:docMk/>
            <pc:sldMk cId="0" sldId="334"/>
            <ac:spMk id="32" creationId="{54292164-00D8-F9C2-24F0-32386454457C}"/>
          </ac:spMkLst>
        </pc:spChg>
        <pc:spChg chg="add">
          <ac:chgData name="Mozhgan Moazzen Zadeh-Bacon" userId="87017a61-33d9-4952-aa6c-e009fac81f23" providerId="ADAL" clId="{447EDA8B-4EC7-4A76-95DB-62723156D1EE}" dt="2026-09-12T03:57:00.428" v="8" actId="22"/>
          <ac:spMkLst>
            <pc:docMk/>
            <pc:sldMk cId="0" sldId="334"/>
            <ac:spMk id="34" creationId="{80CCF8C1-8282-B753-EC48-FD81533ABEF3}"/>
          </ac:spMkLst>
        </pc:spChg>
      </pc:sldChg>
      <pc:sldChg chg="delSp new del mod">
        <pc:chgData name="Mozhgan Moazzen Zadeh-Bacon" userId="87017a61-33d9-4952-aa6c-e009fac81f23" providerId="ADAL" clId="{447EDA8B-4EC7-4A76-95DB-62723156D1EE}" dt="2026-09-12T03:56:52.335" v="6" actId="2696"/>
        <pc:sldMkLst>
          <pc:docMk/>
          <pc:sldMk cId="3679712017" sldId="337"/>
        </pc:sldMkLst>
        <pc:spChg chg="del">
          <ac:chgData name="Mozhgan Moazzen Zadeh-Bacon" userId="87017a61-33d9-4952-aa6c-e009fac81f23" providerId="ADAL" clId="{447EDA8B-4EC7-4A76-95DB-62723156D1EE}" dt="2026-09-12T03:56:45.099" v="5" actId="478"/>
          <ac:spMkLst>
            <pc:docMk/>
            <pc:sldMk cId="3679712017" sldId="337"/>
            <ac:spMk id="2" creationId="{BC735EEB-04C7-BC4A-F6A4-15D73AFCA74D}"/>
          </ac:spMkLst>
        </pc:spChg>
        <pc:spChg chg="del">
          <ac:chgData name="Mozhgan Moazzen Zadeh-Bacon" userId="87017a61-33d9-4952-aa6c-e009fac81f23" providerId="ADAL" clId="{447EDA8B-4EC7-4A76-95DB-62723156D1EE}" dt="2026-09-12T03:56:45.099" v="5" actId="478"/>
          <ac:spMkLst>
            <pc:docMk/>
            <pc:sldMk cId="3679712017" sldId="337"/>
            <ac:spMk id="3" creationId="{B671C9D1-576F-BF44-7D97-80E755B2445D}"/>
          </ac:spMkLst>
        </pc:spChg>
        <pc:spChg chg="del">
          <ac:chgData name="Mozhgan Moazzen Zadeh-Bacon" userId="87017a61-33d9-4952-aa6c-e009fac81f23" providerId="ADAL" clId="{447EDA8B-4EC7-4A76-95DB-62723156D1EE}" dt="2026-09-12T03:56:45.099" v="5" actId="478"/>
          <ac:spMkLst>
            <pc:docMk/>
            <pc:sldMk cId="3679712017" sldId="337"/>
            <ac:spMk id="4" creationId="{876DA472-86C7-788B-9CB5-F14151B2E5F2}"/>
          </ac:spMkLst>
        </pc:spChg>
        <pc:spChg chg="del">
          <ac:chgData name="Mozhgan Moazzen Zadeh-Bacon" userId="87017a61-33d9-4952-aa6c-e009fac81f23" providerId="ADAL" clId="{447EDA8B-4EC7-4A76-95DB-62723156D1EE}" dt="2026-09-12T03:56:45.099" v="5" actId="478"/>
          <ac:spMkLst>
            <pc:docMk/>
            <pc:sldMk cId="3679712017" sldId="337"/>
            <ac:spMk id="5" creationId="{6C797645-9257-E5F8-C62A-76CAF16E1216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#9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C3225B4-69CA-40EC-A4C0-3058D853386F}" type="doc">
      <dgm:prSet loTypeId="urn:microsoft.com/office/officeart/2016/7/layout/RepeatingBendingProcessNew" loCatId="process" qsTypeId="urn:microsoft.com/office/officeart/2005/8/quickstyle/simple2#9" qsCatId="simple" csTypeId="urn:microsoft.com/office/officeart/2005/8/colors/accent3_2#9" csCatId="accent3"/>
      <dgm:spPr/>
      <dgm:t>
        <a:bodyPr/>
        <a:lstStyle/>
        <a:p>
          <a:endParaRPr lang="en-US"/>
        </a:p>
      </dgm:t>
    </dgm:pt>
    <dgm:pt modelId="{FF34A5F8-F246-4A16-849C-E302ECE7749B}">
      <dgm:prSet/>
      <dgm:spPr/>
      <dgm:t>
        <a:bodyPr/>
        <a:lstStyle/>
        <a:p>
          <a:r>
            <a:rPr lang="en-US"/>
            <a:t>This chapter introduces the concept of voltage and current.</a:t>
          </a:r>
        </a:p>
      </dgm:t>
    </dgm:pt>
    <dgm:pt modelId="{2B2D9142-814B-4A34-A10F-8CE439AB176E}" type="parTrans" cxnId="{0B95CC34-A818-4F6E-ABF6-0FCFAADBC266}">
      <dgm:prSet/>
      <dgm:spPr/>
      <dgm:t>
        <a:bodyPr/>
        <a:lstStyle/>
        <a:p>
          <a:endParaRPr lang="en-US"/>
        </a:p>
      </dgm:t>
    </dgm:pt>
    <dgm:pt modelId="{37BA66AA-8729-45D7-A10A-2491728BFB47}" type="sibTrans" cxnId="{0B95CC34-A818-4F6E-ABF6-0FCFAADBC266}">
      <dgm:prSet/>
      <dgm:spPr/>
      <dgm:t>
        <a:bodyPr/>
        <a:lstStyle/>
        <a:p>
          <a:endParaRPr lang="en-US"/>
        </a:p>
      </dgm:t>
    </dgm:pt>
    <dgm:pt modelId="{576297A5-6A7B-4467-8238-FCA1A7B4E8FB}">
      <dgm:prSet/>
      <dgm:spPr/>
      <dgm:t>
        <a:bodyPr/>
        <a:lstStyle/>
        <a:p>
          <a:r>
            <a:rPr lang="en-US" dirty="0"/>
            <a:t>The concept of a circuit will be introduced.</a:t>
          </a:r>
        </a:p>
      </dgm:t>
    </dgm:pt>
    <dgm:pt modelId="{2B93F37D-0B71-40B5-896A-44630D01D4A4}" type="parTrans" cxnId="{6DDBE97E-7DDF-440F-86A3-3F90FD374CAF}">
      <dgm:prSet/>
      <dgm:spPr/>
      <dgm:t>
        <a:bodyPr/>
        <a:lstStyle/>
        <a:p>
          <a:endParaRPr lang="en-US"/>
        </a:p>
      </dgm:t>
    </dgm:pt>
    <dgm:pt modelId="{B7CD567A-631D-44EB-83BF-CCB327D9930A}" type="sibTrans" cxnId="{6DDBE97E-7DDF-440F-86A3-3F90FD374CAF}">
      <dgm:prSet/>
      <dgm:spPr/>
      <dgm:t>
        <a:bodyPr/>
        <a:lstStyle/>
        <a:p>
          <a:endParaRPr lang="en-US"/>
        </a:p>
      </dgm:t>
    </dgm:pt>
    <dgm:pt modelId="{B5E632BA-3A93-4F50-AA46-A4E506F18B88}">
      <dgm:prSet/>
      <dgm:spPr/>
      <dgm:t>
        <a:bodyPr/>
        <a:lstStyle/>
        <a:p>
          <a:r>
            <a:rPr lang="en-US"/>
            <a:t>Sources will be introduced.</a:t>
          </a:r>
        </a:p>
      </dgm:t>
    </dgm:pt>
    <dgm:pt modelId="{4A0DA7DA-5D9A-4349-A41E-F692E90B3682}" type="parTrans" cxnId="{69396037-6EDA-403C-B256-29D6B0CD08F9}">
      <dgm:prSet/>
      <dgm:spPr/>
      <dgm:t>
        <a:bodyPr/>
        <a:lstStyle/>
        <a:p>
          <a:endParaRPr lang="en-US"/>
        </a:p>
      </dgm:t>
    </dgm:pt>
    <dgm:pt modelId="{9335A5B1-74E5-4619-AC56-E5587EBD5CCA}" type="sibTrans" cxnId="{69396037-6EDA-403C-B256-29D6B0CD08F9}">
      <dgm:prSet/>
      <dgm:spPr/>
      <dgm:t>
        <a:bodyPr/>
        <a:lstStyle/>
        <a:p>
          <a:endParaRPr lang="en-US"/>
        </a:p>
      </dgm:t>
    </dgm:pt>
    <dgm:pt modelId="{042B88DD-CBF5-476E-B835-2086738260D2}">
      <dgm:prSet/>
      <dgm:spPr/>
      <dgm:t>
        <a:bodyPr/>
        <a:lstStyle/>
        <a:p>
          <a:r>
            <a:rPr lang="en-US"/>
            <a:t>These can provide either a specified voltage or current.</a:t>
          </a:r>
        </a:p>
      </dgm:t>
    </dgm:pt>
    <dgm:pt modelId="{F424A130-0C0D-4A42-ABBF-BDFBFA88B553}" type="parTrans" cxnId="{EE50B6B6-5A9E-4CB1-B192-8F7003A644FE}">
      <dgm:prSet/>
      <dgm:spPr/>
      <dgm:t>
        <a:bodyPr/>
        <a:lstStyle/>
        <a:p>
          <a:endParaRPr lang="en-US"/>
        </a:p>
      </dgm:t>
    </dgm:pt>
    <dgm:pt modelId="{8B67A1B3-ECA5-47DD-B70D-E3F02B470AF5}" type="sibTrans" cxnId="{EE50B6B6-5A9E-4CB1-B192-8F7003A644FE}">
      <dgm:prSet/>
      <dgm:spPr/>
      <dgm:t>
        <a:bodyPr/>
        <a:lstStyle/>
        <a:p>
          <a:endParaRPr lang="en-US"/>
        </a:p>
      </dgm:t>
    </dgm:pt>
    <dgm:pt modelId="{909A2273-A3BE-44A8-A434-B6861019B07D}">
      <dgm:prSet/>
      <dgm:spPr/>
      <dgm:t>
        <a:bodyPr/>
        <a:lstStyle/>
        <a:p>
          <a:r>
            <a:rPr lang="en-US"/>
            <a:t>Dependent and independent sources will be discussed.</a:t>
          </a:r>
        </a:p>
      </dgm:t>
    </dgm:pt>
    <dgm:pt modelId="{3120EA1F-B2BA-4A32-9029-650F805F380C}" type="parTrans" cxnId="{F3A7D723-6290-4D0F-9152-601F052DCC72}">
      <dgm:prSet/>
      <dgm:spPr/>
      <dgm:t>
        <a:bodyPr/>
        <a:lstStyle/>
        <a:p>
          <a:endParaRPr lang="en-US"/>
        </a:p>
      </dgm:t>
    </dgm:pt>
    <dgm:pt modelId="{462C0EC3-CB3A-419A-A928-9A1C6C1D5017}" type="sibTrans" cxnId="{F3A7D723-6290-4D0F-9152-601F052DCC72}">
      <dgm:prSet/>
      <dgm:spPr/>
      <dgm:t>
        <a:bodyPr/>
        <a:lstStyle/>
        <a:p>
          <a:endParaRPr lang="en-US"/>
        </a:p>
      </dgm:t>
    </dgm:pt>
    <dgm:pt modelId="{989E461B-5824-443F-B838-9BB88D15E73A}" type="pres">
      <dgm:prSet presAssocID="{9C3225B4-69CA-40EC-A4C0-3058D853386F}" presName="Name0" presStyleCnt="0">
        <dgm:presLayoutVars>
          <dgm:dir/>
          <dgm:resizeHandles val="exact"/>
        </dgm:presLayoutVars>
      </dgm:prSet>
      <dgm:spPr/>
    </dgm:pt>
    <dgm:pt modelId="{2DBF1FB4-5B1F-4E24-A129-75515890DED5}" type="pres">
      <dgm:prSet presAssocID="{FF34A5F8-F246-4A16-849C-E302ECE7749B}" presName="node" presStyleLbl="node1" presStyleIdx="0" presStyleCnt="5">
        <dgm:presLayoutVars>
          <dgm:bulletEnabled val="1"/>
        </dgm:presLayoutVars>
      </dgm:prSet>
      <dgm:spPr/>
    </dgm:pt>
    <dgm:pt modelId="{71EEEBEC-EEF6-439A-AD0B-38346E7802D1}" type="pres">
      <dgm:prSet presAssocID="{37BA66AA-8729-45D7-A10A-2491728BFB47}" presName="sibTrans" presStyleLbl="sibTrans1D1" presStyleIdx="0" presStyleCnt="4"/>
      <dgm:spPr/>
    </dgm:pt>
    <dgm:pt modelId="{5FD2EDB4-6C77-4AE8-9F95-F55CC5ADC29D}" type="pres">
      <dgm:prSet presAssocID="{37BA66AA-8729-45D7-A10A-2491728BFB47}" presName="connectorText" presStyleLbl="sibTrans1D1" presStyleIdx="0" presStyleCnt="4"/>
      <dgm:spPr/>
    </dgm:pt>
    <dgm:pt modelId="{A9D7A4C1-0A8C-4659-9D43-744D5DED4135}" type="pres">
      <dgm:prSet presAssocID="{576297A5-6A7B-4467-8238-FCA1A7B4E8FB}" presName="node" presStyleLbl="node1" presStyleIdx="1" presStyleCnt="5">
        <dgm:presLayoutVars>
          <dgm:bulletEnabled val="1"/>
        </dgm:presLayoutVars>
      </dgm:prSet>
      <dgm:spPr/>
    </dgm:pt>
    <dgm:pt modelId="{5A4EDB2A-7CE3-4379-A53F-9CEB1FDC21DA}" type="pres">
      <dgm:prSet presAssocID="{B7CD567A-631D-44EB-83BF-CCB327D9930A}" presName="sibTrans" presStyleLbl="sibTrans1D1" presStyleIdx="1" presStyleCnt="4"/>
      <dgm:spPr/>
    </dgm:pt>
    <dgm:pt modelId="{40BF7F93-5909-420E-AA83-3725D1245C62}" type="pres">
      <dgm:prSet presAssocID="{B7CD567A-631D-44EB-83BF-CCB327D9930A}" presName="connectorText" presStyleLbl="sibTrans1D1" presStyleIdx="1" presStyleCnt="4"/>
      <dgm:spPr/>
    </dgm:pt>
    <dgm:pt modelId="{BB6D2DB9-CF9C-4747-AB27-5450FA9722CB}" type="pres">
      <dgm:prSet presAssocID="{B5E632BA-3A93-4F50-AA46-A4E506F18B88}" presName="node" presStyleLbl="node1" presStyleIdx="2" presStyleCnt="5">
        <dgm:presLayoutVars>
          <dgm:bulletEnabled val="1"/>
        </dgm:presLayoutVars>
      </dgm:prSet>
      <dgm:spPr/>
    </dgm:pt>
    <dgm:pt modelId="{E70CA466-8509-45C3-BC29-586A4617FD27}" type="pres">
      <dgm:prSet presAssocID="{9335A5B1-74E5-4619-AC56-E5587EBD5CCA}" presName="sibTrans" presStyleLbl="sibTrans1D1" presStyleIdx="2" presStyleCnt="4"/>
      <dgm:spPr/>
    </dgm:pt>
    <dgm:pt modelId="{9E411714-E92B-4232-8146-EC89A4949F6E}" type="pres">
      <dgm:prSet presAssocID="{9335A5B1-74E5-4619-AC56-E5587EBD5CCA}" presName="connectorText" presStyleLbl="sibTrans1D1" presStyleIdx="2" presStyleCnt="4"/>
      <dgm:spPr/>
    </dgm:pt>
    <dgm:pt modelId="{F620D04C-1B9A-4559-9990-2402F8C2330E}" type="pres">
      <dgm:prSet presAssocID="{042B88DD-CBF5-476E-B835-2086738260D2}" presName="node" presStyleLbl="node1" presStyleIdx="3" presStyleCnt="5">
        <dgm:presLayoutVars>
          <dgm:bulletEnabled val="1"/>
        </dgm:presLayoutVars>
      </dgm:prSet>
      <dgm:spPr/>
    </dgm:pt>
    <dgm:pt modelId="{BCBB9B31-9FE7-4380-B48B-13C7FE8C6C4F}" type="pres">
      <dgm:prSet presAssocID="{8B67A1B3-ECA5-47DD-B70D-E3F02B470AF5}" presName="sibTrans" presStyleLbl="sibTrans1D1" presStyleIdx="3" presStyleCnt="4"/>
      <dgm:spPr/>
    </dgm:pt>
    <dgm:pt modelId="{2CD72B73-E112-43E5-8742-382AA9219CD7}" type="pres">
      <dgm:prSet presAssocID="{8B67A1B3-ECA5-47DD-B70D-E3F02B470AF5}" presName="connectorText" presStyleLbl="sibTrans1D1" presStyleIdx="3" presStyleCnt="4"/>
      <dgm:spPr/>
    </dgm:pt>
    <dgm:pt modelId="{5D74C1F6-45ED-45B8-A40D-ECC3F06A9896}" type="pres">
      <dgm:prSet presAssocID="{909A2273-A3BE-44A8-A434-B6861019B07D}" presName="node" presStyleLbl="node1" presStyleIdx="4" presStyleCnt="5">
        <dgm:presLayoutVars>
          <dgm:bulletEnabled val="1"/>
        </dgm:presLayoutVars>
      </dgm:prSet>
      <dgm:spPr/>
    </dgm:pt>
  </dgm:ptLst>
  <dgm:cxnLst>
    <dgm:cxn modelId="{69063204-D6DC-4B67-A108-3B0BF6634A21}" type="presOf" srcId="{8B67A1B3-ECA5-47DD-B70D-E3F02B470AF5}" destId="{2CD72B73-E112-43E5-8742-382AA9219CD7}" srcOrd="1" destOrd="0" presId="urn:microsoft.com/office/officeart/2016/7/layout/RepeatingBendingProcessNew"/>
    <dgm:cxn modelId="{E1141914-B7EB-49BF-85AC-3244144A29C3}" type="presOf" srcId="{37BA66AA-8729-45D7-A10A-2491728BFB47}" destId="{5FD2EDB4-6C77-4AE8-9F95-F55CC5ADC29D}" srcOrd="1" destOrd="0" presId="urn:microsoft.com/office/officeart/2016/7/layout/RepeatingBendingProcessNew"/>
    <dgm:cxn modelId="{86940F1C-4296-4D41-9CC6-A56EBFE21D16}" type="presOf" srcId="{9335A5B1-74E5-4619-AC56-E5587EBD5CCA}" destId="{E70CA466-8509-45C3-BC29-586A4617FD27}" srcOrd="0" destOrd="0" presId="urn:microsoft.com/office/officeart/2016/7/layout/RepeatingBendingProcessNew"/>
    <dgm:cxn modelId="{F3A7D723-6290-4D0F-9152-601F052DCC72}" srcId="{9C3225B4-69CA-40EC-A4C0-3058D853386F}" destId="{909A2273-A3BE-44A8-A434-B6861019B07D}" srcOrd="4" destOrd="0" parTransId="{3120EA1F-B2BA-4A32-9029-650F805F380C}" sibTransId="{462C0EC3-CB3A-419A-A928-9A1C6C1D5017}"/>
    <dgm:cxn modelId="{537D8326-1425-4D59-867E-6EE4AD958392}" type="presOf" srcId="{FF34A5F8-F246-4A16-849C-E302ECE7749B}" destId="{2DBF1FB4-5B1F-4E24-A129-75515890DED5}" srcOrd="0" destOrd="0" presId="urn:microsoft.com/office/officeart/2016/7/layout/RepeatingBendingProcessNew"/>
    <dgm:cxn modelId="{5F4FE727-438A-49D9-BFA5-9443DE84227D}" type="presOf" srcId="{909A2273-A3BE-44A8-A434-B6861019B07D}" destId="{5D74C1F6-45ED-45B8-A40D-ECC3F06A9896}" srcOrd="0" destOrd="0" presId="urn:microsoft.com/office/officeart/2016/7/layout/RepeatingBendingProcessNew"/>
    <dgm:cxn modelId="{0B95CC34-A818-4F6E-ABF6-0FCFAADBC266}" srcId="{9C3225B4-69CA-40EC-A4C0-3058D853386F}" destId="{FF34A5F8-F246-4A16-849C-E302ECE7749B}" srcOrd="0" destOrd="0" parTransId="{2B2D9142-814B-4A34-A10F-8CE439AB176E}" sibTransId="{37BA66AA-8729-45D7-A10A-2491728BFB47}"/>
    <dgm:cxn modelId="{69396037-6EDA-403C-B256-29D6B0CD08F9}" srcId="{9C3225B4-69CA-40EC-A4C0-3058D853386F}" destId="{B5E632BA-3A93-4F50-AA46-A4E506F18B88}" srcOrd="2" destOrd="0" parTransId="{4A0DA7DA-5D9A-4349-A41E-F692E90B3682}" sibTransId="{9335A5B1-74E5-4619-AC56-E5587EBD5CCA}"/>
    <dgm:cxn modelId="{2CC3C43A-060E-4820-B83D-FD670C578903}" type="presOf" srcId="{B7CD567A-631D-44EB-83BF-CCB327D9930A}" destId="{40BF7F93-5909-420E-AA83-3725D1245C62}" srcOrd="1" destOrd="0" presId="urn:microsoft.com/office/officeart/2016/7/layout/RepeatingBendingProcessNew"/>
    <dgm:cxn modelId="{11D59C5A-AFF6-407B-A026-71D9BB6D20BE}" type="presOf" srcId="{8B67A1B3-ECA5-47DD-B70D-E3F02B470AF5}" destId="{BCBB9B31-9FE7-4380-B48B-13C7FE8C6C4F}" srcOrd="0" destOrd="0" presId="urn:microsoft.com/office/officeart/2016/7/layout/RepeatingBendingProcessNew"/>
    <dgm:cxn modelId="{6DDBE97E-7DDF-440F-86A3-3F90FD374CAF}" srcId="{9C3225B4-69CA-40EC-A4C0-3058D853386F}" destId="{576297A5-6A7B-4467-8238-FCA1A7B4E8FB}" srcOrd="1" destOrd="0" parTransId="{2B93F37D-0B71-40B5-896A-44630D01D4A4}" sibTransId="{B7CD567A-631D-44EB-83BF-CCB327D9930A}"/>
    <dgm:cxn modelId="{B39FBC8A-268B-4A79-AE3E-2B639ACCCFDD}" type="presOf" srcId="{9335A5B1-74E5-4619-AC56-E5587EBD5CCA}" destId="{9E411714-E92B-4232-8146-EC89A4949F6E}" srcOrd="1" destOrd="0" presId="urn:microsoft.com/office/officeart/2016/7/layout/RepeatingBendingProcessNew"/>
    <dgm:cxn modelId="{B680D99B-2CCA-400A-BC39-222491938B4D}" type="presOf" srcId="{042B88DD-CBF5-476E-B835-2086738260D2}" destId="{F620D04C-1B9A-4559-9990-2402F8C2330E}" srcOrd="0" destOrd="0" presId="urn:microsoft.com/office/officeart/2016/7/layout/RepeatingBendingProcessNew"/>
    <dgm:cxn modelId="{A266329C-C7AE-4F71-A5CE-56C1FD394066}" type="presOf" srcId="{576297A5-6A7B-4467-8238-FCA1A7B4E8FB}" destId="{A9D7A4C1-0A8C-4659-9D43-744D5DED4135}" srcOrd="0" destOrd="0" presId="urn:microsoft.com/office/officeart/2016/7/layout/RepeatingBendingProcessNew"/>
    <dgm:cxn modelId="{DE217F9F-9088-492A-B47F-F2C5C1383AFD}" type="presOf" srcId="{B7CD567A-631D-44EB-83BF-CCB327D9930A}" destId="{5A4EDB2A-7CE3-4379-A53F-9CEB1FDC21DA}" srcOrd="0" destOrd="0" presId="urn:microsoft.com/office/officeart/2016/7/layout/RepeatingBendingProcessNew"/>
    <dgm:cxn modelId="{EE50B6B6-5A9E-4CB1-B192-8F7003A644FE}" srcId="{9C3225B4-69CA-40EC-A4C0-3058D853386F}" destId="{042B88DD-CBF5-476E-B835-2086738260D2}" srcOrd="3" destOrd="0" parTransId="{F424A130-0C0D-4A42-ABBF-BDFBFA88B553}" sibTransId="{8B67A1B3-ECA5-47DD-B70D-E3F02B470AF5}"/>
    <dgm:cxn modelId="{EDF52CBC-3C24-4963-8208-ADB27A025439}" type="presOf" srcId="{B5E632BA-3A93-4F50-AA46-A4E506F18B88}" destId="{BB6D2DB9-CF9C-4747-AB27-5450FA9722CB}" srcOrd="0" destOrd="0" presId="urn:microsoft.com/office/officeart/2016/7/layout/RepeatingBendingProcessNew"/>
    <dgm:cxn modelId="{7E68A7EF-CF06-4A0E-95A0-C2AC6C220BA0}" type="presOf" srcId="{9C3225B4-69CA-40EC-A4C0-3058D853386F}" destId="{989E461B-5824-443F-B838-9BB88D15E73A}" srcOrd="0" destOrd="0" presId="urn:microsoft.com/office/officeart/2016/7/layout/RepeatingBendingProcessNew"/>
    <dgm:cxn modelId="{78CADCFC-4587-47C6-908D-0AF1D8AFB7F5}" type="presOf" srcId="{37BA66AA-8729-45D7-A10A-2491728BFB47}" destId="{71EEEBEC-EEF6-439A-AD0B-38346E7802D1}" srcOrd="0" destOrd="0" presId="urn:microsoft.com/office/officeart/2016/7/layout/RepeatingBendingProcessNew"/>
    <dgm:cxn modelId="{5D5844F7-71EE-45F7-B378-96F3E48E4F66}" type="presParOf" srcId="{989E461B-5824-443F-B838-9BB88D15E73A}" destId="{2DBF1FB4-5B1F-4E24-A129-75515890DED5}" srcOrd="0" destOrd="0" presId="urn:microsoft.com/office/officeart/2016/7/layout/RepeatingBendingProcessNew"/>
    <dgm:cxn modelId="{6DE212D9-A673-40FD-92B0-C0FE61B67724}" type="presParOf" srcId="{989E461B-5824-443F-B838-9BB88D15E73A}" destId="{71EEEBEC-EEF6-439A-AD0B-38346E7802D1}" srcOrd="1" destOrd="0" presId="urn:microsoft.com/office/officeart/2016/7/layout/RepeatingBendingProcessNew"/>
    <dgm:cxn modelId="{861825F5-378F-435F-AA16-A900A08845B6}" type="presParOf" srcId="{71EEEBEC-EEF6-439A-AD0B-38346E7802D1}" destId="{5FD2EDB4-6C77-4AE8-9F95-F55CC5ADC29D}" srcOrd="0" destOrd="0" presId="urn:microsoft.com/office/officeart/2016/7/layout/RepeatingBendingProcessNew"/>
    <dgm:cxn modelId="{4C4989DC-B5B9-4732-8E67-905582E85E19}" type="presParOf" srcId="{989E461B-5824-443F-B838-9BB88D15E73A}" destId="{A9D7A4C1-0A8C-4659-9D43-744D5DED4135}" srcOrd="2" destOrd="0" presId="urn:microsoft.com/office/officeart/2016/7/layout/RepeatingBendingProcessNew"/>
    <dgm:cxn modelId="{75CECB0E-B35C-482E-B768-EDF7BD3D38F0}" type="presParOf" srcId="{989E461B-5824-443F-B838-9BB88D15E73A}" destId="{5A4EDB2A-7CE3-4379-A53F-9CEB1FDC21DA}" srcOrd="3" destOrd="0" presId="urn:microsoft.com/office/officeart/2016/7/layout/RepeatingBendingProcessNew"/>
    <dgm:cxn modelId="{C4D01117-7F50-4894-B5C9-3F0947972E40}" type="presParOf" srcId="{5A4EDB2A-7CE3-4379-A53F-9CEB1FDC21DA}" destId="{40BF7F93-5909-420E-AA83-3725D1245C62}" srcOrd="0" destOrd="0" presId="urn:microsoft.com/office/officeart/2016/7/layout/RepeatingBendingProcessNew"/>
    <dgm:cxn modelId="{C49EBD17-C3E1-454F-9664-31C3D00FD48A}" type="presParOf" srcId="{989E461B-5824-443F-B838-9BB88D15E73A}" destId="{BB6D2DB9-CF9C-4747-AB27-5450FA9722CB}" srcOrd="4" destOrd="0" presId="urn:microsoft.com/office/officeart/2016/7/layout/RepeatingBendingProcessNew"/>
    <dgm:cxn modelId="{0B4A6B0F-A517-40EC-AACE-87BEB60F4F9B}" type="presParOf" srcId="{989E461B-5824-443F-B838-9BB88D15E73A}" destId="{E70CA466-8509-45C3-BC29-586A4617FD27}" srcOrd="5" destOrd="0" presId="urn:microsoft.com/office/officeart/2016/7/layout/RepeatingBendingProcessNew"/>
    <dgm:cxn modelId="{B7F15153-D458-4A22-BDC7-4A2F5847D58E}" type="presParOf" srcId="{E70CA466-8509-45C3-BC29-586A4617FD27}" destId="{9E411714-E92B-4232-8146-EC89A4949F6E}" srcOrd="0" destOrd="0" presId="urn:microsoft.com/office/officeart/2016/7/layout/RepeatingBendingProcessNew"/>
    <dgm:cxn modelId="{4FECD532-2573-4003-8E96-88755165411F}" type="presParOf" srcId="{989E461B-5824-443F-B838-9BB88D15E73A}" destId="{F620D04C-1B9A-4559-9990-2402F8C2330E}" srcOrd="6" destOrd="0" presId="urn:microsoft.com/office/officeart/2016/7/layout/RepeatingBendingProcessNew"/>
    <dgm:cxn modelId="{DD3C2F2B-8823-4DC0-8154-EEB0235E7560}" type="presParOf" srcId="{989E461B-5824-443F-B838-9BB88D15E73A}" destId="{BCBB9B31-9FE7-4380-B48B-13C7FE8C6C4F}" srcOrd="7" destOrd="0" presId="urn:microsoft.com/office/officeart/2016/7/layout/RepeatingBendingProcessNew"/>
    <dgm:cxn modelId="{2FDB9EFC-B3AA-48B3-AEE9-C0D036022B7F}" type="presParOf" srcId="{BCBB9B31-9FE7-4380-B48B-13C7FE8C6C4F}" destId="{2CD72B73-E112-43E5-8742-382AA9219CD7}" srcOrd="0" destOrd="0" presId="urn:microsoft.com/office/officeart/2016/7/layout/RepeatingBendingProcessNew"/>
    <dgm:cxn modelId="{40112EE0-84DC-444B-9E5C-90DD2F865B8B}" type="presParOf" srcId="{989E461B-5824-443F-B838-9BB88D15E73A}" destId="{5D74C1F6-45ED-45B8-A40D-ECC3F06A9896}" srcOrd="8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EEEBEC-EEF6-439A-AD0B-38346E7802D1}">
      <dsp:nvSpPr>
        <dsp:cNvPr id="0" name=""/>
        <dsp:cNvSpPr/>
      </dsp:nvSpPr>
      <dsp:spPr>
        <a:xfrm>
          <a:off x="2445502" y="1427185"/>
          <a:ext cx="53078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30788" y="45720"/>
              </a:lnTo>
            </a:path>
          </a:pathLst>
        </a:custGeom>
        <a:noFill/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696861" y="1470098"/>
        <a:ext cx="28069" cy="5613"/>
      </dsp:txXfrm>
    </dsp:sp>
    <dsp:sp modelId="{2DBF1FB4-5B1F-4E24-A129-75515890DED5}">
      <dsp:nvSpPr>
        <dsp:cNvPr id="0" name=""/>
        <dsp:cNvSpPr/>
      </dsp:nvSpPr>
      <dsp:spPr>
        <a:xfrm>
          <a:off x="6484" y="740660"/>
          <a:ext cx="2440818" cy="1464491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9602" tIns="125543" rIns="119602" bIns="125543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This chapter introduces the concept of voltage and current.</a:t>
          </a:r>
        </a:p>
      </dsp:txBody>
      <dsp:txXfrm>
        <a:off x="6484" y="740660"/>
        <a:ext cx="2440818" cy="1464491"/>
      </dsp:txXfrm>
    </dsp:sp>
    <dsp:sp modelId="{5A4EDB2A-7CE3-4379-A53F-9CEB1FDC21DA}">
      <dsp:nvSpPr>
        <dsp:cNvPr id="0" name=""/>
        <dsp:cNvSpPr/>
      </dsp:nvSpPr>
      <dsp:spPr>
        <a:xfrm>
          <a:off x="5447709" y="1427185"/>
          <a:ext cx="53078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30788" y="45720"/>
              </a:lnTo>
            </a:path>
          </a:pathLst>
        </a:custGeom>
        <a:noFill/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699068" y="1470098"/>
        <a:ext cx="28069" cy="5613"/>
      </dsp:txXfrm>
    </dsp:sp>
    <dsp:sp modelId="{A9D7A4C1-0A8C-4659-9D43-744D5DED4135}">
      <dsp:nvSpPr>
        <dsp:cNvPr id="0" name=""/>
        <dsp:cNvSpPr/>
      </dsp:nvSpPr>
      <dsp:spPr>
        <a:xfrm>
          <a:off x="3008690" y="740660"/>
          <a:ext cx="2440818" cy="1464491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9602" tIns="125543" rIns="119602" bIns="125543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The concept of a circuit will be introduced.</a:t>
          </a:r>
        </a:p>
      </dsp:txBody>
      <dsp:txXfrm>
        <a:off x="3008690" y="740660"/>
        <a:ext cx="2440818" cy="1464491"/>
      </dsp:txXfrm>
    </dsp:sp>
    <dsp:sp modelId="{E70CA466-8509-45C3-BC29-586A4617FD27}">
      <dsp:nvSpPr>
        <dsp:cNvPr id="0" name=""/>
        <dsp:cNvSpPr/>
      </dsp:nvSpPr>
      <dsp:spPr>
        <a:xfrm>
          <a:off x="1226893" y="2203351"/>
          <a:ext cx="6004413" cy="530788"/>
        </a:xfrm>
        <a:custGeom>
          <a:avLst/>
          <a:gdLst/>
          <a:ahLst/>
          <a:cxnLst/>
          <a:rect l="0" t="0" r="0" b="0"/>
          <a:pathLst>
            <a:path>
              <a:moveTo>
                <a:pt x="6004413" y="0"/>
              </a:moveTo>
              <a:lnTo>
                <a:pt x="6004413" y="282494"/>
              </a:lnTo>
              <a:lnTo>
                <a:pt x="0" y="282494"/>
              </a:lnTo>
              <a:lnTo>
                <a:pt x="0" y="530788"/>
              </a:lnTo>
            </a:path>
          </a:pathLst>
        </a:custGeom>
        <a:noFill/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078334" y="2465938"/>
        <a:ext cx="301530" cy="5613"/>
      </dsp:txXfrm>
    </dsp:sp>
    <dsp:sp modelId="{BB6D2DB9-CF9C-4747-AB27-5450FA9722CB}">
      <dsp:nvSpPr>
        <dsp:cNvPr id="0" name=""/>
        <dsp:cNvSpPr/>
      </dsp:nvSpPr>
      <dsp:spPr>
        <a:xfrm>
          <a:off x="6010897" y="740660"/>
          <a:ext cx="2440818" cy="1464491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9602" tIns="125543" rIns="119602" bIns="125543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Sources will be introduced.</a:t>
          </a:r>
        </a:p>
      </dsp:txBody>
      <dsp:txXfrm>
        <a:off x="6010897" y="740660"/>
        <a:ext cx="2440818" cy="1464491"/>
      </dsp:txXfrm>
    </dsp:sp>
    <dsp:sp modelId="{BCBB9B31-9FE7-4380-B48B-13C7FE8C6C4F}">
      <dsp:nvSpPr>
        <dsp:cNvPr id="0" name=""/>
        <dsp:cNvSpPr/>
      </dsp:nvSpPr>
      <dsp:spPr>
        <a:xfrm>
          <a:off x="2445502" y="3453065"/>
          <a:ext cx="53078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30788" y="45720"/>
              </a:lnTo>
            </a:path>
          </a:pathLst>
        </a:custGeom>
        <a:noFill/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696861" y="3495978"/>
        <a:ext cx="28069" cy="5613"/>
      </dsp:txXfrm>
    </dsp:sp>
    <dsp:sp modelId="{F620D04C-1B9A-4559-9990-2402F8C2330E}">
      <dsp:nvSpPr>
        <dsp:cNvPr id="0" name=""/>
        <dsp:cNvSpPr/>
      </dsp:nvSpPr>
      <dsp:spPr>
        <a:xfrm>
          <a:off x="6484" y="2766539"/>
          <a:ext cx="2440818" cy="1464491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9602" tIns="125543" rIns="119602" bIns="125543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These can provide either a specified voltage or current.</a:t>
          </a:r>
        </a:p>
      </dsp:txBody>
      <dsp:txXfrm>
        <a:off x="6484" y="2766539"/>
        <a:ext cx="2440818" cy="1464491"/>
      </dsp:txXfrm>
    </dsp:sp>
    <dsp:sp modelId="{5D74C1F6-45ED-45B8-A40D-ECC3F06A9896}">
      <dsp:nvSpPr>
        <dsp:cNvPr id="0" name=""/>
        <dsp:cNvSpPr/>
      </dsp:nvSpPr>
      <dsp:spPr>
        <a:xfrm>
          <a:off x="3008690" y="2766539"/>
          <a:ext cx="2440818" cy="1464491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9602" tIns="125543" rIns="119602" bIns="125543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Dependent and independent sources will be discussed.</a:t>
          </a:r>
        </a:p>
      </dsp:txBody>
      <dsp:txXfrm>
        <a:off x="3008690" y="2766539"/>
        <a:ext cx="2440818" cy="146449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#9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21:51:27.018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1095 63 24575,'-558'-29'-1135,"278"9"852,60 9 570,183 9-215,82 1-86,93 2 14,81 3-740,312 25-2935,719 134 1263,-1097-140 4470,-90-16-252,-1 3 0,99 29 0,-160-38-1792,8 2 80,0 0 0,14 8 1,-22-10-90,1-1 0,-1 1 1,1 0-1,-1 0 0,0 0 1,0 0-1,1 0 0,-1 0 1,0 0-1,0 0 0,0 1 0,0-1 1,0 0-1,0 1 0,-1-1 1,1 0-1,0 1 0,-1-1 1,1 1-1,-1-1 0,1 1 1,-1-1-1,1 4 0,-2-4-5,1 0 0,0-1 0,0 1 0,0 0 0,-1-1 0,1 1 0,0 0 0,-1 0 0,1-1 0,-1 1 0,1-1 0,0 1 0,-1 0 0,1-1 0,-1 1 0,0-1 0,1 1 0,-1-1 0,1 1 0,-1-1 0,0 0 0,1 1 0,-2-1 0,-20 6 0,21-6 0,-47 6 0,0-3 0,-65-3 0,55-1 0,-224-2-1365,241 3-5461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21:51:32.800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8 42 4313,'0'-22'2528,"-8"2"-2584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21:51:33.996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2756 287 4585,'-7'-2'830,"1"2"0,0-1 1,0 0-1,-1 1 0,1 0 0,0 1 0,-13 1 0,-1 3-331,-21 8-1,27-9-162,-85 28 939,-1-5 0,-114 15 1,-175-11 561,194-19-1528,89-5-217,92-7-63,12-1-11,6-1 17,93-18-21,21-5-57,470-96-4,8 40 186,-528 75-125,172-6 280,-227 15-261,-14-3-33,1 1 1,-1-1-1,1 1 1,-1-1-1,1 0 0,-1 1 1,1-1-1,-1 0 1,0 1-1,1-1 0,-1 0 1,0 1-1,1-1 1,-1 0-1,0 0 0,1 0 1,-2 0-1,-11 3-7,-1 0-1,1-2 1,-28 1 0,24-1 27,-391-18 537,322 10-457,-886-110 470,971 116-570,-478-60 301,452 59-282,15 0-11,0 1 1,0 0-1,0 1 1,0 1 0,0 0-1,-13 2 1,18 1-8,7-4-1,0 0 0,-1 0 0,1 0 0,0 0 0,0 0 0,0 0 0,0 0 0,0 1 0,0-1 0,0 0-1,0 0 1,0 0 0,0 0 0,0 0 0,0 0 0,0 0 0,0 0 0,0 1 0,0-1 0,0 0 0,1 0-1,-1 0 1,0 0 0,0 0 0,0 0 0,0 0 0,0 0 0,0 0 0,0 0 0,0 1 0,0-1 0,0 0-1,0 0 1,0 0 0,0 0 0,1 0 0,-1 0 0,0 0 0,0 0 0,0 0 0,0 0 0,0 0 0,0 0-1,0 0 1,0 0 0,1 0 0,-1 0 0,13 3-13,0 0-1,0-1 1,1-1-1,24 0 1,-23 0 3,261 2-121,59 2 70,146 26 84,-2 31 54,-316-29-45,-126-24-19,-1 2 1,42 19 0,-68-26-5,0 1 0,14 10 0,-22-13-5,1 0 0,-1 0 0,1 0 1,-1 1-1,0-1 0,0 0 0,0 1 1,0-1-1,0 1 0,2 5 0,-4-7-1,1 0 0,-1 0 0,0 0-1,0 0 1,0 1 0,0-1 0,0 0-1,0 0 1,0 0 0,0 0-1,0 0 1,0 0 0,0 1 0,-1-1-1,1 0 1,-1 0 0,1 0 0,-1 0-1,1 0 1,-1 0 0,1 0-1,-1 0 1,0 0 0,-1 1 0,0 0 3,-1 1 1,0-1 0,0 0 0,0 1 0,0-1 0,-1-1-1,-3 3 1,-4 0 8,1 0-1,-1-1 1,0 0 0,-21 3-1,-56 0 54,-284-18 54,-7-30-39,365 41-78,-570-80 178,334 45-99,-19-2 8,43 6-16,42 7-10,-1 0 5,171 24-74,17 0-6,27 3-15,62 4-23,48 1-3,1702 28 194,-1600-42-80,-179 5-48,359-3 90,-341 10-88,-77-5-16,1 1 0,-1-1 1,1 1-1,-1 1 0,1-1 0,4 3 1,-5 0 4,-12 1-1,-19 1-5,1-2-1,-1 0 1,-39-1 0,48-2-1,-151 3-3,-53-3-9,-61-7 3,-44-2 2,41-1 4,-429-8 72,6 32 149,498 0-129,67 2-43,47-4-29,57-3-20,36-7-9,14-1-9,60-1-44,54-2-6,58-2 14,1403-8 186,-752 35 38,-618 0-16,-203-22-128,-1 1 0,16 5 0,-18-2 4,-9-5-26,0-1 0,0 0-1,1 0 1,-1 1 0,0-1 0,0 0 0,0 1-1,0-1 1,0 0 0,0 0 0,0 1 0,0-1-1,0 0 1,-1 1 0,1-1 0,0 0-1,0 0 1,0 1 0,0-1 0,0 0 0,0 0-1,0 1 1,-1-1 0,1 0 0,0 0 0,0 0-1,-1 1 1,-1 1 3,-1 0 0,0 0-1,0-1 1,0 1 0,0-1 0,0 0-1,-1 1 1,1-1 0,-7 1 0,-80 12 44,-51 0 13,-507 8 150,240-13-63,8 16 14,326-18-409,0 4-1,-125 33 1,161-33-631,35-10 569,6-3 77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21:51:39.66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6785 323 7626,'29'-17'2509,"59"-40"1136,-79 51-3395,0-1-1,-1-1 1,0 1 0,0-1-1,-1-1 1,12-17-1,-17 23-137,0-1-1,0 1 0,-1-1 1,1 0-1,-1 0 1,0 1-1,0-1 0,0 0 1,-1 0-1,1-6 0,-1 8-81,0 1-1,0 0 0,-1-1 1,1 1-1,0-1 0,-1 1 1,1 0-1,-1 0 1,1-1-1,-1 1 0,1 0 1,-1 0-1,0 0 0,0-1 1,0 1-1,0 0 0,0 0 1,0 0-1,0 1 0,0-1 1,0 0-1,0 0 1,0 0-1,0 1 0,-1-1 1,1 1-1,0-1 0,0 1 1,-1-1-1,1 1 0,0 0 1,-1 0-1,1-1 0,-2 1 1,-18 0 148,0 1 1,0 0 0,-40 9-1,58-9-165,-313 80 592,102-21-396,-46-5 217,-476 41-1,287-83 3,8-26-69,414 12-334,9 1 10,-1-1 1,-27-6 0,46 7-36,0 0 1,0 0-1,0 0 0,0 0 0,0 0 1,0 0-1,0 0 0,0 0 0,0 0 1,0 0-1,0 0 0,0 0 0,0 0 0,0 0 1,0 0-1,0 0 0,0 0 0,0 0 1,0 0-1,0 0 0,0 0 0,0-1 1,0 1-1,0 0 0,0 0 0,0 0 1,0 0-1,0 0 0,0 0 0,0 0 0,0 0 1,0 0-1,0 0 0,0 0 0,0 0 1,0 0-1,0 0 0,0 0 0,0 0 1,0 0-1,0 0 0,0 0 0,0 0 1,0 0-1,-1 0 0,10-2 1,-7 2-2,167-21-39,178 2 0,691 19 140,-384 5 48,242-17 291,-653-5-211,-177 8-154,-63 8-69,1 0 0,-1 0 0,1 0 0,-1 0 0,7-4 0,-8 1-2,-10 0-8,-34-6-18,-59-7-1,96 17 23,-147-21-13,-42-2-16,-921-76-43,-6 33 302,830 55-111,65 12 2,205 0-108,-43 0 35,0 3 1,-73 14-1,123-15-43,1 0 0,-19 8-1,21-4-5,11-7 1,0 0 1,0 0 0,0 0 0,0 1-1,0-1 1,0 0 0,0 0-1,0 0 1,0 1 0,0-1 0,0 0-1,0 0 1,0 0 0,0 1 0,0-1-1,0 0 1,0 0 0,0 0-1,0 1 1,0-1 0,0 0 0,0 0-1,0 0 1,0 0 0,0 1 0,0-1-1,1 0 1,-1 0 0,0 0 0,0 0-1,0 1 1,0-1 0,0 0-1,1 0 1,2 2-4,-1-1 0,1 0 0,0 0 0,0 0 0,1 0 0,-1 0 0,0 0 0,0-1 0,0 1 0,5-1 0,87 2-57,52-1-11,65-3-31,48-3 4,1696 15 59,-1141 31 75,-625-24-20,-156-11-9,-30-4-5,-11 0-4,-24 0-17,-35-2 1,24-1 8,-568 9-1,-6 22-21,-391 9-146,-634-44 246,1096 0 4,-59-26-78,536 26-88,157 12-97,-45-6 123,116 7-147,53 2 3,22 1 68,408 14 8,138-12 179,-1-35 66,-380-5 209,-519 32-317,-16-3-24,-44-3-13,-147-5-16,-429-3 27,-1016 94 427,1581-67-377,-221 15 11,357-31-41,1-2 0,-74-10 1,118 9-4,0-1 0,0 0 0,0 0 0,0-1 0,-8-3 0,16 5 5,0 1-1,0-1 0,1 1 0,-1-1 0,0 1 1,0-1-1,0 0 0,0 0 0,1 1 1,-1-1-1,0 0 0,1 0 0,-1 0 0,0-1 1,1 1 0,-1 0 1,1 1-1,0-1 0,0 1 1,0-1-1,0 1 1,0-1-1,0 0 1,0 1-1,0-1 1,1 1-1,-1-1 1,0 1-1,0-1 1,0 1-1,1-1 0,-1 0 1,0 1-1,0-1 1,1 1-1,0-1 1,1-1-10,0 0 0,1 0-1,-1 0 1,1 0 0,-1 0 0,1 1 0,0-1 0,0 1 0,0 0 0,0 0 0,3-1 0,96-17-185,51 2 1,655 3-158,4 68 403,-770-51-42,215 24 26,-6 19-10,-241-44-21,1 1 1,0 0 1,1 0-1,-1 0 0,-1 2 0,1-1 0,18 12 0,-20-6 5,-9-10-7,1 1 1,-1-1-1,0 0 0,0 0 0,0 1 0,0-1 0,0 0 1,0 1-1,0-1 0,0 0 0,0 0 0,0 1 0,0-1 1,0 0-1,0 1 0,0-1 0,-1 0 0,1 0 0,0 1 1,0-1-1,0 0 0,0 0 0,0 1 0,-1-1 0,1 0 1,-2 2-1,-1 0 0,1-1 0,0 0 1,-1 0-1,1 0 0,-1 0 0,-3 1 0,-20 5 0,0-1 0,0-1 0,-46 1 0,63-5 0,-131 7 0,-1098 11 300,1002-20-211,-913-12 123,803-10-175,316 20-32,0-1 1,0-2-1,-55-18 0,84 24-6,0 0 0,-1-1 0,1 1 0,0-1 1,0 0-1,0 1 0,0-1 0,-1 0 0,1 0 0,0 1 0,0-1 0,0 0 0,0 0 0,1 0 0,-1 0 0,0-1 0,0 1 0,1 0 0,-2-1 0,2 1 0,0 1 0,0-1 0,0 1 0,0-1-1,0 1 1,1-1 0,-1 1 0,0-1 0,0 1-1,0-1 1,0 1 0,0 0 0,1-1 0,-1 1-1,0-1 1,0 1 0,1 0 0,-1-1-1,0 1 1,1-1 0,14-8-35,5 3-10,38-7-1,68-7-81,63 3-72,50 3 4,502 9-161,3 31 342,-504-14 27,367 51 26,-603-63-38,52 11 2,-52-10-2,-1 0 1,1 0-1,-1 0 1,1 1-1,-1-1 1,0 1-1,1 0 1,-1 0-1,4 3 1,-6-4-1,-1-1 0,0 0 0,0 1 0,1-1 0,-1 1 0,0-1 0,0 1 0,0-1 0,0 1 0,0-1 0,0 1 0,0-1 0,0 0 0,0 1 0,0-1 1,0 1-1,0-1 0,0 1 0,0-1 0,0 1 0,0-1 0,0 1 0,-1-1 0,1 1 0,0-1 0,0 0 0,0 1 0,-1-1 0,1 1 0,0-1 0,-1 0 0,1 1 0,0-1 0,-1 0 0,1 1 0,-1-1 0,1 0 0,0 0 0,-1 1 0,1-1 0,-1 0 0,-3 3 0,1-1 0,-1 0 0,0 0 0,1 0 0,-1 0-1,0-1 1,0 1 0,-8 1 0,-19 2-3,-32 1 1,-76 0 6,-371-23 126,326 8-54,-508-19 216,-233-11-107,614 19-154,7-22 12,277 38-36,19 3-4,-1 0 1,1-1-1,0 0 1,0-1-1,0 1 1,0-2-1,-9-4 1,16 8-4,1 0-1,-1 0 1,0-1 0,1 1 0,-1-1 0,0 1-1,1 0 1,-1-1 0,1 1 0,-1-1-1,1 0 1,-1 1 0,1-1 0,-1 1 0,1-1-1,-1 0 1,1 1 0,0-1 0,0 0 0,-1 1-1,1-1 1,0 0 0,0 0 0,0 1-1,-1-2 1,2 1-2,-1 0 0,1 0 1,-1-1-1,1 1 0,0 0 0,-1 0 0,1 0 0,0 1 0,0-1 0,0 0 0,0 0 0,-1 0 0,1 1 0,0-1 1,0 0-1,1 1 0,0-1 0,9-5-18,1 1 1,-1 1 0,1 0-1,1 0 1,-1 1 0,0 1-1,21-2 1,-4 0-18,279-28-254,5 15 146,-201 11 126,335-13 18,348-21 67,-693 30-43,-782 67 27,238-22-28,-617 69 65,844-81-27,199-21-50,12-2-7,0 1-1,0 0 1,0-1-1,0 0 1,0 0 0,0 0-1,1 0 1,-1 0-1,0-1 1,0 0 0,0 0-1,0 0 1,1 0 0,-6-3-1,8 4-2,1-1 1,-1 1-1,1 0 1,0 0-1,-1-1 0,1 1 1,0 0-1,-1-1 0,1 1 1,0 0-1,0-1 0,0 1 1,-1 0-1,1-1 1,0 1-1,0-1 0,0 1 1,0-1-1,-1 1 0,1 0 1,0-1-1,0 1 0,0-1 1,0 1-1,0-1 1,0 1-1,0 0 0,0-1 1,1 1-1,-1-1 0,0 1 1,0-1-1,0 1 0,0 0 1,0-1-1,1 0 0,1-2-2,0 0 1,0 0-1,1 0 0,-1 1 0,1-1 0,0 0 0,0 1 0,0 0 0,3-3 0,6-2-21,24-11 0,136-44-72,9 12 50,-163 46 44,166-39 9,323-34 0,-443 71 1,25-4-9,97 3-1,-138 11-8,-46-4 8,1 0 0,-1 1 0,0-1 0,1 1 0,-1-1 0,0 1 0,0 0 0,0 0 0,0 0 0,0 0 0,0 0 0,0 1 0,3 2 0,-4-4 1,-1 1 0,0-1 0,0 1-1,0-1 1,0 1 0,1-1 0,-1 1 0,0 0-1,0-1 1,0 1 0,0-1 0,0 1 0,0-1-1,0 1 1,-1-1 0,1 1 0,0-1 0,0 1 0,0-1-1,0 1 1,-1-1 0,1 1 0,0-1 0,-1 1-1,1-1 1,0 1 0,-1-1 0,1 0 0,0 1 0,-1-1-1,1 0 1,-1 1 0,1-1 0,-1 0 0,1 1-1,-1-1 1,0 0 0,-26 15-8,23-13 7,-43 19 0,-1-3 0,-79 20 0,-109 12-2,177-39 0,-86 18-1,-226 40 18,262-54 21,-158 1 0,252-15-29,12-1-4,0 0 0,-1 1-1,1-1 1,0 0-1,0-1 1,-1 1 0,1 0-1,0-1 1,0 0-1,-1 0 1,1 0 0,0 0-1,0 0 1,-3-3-1,5 3 0,0 1-1,0-1 0,0 0 1,1-1-1,-1 1 0,0 0 0,1 0 1,-1 0-1,1 0 0,-1 0 0,1-1 1,-1 1-1,1 0 0,0 0 1,0-1-1,0 1 0,-1 0 0,1 0 1,0-1-1,1 1 0,-1 0 0,0-1 1,0 1-1,0 0 0,1 0 0,-1-1 1,1 1-1,-1 0 0,1 0 1,0-2-1,3-5-2,1 0 0,-1 0 0,7-7 0,-9 12 1,7-11-18,2 0 0,0 0 0,0 1 0,1 1 0,1 0 0,0 1 0,27-18 0,-26 25-15,-14 4 33,0 0 0,0-1 0,0 1 1,0 0-1,0 0 0,0 0 0,1 0 0,-1 0 0,0 0 1,0 0-1,0 0 0,0 0 0,0 0 0,1 0 1,-1 0-1,0 0 0,0 0 0,0 0 0,0 0 1,1 0-1,-1 0 0,0 0 0,0 0 0,0 0 1,0 0-1,0 0 0,1 0 0,-1 1 0,0-1 1,0 0-1,0 0 0,0 0 0,0 0 0,0 0 1,0 0-1,1 0 0,-1 1 0,0-1 0,0 0 1,0 0-1,0 0 0,0 0 0,0 0 0,0 0 1,0 1-1,0-1 0,0 0 0,0 0 0,0 0 0,0 0 1,0 1-1,0-1 0,0 0 0,0 0 0,0 0 1,0 0-1,0 1 0,-3 1-7,0 1 0,0-1 0,-1 0 0,1 0 0,0 0 0,-1 0 0,0-1 0,-6 3 1,4-2 1,-154 55-36,103-39 42,-46 11 0,85-24 0,15-4 0,-1 0 0,1 0 0,-1-1 0,0 1 0,-5-1 0,9 0 1,0 0-1,-1 0 0,1 0 0,0 0 0,-1 0 0,1-1 1,0 1-1,-1 0 0,1 0 0,0 0 0,0-1 1,-1 1-1,1 0 0,0 0 0,0-1 0,-1 1 0,1 0 1,0-1-1,0 1 0,0 0 0,0-1 0,-1 1 1,1 0-1,0-1 0,0 1 0,0 0 0,0-1 0,0 1 1,0 0-1,0-1 0,0 1 0,0 0 0,0-1 1,0 1-1,0 0 0,0-1 0,0 1 0,0 0 1,1-1-1,-1 1 0,6-19 12,-5 15-9,4-13-2,-4 8-1,2 0 0,-1 1 0,1-1 0,0 1 0,1-1 0,8-12 0,50-66 0,-53 77 0,-9 10 0,1 0 0,-1 0 0,0 0 0,0 0 0,0 1 0,0-1 0,0 0 0,1 0 0,-1 0 0,0 0 0,0 0 0,0 0 0,0 0 0,1 0 0,-1 0 0,0 0 0,0 0 0,0 0 0,0 1 0,0-1 0,0 0 0,1 0 0,-1 0 0,0 0 0,0 0 0,0 1 0,0-1 0,0 0 0,0 0 0,0 0 0,0 0 0,0 0 0,0 1 0,0-1 0,0 0 0,0 0 0,0 0 0,0 1 0,0 23-1,-2-8-4,-2 0 1,-6 22-1,4-20 1,-3 22-1,5-10 5,3-15 0,-7 26 0,6-35 0,0 0 0,0-1 0,-1 0 0,1 1 0,-1-1 0,0 0 0,0 0 0,-5 4 0,-1 0 1,0 0 1,0-1-1,-1 0 0,0 0 0,-1-1 0,1-1 0,-1 0 0,-1 0 0,1-1 0,-1 0 1,-23 5-1,32-10 0,0 1 0,1-1 0,-1 1 0,0-1 0,0 0 0,0 0 0,0-1 0,0 1 0,1 0 0,-1-1 0,0 0 0,0 0 0,1 0 0,-1 0 0,0 0 0,-3-2 0,3 0 1,0 1 0,-1-1-1,1 0 1,0 0 0,1 0 0,-1-1-1,1 1 1,-1 0 0,1-1 0,-2-5-1,0 0 3,0 0 0,1 0 0,0-1 0,1 1 0,0-1 0,1 0 0,0 1 0,0-20 0,2 23-4,0 1 0,0-1 0,1 1 0,-1 0 0,1-1 0,0 1 0,1 0 0,-1 0 0,1 0 0,0 1 0,0-1 0,1 1 0,5-7 0,-8 10-1,0 0 0,0 0 0,0 0 0,-1 0 0,1 1 0,0-1 0,0 0 1,1 1-1,-1-1 0,0 0 0,0 1 0,0-1 0,0 1 0,0 0 0,1-1 0,-1 1 0,0 0 1,0 0-1,0 0 0,2 0 0,-1 0 0,0 0 0,0 1 1,0-1-1,0 1 0,0 0 0,0 0 1,0 0-1,-1 0 0,1 0 0,0 0 1,1 1-1,4 5-2,0-1 1,-1 1-1,0-1 0,6 10 1,-10-13 0,22 30 1,-1 2 0,-1 1 0,33 75 0,-55-109 2,1-1 0,0 1 0,-1 0-1,1 0 1,-1 0 0,1 0 0,-1 0 0,0 0 0,0 0 0,0 0 0,0 3-1,-1-4 1,1-1-1,0 1 0,-1 0 0,1-1 1,-1 1-1,1 0 0,-1-1 0,1 1 1,-1-1-1,1 1 0,-1-1 0,1 1 1,-1-1-1,0 1 0,1-1 0,-1 0 1,0 1-1,1-1 0,-1 0 0,0 0 1,1 1-1,-1-1 0,0 0 0,0 0 1,1 0-1,-1 0 0,0 0 0,0 0 1,0 0-1,1 0 0,-1 0 0,-1-1 1,2 1-1,-1 0 0,0 1 0,1-1 0,-1 0 0,1 0 0,-1 0 1,1-1-1,-1 1 0,1 0 0,-1 0 0,1 0 0,-1 0 0,1 0 0,-1-1 1,1 1-1,-1 0 0,1 0 0,-1-1 0,1 1 0,0 0 0,-1-1 1,1 1-1,-1 0 0,1-1 0,0 1 0,-1-1 0,1 1 0,0-1 0,0 1 1,-1 0-1,1-1 0,0 1 0,0-1 0,0 1 0,-1-1 0,1 1 0,0-1 1,0 0-1,0 1 0,0-1 0,0 1 0,0-1 0,0 1 0,0-1 0,0 1 1,1-1-1,-1 1 0,0-1 0,0 1 0,0-1 0,1 1 0,-1-1 1,0 0-1,2-1-2,-1-1 1,1 1-1,0-1 1,0 1-1,0 0 1,0 0-1,0 0 1,0 0-1,0 0 1,3-2-1,10-4-19,1 0-1,-1 1 0,1 0 1,20-5-1,70-13-57,-105 25 78,275-41-76,2 18 77,-276 23 0,712-30-1,-191 13 38,283-11 124,1 42 234,181 17-272,-250-56-87,-257 6-18,-236 13-14,496-27 32,-99-58 24,-508 69-54,-89 14-4,291-35 15,-312 41-14,878-34 118,-485 50-69,-381-11 207,-22-3-1117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21:52:26.54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9193 365 10970,'9'-1'896,"0"0"-1,-1-1 0,1 0 0,0 0 1,15-7-1,-20 7-938,-1 1 1,0-1 0,0 0-1,0 0 1,0 0-1,0-1 1,0 1-1,0-1 1,-1 1-1,1-1 1,-1 0 0,0 0-1,0 0 1,0 0-1,0-1 1,0 1-1,1-4 1,-2 3 92,0 0 1,1 0-1,-1-1 1,-1 1-1,1 0 1,-1-1-1,1 1 1,-1 0-1,0-1 1,-1 1-1,1-1 1,-1 1-1,-1-6 1,1 8 5,-1 0-1,1 0 1,0-1 0,-1 1 0,1 0-1,-1 0 1,1 0 0,-1 1 0,0-1-1,0 0 1,0 1 0,0-1 0,0 1-1,0-1 1,-1 1 0,1 0 0,0 0-1,-1 0 1,1 0 0,-1 1 0,1-1-1,-1 1 1,1-1 0,-5 1-1,-23-2 195,1 1 0,-43 5 0,38-1-166,-163 13 155,-231 51-1,289-41-149,0-6 0,-231 3 0,234-25 113,1-5 0,-1-7 0,-180-41 0,94 0-47,-61-14-64,-1 16 33,262 49-95,13 2-12,1 1 0,-1 0 0,0 0 0,0 1 1,0 0-1,-9 1 0,8 4 27,10-5-43,0 0 0,0 0 0,0 1 0,0-1 0,-1 0 0,1 0 0,0 0 0,0 1 0,0-1 0,0 0 0,0 0 0,0 1 0,0-1 0,0 0 0,0 0 0,0 1-1,0-1 1,0 0 0,0 0 0,1 1 0,-1-1 0,0 0 0,0 0 0,0 0 0,0 1 0,0-1 0,2 2 2,0 0 0,0 0 0,-1 0 0,1-1 0,0 1 0,5 2 0,10 5 2,0 0-1,1-2 1,1 0 0,28 8 0,-38-13-4,168 43 29,219 26 0,-214-50 83,0-7 1,328-20-1,-233-14 18,399-16 278,-588 38-359,66-3 11,-149 1-56,0 0-1,0 0 1,1-1 0,-1 0-1,0 0 1,0 0 0,9-4-1,-14 5-3,0 0-1,1 0 1,-1 0 0,0 0-1,1 0 1,-1 0-1,0-1 1,1 1 0,-1 0-1,0 0 1,0 0-1,1 0 1,-1 0 0,0-1-1,0 1 1,1 0-1,-1 0 1,0-1-1,0 1 1,0 0 0,1 0-1,-1-1 1,0 1-1,0 0 1,0 0 0,0-1-1,0 1 1,0 0-1,0-1 1,1 1-1,-1 0 1,0-1 0,0 1-1,0 0 1,0 0-1,0-1 1,0 1 0,0 0-1,-1-1 1,1 1-1,0 0 1,0-1 0,0 1-1,0 0 1,0 0-1,0-1 1,0 1-1,-1 0 1,1 0 0,0-1-1,0 1 1,0 0-1,-1 0 1,1-1 0,0 1-1,0 0 1,-1 0-1,1 0 1,0 0-1,0-1 1,-1 1 0,1 0-1,0 0 1,-1 0-1,1 0 1,-26-9 52,-30-1 14,-2 3 1,-101 0-1,-255 22-131,111 1 38,-661-28 253,-273 9-112,773 12-213,193-6 44,237-2 43,16-2 7,0 1 1,-1 1-1,1 1 1,0 1-1,-23 6 1,30-4-1,9-1 1,3-3 3,0 0 0,0-1 0,0 1 0,0 0 0,0 0-1,0-1 1,0 1 0,0-1 0,0 1 0,0-1 0,1 0 0,-1 1 0,2-1 0,18 5 0,0-2 0,1 0 0,34-1 0,-37-1 0,273-7-2,2-16-9,-229 17 8,768-93 25,-98 8 26,-523 73-8,0 10-1,406 38 0,-439-5-13,-133-16-14,80 28 0,-123-37-12,0 0 0,-1 0 0,1 0 0,-1 1 0,0-1 0,1 1-1,2 2 1,-5-4 0,0 0-1,1 1 1,-1-1-1,0 1 1,1-1-1,-1 1 1,0-1-1,0 1 1,1-1-1,-1 1 1,0-1-1,0 1 1,0-1-1,0 1 1,0-1-1,0 1 1,0-1-1,0 1 1,0-1-1,0 1 1,0 0-1,0-1 1,0 1-1,0-1 1,0 1-1,0-1 1,-1 1-1,1-1 1,0 1-1,0-1 1,-1 1-1,1-1 1,0 0-1,-1 1 1,1-1-1,0 1 1,-1-1-1,1 0 1,-1 1-1,1-1 1,-1 0-1,1 1 1,0-1-1,-1 0 1,1 0-1,-1 0 1,0 1-1,-8 3-6,1 0-1,-1-1 1,0 0 0,0 0-1,-1-1 1,1 0 0,-11 0-1,-34 3-11,-73-2 0,-60-13-25,114 5 24,-849-25-47,-756 142 163,1542-96-140,-458 48 18,-4-38-148,390-32-13,-229-35-1,386 32 170,22 4-1,1 1-1,-36-1 1,58 6 10,12 1 7,18 2 1,485 46-32,-361-39 29,661 48 50,0-37 3,-712-23-48,587-1 40,-9 33 11,-617-26-50,61 4 6,-105-9-8,-30 2 3,-6 0 2,-78 5 10,-1-4 1,-160-16 0,-204-51 74,461 64-89,-140-24 65,-199-28 138,-290 17 116,-1 57-114,285 2-132,-256 14-10,474-34-56,-1-7 0,1-4 0,-254-50 0,348 49-11,0-2 1,-50-20-1,74 22 3,13 8 0,0 0 0,0-1 0,-1 1 0,1 0 0,0 0 0,0 0 0,0-1 0,0 1 0,-1 0 0,1 0 0,0-1 0,0 1 0,0 0 0,0 0 0,0-1 0,0 1 0,0 0 0,0 0 0,0-1 0,0 1 0,0 0 0,0-1 0,0 1 0,0 0 0,0 0 0,0-1 0,0 1 0,0-1 0,2 0 0,-1 0 0,0 0 0,1 0 0,-1 0 0,1 0 0,-1 1-1,1-1 1,0 0 0,-1 1 0,1-1 0,0 1 0,-1-1 0,1 1 0,0 0 0,2 0 0,90-10-17,-31 5 2,1679-145-25,-991 79 84,-697 66-39,-13 1 0,147-13 17,-134 15 0,70 5 0,-96 2-10,-18 0-5,-10-5-7,0 0 0,0 0 0,0 0 0,0 0 1,1 0-1,-1 1 0,0-1 0,0 0 0,0 0 0,0 0 1,0 0-1,0 0 0,0 0 0,0 1 0,0-1 1,0 0-1,0 0 0,1 0 0,-1 0 0,0 1 0,0-1 1,0 0-1,0 0 0,0 0 0,0 0 0,0 1 1,0-1-1,-1 0 0,1 0 0,0 0 0,0 0 0,0 0 1,0 1-1,0-1 0,0 0 0,0 0 0,0 0 1,0 0-1,0 0 0,0 1 0,-1-1 0,-1 2 2,-1 0-1,0 0 1,0-1-1,0 1 1,0 0 0,0-1-1,0 0 1,-4 1-1,-38 10 7,34-9-6,-97 21 6,-168 14 1,-117-15 4,309-20-12,-495 29-10,236-15-6,-652 24-17,788-37 32,-329 18 0,88 26 13,418-43-11,-9 2-3,-1-1 0,-45-1 0,60-8-18,25 3 19,0 0 0,-1 0-1,1 0 1,0 0 0,0 0-1,0 0 1,-1-1 0,1 1-1,0 0 1,0 0 0,0 0-1,0 0 1,-1 0 0,1 0-1,0 0 1,0 0 0,0-1-1,0 1 1,-1 0 0,1 0-1,0 0 1,0 0 0,0 0-1,0-1 1,0 1 0,0 0-1,0 0 1,0 0 0,0 0-1,-1-1 1,1 1 0,0 0-1,0 0 1,0 0 0,0-1-1,0 1 1,0 0 0,0 0-1,0 0 1,0-1 0,0 1-1,0 0 1,0 0 0,1 0-1,-1-1 1,0 1 0,0 0-1,0 0 1,0 0 0,0 0-1,0-1 1,0 1 0,0 0-1,1 0 1,-1 0 0,0 0 0,3-3-4,0 1 1,0 0-1,0 0 1,0 1 0,0-1-1,0 0 1,6-1-1,36-9-12,34-5 7,117-10-1,93 11 17,142 26 0,3 25 2,-121-8 0,276 22 31,-549-46-23,-27-1-2,-10 1-6,-9 0 5,-14 3-8,-1-1 1,-22 2 0,-511 41 63,441-41-72,10-1-4,-147 9 6,-317 25 19,49-35 57,203-30-37,37 3-9,192 17-26,-263-15 11,347 20-15,-7 0 1,0 0-1,0 0 1,0-1 0,1 0-1,-1-1 1,0 0 0,1 0-1,-1-1 1,-12-6 0,20 9-2,1 0 1,-1 0 0,0-1-1,1 1 1,-1-1 0,0 1 0,1 0-1,-1-1 1,1 1 0,-1-1-1,1 0 1,-1 1 0,1-1 0,-1 1-1,1-1 1,0 0 0,-1 1-1,1-1 1,0 0 0,0 1 0,-1-1-1,1 0 1,0 1 0,0-1-1,0 0 1,0 1 0,0-1 0,0 0-1,0 0 1,0 1 0,0-1-1,0 0 1,0 0 0,0 1 0,1-1-1,-1 0 1,0 1 0,0-1-1,1 0 1,-1 1 0,1-1 0,-1 1-1,0-1 1,1 0 0,-1 1-1,2-2 1,2-2-5,0 1 1,1-1-1,-1 1 1,1 0-1,9-5 0,17-7-16,0 2 1,46-14-1,72-11-24,-142 37 43,202-44-38,2 10 0,282-12 0,-429 45 40,273-7 7,-294 12-5,-26 2 3,-15 0-4,-9 1 0,-14 4 1,0 0 0,0-1 1,-26 6-1,-76 15 17,84-22-14,-807 131 58,664-118-60,-260 25 17,365-39-12,0-4 0,-89-8 1,149 4-5,1-1 1,-1-1 0,1 0-1,-30-11 1,43 13-5,1 0 1,-1 0 0,1-1 0,-1 1 0,1-1-1,-1 1 1,1-1 0,0 0 0,0 0-1,-4-4 1,6 5-1,-1 0 1,1 0-1,-1 0 0,1 0 0,0 0 1,-1 0-1,1-1 0,0 1 0,0 0 1,-1 0-1,1 0 0,0-1 0,1 1 1,-1 0-1,0 0 0,0 0 0,0 0 1,1-1-1,-1 1 0,0 0 0,1 0 1,-1 0-1,1 0 0,-1 0 0,1 0 1,0 0-1,0 0 0,-1 0 0,2-1 1,7-7-1,-1 0 0,1 1 0,1 0 0,-1 0 1,1 1-1,1 0 0,15-7 0,4-1 0,54-17 0,-1 8 4,154-24 0,91 10 10,-262 31-12,38-2 6,-89 8-8,-15 1 0,0 0 0,0 0 0,0 0 0,0 0 0,0 0 0,0 1 0,0-1 0,0 0 0,0 0 0,0 0 0,0 0 0,0 0 0,0 0 0,0 0 0,0 0 0,0 0 0,0 0 0,0 0 0,0 0 0,0 0 0,0 0 0,0 0 0,0 0 0,0 0 0,0 1 0,0-1 0,0 0 0,0 0 0,0 0 0,0 0 0,0 0 0,0 0 0,0 0 0,0 0 0,0 0 0,0 0 0,0 0 0,0 0 0,0 0 0,0 0 0,0 0 0,0 0 0,0 0 0,0 0 0,1 0 0,-1 0 0,0 0 0,0 0 0,0 0 0,0 0 0,0 0 0,0 0 0,0 0 0,0 0 0,0 0 0,0 0 0,0 0 0,0 0 0,0 0 0,0 0 0,0 0 0,0 0 0,1 0 0,-21 8 0,10-5 0,-447 147-12,359-124 13,-2-5 1,-176 15-1,268-36 0,-26 1 4,32-1-5,0-1 0,0 1 0,0-1 0,1 1 1,-1-1-1,0 1 0,0-1 0,0 0 0,0 0 0,1 0 0,-1 0 1,0 0-1,-2-2 0,4 2 0,-1 0 0,0 1 0,1-1 0,-1 0 0,1 0 0,-1 1 0,1-1 0,0 0 0,-1 0 0,1 0 0,0 0 0,-1 1 0,1-1 0,0 0 0,0 0 0,0 0 0,0 0 0,0 0 0,0 0 0,0 0 0,0 0 0,0 0 0,1-1 0,10-19 0,-3 11 0,-1 1 0,2 0 0,-1 0 0,13-9 0,42-28-3,-41 30-1,10-5 2,0 1 0,1 1-1,46-18 1,-6 10-13,-567 213-26,491-185 41,-75 23 6,66-21-4,1-1 0,-1 0-1,0 0 1,-18-1 0,29-1-2,0 0 0,0 0 1,-1 0-1,1 0 1,0-1-1,0 1 0,-1 0 1,1-1-1,0 1 1,0-1-1,0 1 0,0-1 1,0 0-1,0 1 0,-1-1 1,1 0-1,1 0 1,-3-1-1,3 1 0,-1 0 0,1 0 0,-1 0 0,1 0 0,0 0 0,0 0 0,-1 0 0,1 0 0,0 0 0,0 0 0,0 0 0,0 0 0,0 0 0,0 0 0,0 1 0,1-1 0,-1 0 0,0 0 0,0 0 0,1 0 0,-1 0 0,1 0 1,-1 0-1,1 0 0,0-1 0,2-2-2,0 0 1,1 0 0,-1 0 0,1 1 0,0-1 0,8-4 0,29-18-10,-34 22 8,-4 3 3,156-86-25,-144 82 24,-15 7-1,-9 3-3,-146 69-11,134-65 18,16-8-1,0 1 0,0 0 0,0 0 0,1 1 0,-7 4 0,11-7-3,1 0 1,-1 1-1,0-1 1,1 0-1,-1 0 1,1 1-1,-1-1 1,1 0-1,-1 0 1,1 0-1,-1 0 1,1 0-1,-1 0 1,1 0-1,-1 0 1,1 0-1,-1 0 1,1 0-1,-1 0 1,1 0-1,0 0 1,5-1-155,-1-1 0,0 1 0,1-1 1,-1 0-1,0-1 0,0 1 0,0-1 1,6-4-1,1 0-269,22-13-148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21:53:28.501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1095 63 24575,'-558'-29'-1135,"278"9"852,60 9 570,183 9-215,82 1-86,93 2 14,81 3-740,312 25-2935,719 134 1263,-1097-140 4470,-90-16-252,-1 3 0,99 29 0,-160-38-1792,8 2 80,0 0 0,14 8 1,-22-10-90,1-1 0,-1 1 1,1 0-1,-1 0 0,0 0 1,0 0-1,1 0 0,-1 0 1,0 0-1,0 0 0,0 1 0,0-1 1,0 0-1,0 1 0,-1-1 1,1 0-1,0 1 0,-1-1 1,1 1-1,-1-1 0,1 1 1,-1-1-1,1 4 0,-2-4-5,1 0 0,0-1 0,0 1 0,0 0 0,-1-1 0,1 1 0,0 0 0,-1 0 0,1-1 0,-1 1 0,1-1 0,0 1 0,-1 0 0,1-1 0,-1 1 0,0-1 0,1 1 0,-1-1 0,1 1 0,-1-1 0,0 0 0,1 1 0,-2-1 0,-20 6 0,21-6 0,-47 6 0,0-3 0,-65-3 0,55-1 0,-224-2-1365,241 3-5461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21:53:28.502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8 42 4313,'0'-22'2528,"-8"2"-2584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21:53:28.503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2756 287 4585,'-7'-2'830,"1"2"0,0-1 1,0 0-1,-1 1 0,1 0 0,0 1 0,-13 1 0,-1 3-331,-21 8-1,27-9-162,-85 28 939,-1-5 0,-114 15 1,-175-11 561,194-19-1528,89-5-217,92-7-63,12-1-11,6-1 17,93-18-21,21-5-57,470-96-4,8 40 186,-528 75-125,172-6 280,-227 15-261,-14-3-33,1 1 1,-1-1-1,1 1 1,-1-1-1,1 0 0,-1 1 1,1-1-1,-1 0 1,0 1-1,1-1 0,-1 0 1,0 1-1,1-1 1,-1 0-1,0 0 0,1 0 1,-2 0-1,-11 3-7,-1 0-1,1-2 1,-28 1 0,24-1 27,-391-18 537,322 10-457,-886-110 470,971 116-570,-478-60 301,452 59-282,15 0-11,0 1 1,0 0-1,0 1 1,0 1 0,0 0-1,-13 2 1,18 1-8,7-4-1,0 0 0,-1 0 0,1 0 0,0 0 0,0 0 0,0 0 0,0 0 0,0 1 0,0-1 0,0 0-1,0 0 1,0 0 0,0 0 0,0 0 0,0 0 0,0 0 0,0 0 0,0 1 0,0-1 0,0 0 0,1 0-1,-1 0 1,0 0 0,0 0 0,0 0 0,0 0 0,0 0 0,0 0 0,0 0 0,0 1 0,0-1 0,0 0-1,0 0 1,0 0 0,0 0 0,1 0 0,-1 0 0,0 0 0,0 0 0,0 0 0,0 0 0,0 0 0,0 0-1,0 0 1,0 0 0,1 0 0,-1 0 0,13 3-13,0 0-1,0-1 1,1-1-1,24 0 1,-23 0 3,261 2-121,59 2 70,146 26 84,-2 31 54,-316-29-45,-126-24-19,-1 2 1,42 19 0,-68-26-5,0 1 0,14 10 0,-22-13-5,1 0 0,-1 0 0,1 0 1,-1 1-1,0-1 0,0 0 0,0 1 1,0-1-1,0 1 0,2 5 0,-4-7-1,1 0 0,-1 0 0,0 0-1,0 0 1,0 1 0,0-1 0,0 0-1,0 0 1,0 0 0,0 0-1,0 0 1,0 0 0,0 1 0,-1-1-1,1 0 1,-1 0 0,1 0 0,-1 0-1,1 0 1,-1 0 0,1 0-1,-1 0 1,0 0 0,-1 1 0,0 0 3,-1 1 1,0-1 0,0 0 0,0 1 0,0-1 0,-1-1-1,-3 3 1,-4 0 8,1 0-1,-1-1 1,0 0 0,-21 3-1,-56 0 54,-284-18 54,-7-30-39,365 41-78,-570-80 178,334 45-99,-19-2 8,43 6-16,42 7-10,-1 0 5,171 24-74,17 0-6,27 3-15,62 4-23,48 1-3,1702 28 194,-1600-42-80,-179 5-48,359-3 90,-341 10-88,-77-5-16,1 1 0,-1-1 1,1 1-1,-1 1 0,1-1 0,4 3 1,-5 0 4,-12 1-1,-19 1-5,1-2-1,-1 0 1,-39-1 0,48-2-1,-151 3-3,-53-3-9,-61-7 3,-44-2 2,41-1 4,-429-8 72,6 32 149,498 0-129,67 2-43,47-4-29,57-3-20,36-7-9,14-1-9,60-1-44,54-2-6,58-2 14,1403-8 186,-752 35 38,-618 0-16,-203-22-128,-1 1 0,16 5 0,-18-2 4,-9-5-26,0-1 0,0 0-1,1 0 1,-1 1 0,0-1 0,0 0 0,0 1-1,0-1 1,0 0 0,0 0 0,0 1 0,0-1-1,0 0 1,-1 1 0,1-1 0,0 0-1,0 0 1,0 1 0,0-1 0,0 0 0,0 0-1,0 1 1,-1-1 0,1 0 0,0 0 0,0 0-1,-1 1 1,-1 1 3,-1 0 0,0 0-1,0-1 1,0 1 0,0-1 0,0 0-1,-1 1 1,1-1 0,-7 1 0,-80 12 44,-51 0 13,-507 8 150,240-13-63,8 16 14,326-18-409,0 4-1,-125 33 1,161-33-631,35-10 569,6-3 77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21:53:28.50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6785 323 7626,'29'-17'2509,"59"-40"1136,-79 51-3395,0-1-1,-1-1 1,0 1 0,0-1-1,-1-1 1,12-17-1,-17 23-137,0-1-1,0 1 0,-1-1 1,1 0-1,-1 0 1,0 1-1,0-1 0,0 0 1,-1 0-1,1-6 0,-1 8-81,0 1-1,0 0 0,-1-1 1,1 1-1,0-1 0,-1 1 1,1 0-1,-1 0 1,1-1-1,-1 1 0,1 0 1,-1 0-1,0 0 0,0-1 1,0 1-1,0 0 0,0 0 1,0 0-1,0 1 0,0-1 1,0 0-1,0 0 1,0 0-1,0 1 0,-1-1 1,1 1-1,0-1 0,0 1 1,-1-1-1,1 1 0,0 0 1,-1 0-1,1-1 0,-2 1 1,-18 0 148,0 1 1,0 0 0,-40 9-1,58-9-165,-313 80 592,102-21-396,-46-5 217,-476 41-1,287-83 3,8-26-69,414 12-334,9 1 10,-1-1 1,-27-6 0,46 7-36,0 0 1,0 0-1,0 0 0,0 0 0,0 0 1,0 0-1,0 0 0,0 0 0,0 0 1,0 0-1,0 0 0,0 0 0,0 0 0,0 0 1,0 0-1,0 0 0,0 0 0,0 0 1,0 0-1,0 0 0,0 0 0,0-1 1,0 1-1,0 0 0,0 0 0,0 0 1,0 0-1,0 0 0,0 0 0,0 0 0,0 0 1,0 0-1,0 0 0,0 0 0,0 0 1,0 0-1,0 0 0,0 0 0,0 0 1,0 0-1,0 0 0,0 0 0,0 0 1,0 0-1,-1 0 0,10-2 1,-7 2-2,167-21-39,178 2 0,691 19 140,-384 5 48,242-17 291,-653-5-211,-177 8-154,-63 8-69,1 0 0,-1 0 0,1 0 0,-1 0 0,7-4 0,-8 1-2,-10 0-8,-34-6-18,-59-7-1,96 17 23,-147-21-13,-42-2-16,-921-76-43,-6 33 302,830 55-111,65 12 2,205 0-108,-43 0 35,0 3 1,-73 14-1,123-15-43,1 0 0,-19 8-1,21-4-5,11-7 1,0 0 1,0 0 0,0 0 0,0 1-1,0-1 1,0 0 0,0 0-1,0 0 1,0 1 0,0-1 0,0 0-1,0 0 1,0 0 0,0 1 0,0-1-1,0 0 1,0 0 0,0 0-1,0 1 1,0-1 0,0 0 0,0 0-1,0 0 1,0 0 0,0 1 0,0-1-1,1 0 1,-1 0 0,0 0 0,0 0-1,0 1 1,0-1 0,0 0-1,1 0 1,2 2-4,-1-1 0,1 0 0,0 0 0,0 0 0,1 0 0,-1 0 0,0 0 0,0-1 0,0 1 0,5-1 0,87 2-57,52-1-11,65-3-31,48-3 4,1696 15 59,-1141 31 75,-625-24-20,-156-11-9,-30-4-5,-11 0-4,-24 0-17,-35-2 1,24-1 8,-568 9-1,-6 22-21,-391 9-146,-634-44 246,1096 0 4,-59-26-78,536 26-88,157 12-97,-45-6 123,116 7-147,53 2 3,22 1 68,408 14 8,138-12 179,-1-35 66,-380-5 209,-519 32-317,-16-3-24,-44-3-13,-147-5-16,-429-3 27,-1016 94 427,1581-67-377,-221 15 11,357-31-41,1-2 0,-74-10 1,118 9-4,0-1 0,0 0 0,0 0 0,0-1 0,-8-3 0,16 5 5,0 1-1,0-1 0,1 1 0,-1-1 0,0 1 1,0-1-1,0 0 0,0 0 0,1 1 1,-1-1-1,0 0 0,1 0 0,-1 0 0,0-1 1,1 1 0,-1 0 1,1 1-1,0-1 0,0 1 1,0-1-1,0 1 1,0-1-1,0 0 1,0 1-1,0-1 1,1 1-1,-1-1 1,0 1-1,0-1 1,0 1-1,1-1 0,-1 0 1,0 1-1,0-1 1,1 1-1,0-1 1,1-1-10,0 0 0,1 0-1,-1 0 1,1 0 0,-1 0 0,1 1 0,0-1 0,0 1 0,0 0 0,0 0 0,3-1 0,96-17-185,51 2 1,655 3-158,4 68 403,-770-51-42,215 24 26,-6 19-10,-241-44-21,1 1 1,0 0 1,1 0-1,-1 0 0,-1 2 0,1-1 0,18 12 0,-20-6 5,-9-10-7,1 1 1,-1-1-1,0 0 0,0 0 0,0 1 0,0-1 0,0 0 1,0 1-1,0-1 0,0 0 0,0 0 0,0 1 0,0-1 1,0 0-1,0 1 0,0-1 0,-1 0 0,1 0 0,0 1 1,0-1-1,0 0 0,0 0 0,0 1 0,-1-1 0,1 0 1,-2 2-1,-1 0 0,1-1 0,0 0 1,-1 0-1,1 0 0,-1 0 0,-3 1 0,-20 5 0,0-1 0,0-1 0,-46 1 0,63-5 0,-131 7 0,-1098 11 300,1002-20-211,-913-12 123,803-10-175,316 20-32,0-1 1,0-2-1,-55-18 0,84 24-6,0 0 0,-1-1 0,1 1 0,0-1 1,0 0-1,0 1 0,0-1 0,-1 0 0,1 0 0,0 1 0,0-1 0,0 0 0,0 0 0,1 0 0,-1 0 0,0-1 0,0 1 0,1 0 0,-2-1 0,2 1 0,0 1 0,0-1 0,0 1 0,0-1-1,0 1 1,1-1 0,-1 1 0,0-1 0,0 1-1,0-1 1,0 1 0,0 0 0,1-1 0,-1 1-1,0-1 1,0 1 0,1 0 0,-1-1-1,0 1 1,1-1 0,14-8-35,5 3-10,38-7-1,68-7-81,63 3-72,50 3 4,502 9-161,3 31 342,-504-14 27,367 51 26,-603-63-38,52 11 2,-52-10-2,-1 0 1,1 0-1,-1 0 1,1 1-1,-1-1 1,0 1-1,1 0 1,-1 0-1,4 3 1,-6-4-1,-1-1 0,0 0 0,0 1 0,1-1 0,-1 1 0,0-1 0,0 1 0,0-1 0,0 1 0,0-1 0,0 1 0,0-1 0,0 0 0,0 1 0,0-1 1,0 1-1,0-1 0,0 1 0,0-1 0,0 1 0,0-1 0,0 1 0,-1-1 0,1 1 0,0-1 0,0 0 0,0 1 0,-1-1 0,1 1 0,0-1 0,-1 0 0,1 1 0,0-1 0,-1 0 0,1 1 0,-1-1 0,1 0 0,0 0 0,-1 1 0,1-1 0,-1 0 0,-3 3 0,1-1 0,-1 0 0,0 0 0,1 0 0,-1 0-1,0-1 1,0 1 0,-8 1 0,-19 2-3,-32 1 1,-76 0 6,-371-23 126,326 8-54,-508-19 216,-233-11-107,614 19-154,7-22 12,277 38-36,19 3-4,-1 0 1,1-1-1,0 0 1,0-1-1,0 1 1,0-2-1,-9-4 1,16 8-4,1 0-1,-1 0 1,0-1 0,1 1 0,-1-1 0,0 1-1,1 0 1,-1-1 0,1 1 0,-1-1-1,1 0 1,-1 1 0,1-1 0,-1 1 0,1-1-1,-1 0 1,1 1 0,0-1 0,0 0 0,-1 1-1,1-1 1,0 0 0,0 0 0,0 1-1,-1-2 1,2 1-2,-1 0 0,1 0 1,-1-1-1,1 1 0,0 0 0,-1 0 0,1 0 0,0 1 0,0-1 0,0 0 0,0 0 0,-1 0 0,1 1 0,0-1 1,0 0-1,1 1 0,0-1 0,9-5-18,1 1 1,-1 1 0,1 0-1,1 0 1,-1 1 0,0 1-1,21-2 1,-4 0-18,279-28-254,5 15 146,-201 11 126,335-13 18,348-21 67,-693 30-43,-782 67 27,238-22-28,-617 69 65,844-81-27,199-21-50,12-2-7,0 1-1,0 0 1,0-1-1,0 0 1,0 0 0,0 0-1,1 0 1,-1 0-1,0-1 1,0 0 0,0 0-1,0 0 1,1 0 0,-6-3-1,8 4-2,1-1 1,-1 1-1,1 0 1,0 0-1,-1-1 0,1 1 1,0 0-1,-1-1 0,1 1 1,0 0-1,0-1 0,0 1 1,-1 0-1,1-1 1,0 1-1,0-1 0,0 1 1,0-1-1,-1 1 0,1 0 1,0-1-1,0 1 0,0-1 1,0 1-1,0-1 1,0 1-1,0 0 0,0-1 1,1 1-1,-1-1 0,0 1 1,0-1-1,0 1 0,0 0 1,0-1-1,1 0 0,1-2-2,0 0 1,0 0-1,1 0 0,-1 1 0,1-1 0,0 0 0,0 1 0,0 0 0,3-3 0,6-2-21,24-11 0,136-44-72,9 12 50,-163 46 44,166-39 9,323-34 0,-443 71 1,25-4-9,97 3-1,-138 11-8,-46-4 8,1 0 0,-1 1 0,0-1 0,1 1 0,-1-1 0,0 1 0,0 0 0,0 0 0,0 0 0,0 0 0,0 0 0,0 1 0,3 2 0,-4-4 1,-1 1 0,0-1 0,0 1-1,0-1 1,0 1 0,1-1 0,-1 1 0,0 0-1,0-1 1,0 1 0,0-1 0,0 1 0,0-1-1,0 1 1,-1-1 0,1 1 0,0-1 0,0 1 0,0-1-1,0 1 1,-1-1 0,1 1 0,0-1 0,-1 1-1,1-1 1,0 1 0,-1-1 0,1 0 0,0 1 0,-1-1-1,1 0 1,-1 1 0,1-1 0,-1 0 0,1 1-1,-1-1 1,0 0 0,-26 15-8,23-13 7,-43 19 0,-1-3 0,-79 20 0,-109 12-2,177-39 0,-86 18-1,-226 40 18,262-54 21,-158 1 0,252-15-29,12-1-4,0 0 0,-1 1-1,1-1 1,0 0-1,0-1 1,-1 1 0,1 0-1,0-1 1,0 0-1,-1 0 1,1 0 0,0 0-1,0 0 1,-3-3-1,5 3 0,0 1-1,0-1 0,0 0 1,1-1-1,-1 1 0,0 0 0,1 0 1,-1 0-1,1 0 0,-1 0 0,1-1 1,-1 1-1,1 0 0,0 0 1,0-1-1,0 1 0,-1 0 0,1 0 1,0-1-1,1 1 0,-1 0 0,0-1 1,0 1-1,0 0 0,1 0 0,-1-1 1,1 1-1,-1 0 0,1 0 1,0-2-1,3-5-2,1 0 0,-1 0 0,7-7 0,-9 12 1,7-11-18,2 0 0,0 0 0,0 1 0,1 1 0,1 0 0,0 1 0,27-18 0,-26 25-15,-14 4 33,0 0 0,0-1 0,0 1 1,0 0-1,0 0 0,0 0 0,1 0 0,-1 0 0,0 0 1,0 0-1,0 0 0,0 0 0,0 0 0,1 0 1,-1 0-1,0 0 0,0 0 0,0 0 0,0 0 1,1 0-1,-1 0 0,0 0 0,0 0 0,0 0 1,0 0-1,0 0 0,1 0 0,-1 1 0,0-1 1,0 0-1,0 0 0,0 0 0,0 0 0,0 0 1,0 0-1,1 0 0,-1 1 0,0-1 0,0 0 1,0 0-1,0 0 0,0 0 0,0 0 0,0 0 1,0 1-1,0-1 0,0 0 0,0 0 0,0 0 0,0 0 1,0 1-1,0-1 0,0 0 0,0 0 0,0 0 1,0 0-1,0 1 0,-3 1-7,0 1 0,0-1 0,-1 0 0,1 0 0,0 0 0,-1 0 0,0-1 0,-6 3 1,4-2 1,-154 55-36,103-39 42,-46 11 0,85-24 0,15-4 0,-1 0 0,1 0 0,-1-1 0,0 1 0,-5-1 0,9 0 1,0 0-1,-1 0 0,1 0 0,0 0 0,-1 0 0,1-1 1,0 1-1,-1 0 0,1 0 0,0 0 0,0-1 1,-1 1-1,1 0 0,0 0 0,0-1 0,-1 1 0,1 0 1,0-1-1,0 1 0,0 0 0,0-1 0,-1 1 1,1 0-1,0-1 0,0 1 0,0 0 0,0-1 0,0 1 1,0 0-1,0-1 0,0 1 0,0 0 0,0-1 1,0 1-1,0 0 0,0-1 0,0 1 0,0 0 1,1-1-1,-1 1 0,6-19 12,-5 15-9,4-13-2,-4 8-1,2 0 0,-1 1 0,1-1 0,0 1 0,1-1 0,8-12 0,50-66 0,-53 77 0,-9 10 0,1 0 0,-1 0 0,0 0 0,0 0 0,0 1 0,0-1 0,0 0 0,1 0 0,-1 0 0,0 0 0,0 0 0,0 0 0,0 0 0,1 0 0,-1 0 0,0 0 0,0 0 0,0 0 0,0 1 0,0-1 0,0 0 0,1 0 0,-1 0 0,0 0 0,0 0 0,0 1 0,0-1 0,0 0 0,0 0 0,0 0 0,0 0 0,0 0 0,0 1 0,0-1 0,0 0 0,0 0 0,0 0 0,0 1 0,0 23-1,-2-8-4,-2 0 1,-6 22-1,4-20 1,-3 22-1,5-10 5,3-15 0,-7 26 0,6-35 0,0 0 0,0-1 0,-1 0 0,1 1 0,-1-1 0,0 0 0,0 0 0,-5 4 0,-1 0 1,0 0 1,0-1-1,-1 0 0,0 0 0,-1-1 0,1-1 0,-1 0 0,-1 0 0,1-1 0,-1 0 1,-23 5-1,32-10 0,0 1 0,1-1 0,-1 1 0,0-1 0,0 0 0,0 0 0,0-1 0,0 1 0,1 0 0,-1-1 0,0 0 0,0 0 0,1 0 0,-1 0 0,0 0 0,-3-2 0,3 0 1,0 1 0,-1-1-1,1 0 1,0 0 0,1 0 0,-1-1-1,1 1 1,-1 0 0,1-1 0,-2-5-1,0 0 3,0 0 0,1 0 0,0-1 0,1 1 0,0-1 0,1 0 0,0 1 0,0-20 0,2 23-4,0 1 0,0-1 0,1 1 0,-1 0 0,1-1 0,0 1 0,1 0 0,-1 0 0,1 0 0,0 1 0,0-1 0,1 1 0,5-7 0,-8 10-1,0 0 0,0 0 0,0 0 0,-1 0 0,1 1 0,0-1 0,0 0 1,1 1-1,-1-1 0,0 0 0,0 1 0,0-1 0,0 1 0,0 0 0,1-1 0,-1 1 0,0 0 1,0 0-1,0 0 0,2 0 0,-1 0 0,0 0 0,0 1 1,0-1-1,0 1 0,0 0 0,0 0 1,0 0-1,-1 0 0,1 0 0,0 0 1,1 1-1,4 5-2,0-1 1,-1 1-1,0-1 0,6 10 1,-10-13 0,22 30 1,-1 2 0,-1 1 0,33 75 0,-55-109 2,1-1 0,0 1 0,-1 0-1,1 0 1,-1 0 0,1 0 0,-1 0 0,0 0 0,0 0 0,0 0 0,0 3-1,-1-4 1,1-1-1,0 1 0,-1 0 0,1-1 1,-1 1-1,1 0 0,-1-1 0,1 1 1,-1-1-1,1 1 0,-1-1 0,1 1 1,-1-1-1,0 1 0,1-1 0,-1 0 1,0 1-1,1-1 0,-1 0 0,0 0 1,1 1-1,-1-1 0,0 0 0,0 0 1,1 0-1,-1 0 0,0 0 0,0 0 1,0 0-1,1 0 0,-1 0 0,-1-1 1,2 1-1,-1 0 0,0 1 0,1-1 0,-1 0 0,1 0 0,-1 0 1,1-1-1,-1 1 0,1 0 0,-1 0 0,1 0 0,-1 0 0,1 0 0,-1-1 1,1 1-1,-1 0 0,1 0 0,-1-1 0,1 1 0,0 0 0,-1-1 1,1 1-1,-1 0 0,1-1 0,0 1 0,-1-1 0,1 1 0,0-1 0,0 1 1,-1 0-1,1-1 0,0 1 0,0-1 0,0 1 0,-1-1 0,1 1 0,0-1 1,0 0-1,0 1 0,0-1 0,0 1 0,0-1 0,0 1 0,0-1 0,0 1 1,1-1-1,-1 1 0,0-1 0,0 1 0,0-1 0,1 1 0,-1-1 1,0 0-1,2-1-2,-1-1 1,1 1-1,0-1 1,0 1-1,0 0 1,0 0-1,0 0 1,0 0-1,0 0 1,3-2-1,10-4-19,1 0-1,-1 1 0,1 0 1,20-5-1,70-13-57,-105 25 78,275-41-76,2 18 77,-276 23 0,712-30-1,-191 13 38,283-11 124,1 42 234,181 17-272,-250-56-87,-257 6-18,-236 13-14,496-27 32,-99-58 24,-508 69-54,-89 14-4,291-35 15,-312 41-14,878-34 118,-485 50-69,-381-11 207,-22-3-1117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21:53:28.50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9193 365 10970,'9'-1'896,"0"0"-1,-1-1 0,1 0 0,0 0 1,15-7-1,-20 7-938,-1 1 1,0-1 0,0 0-1,0 0 1,0 0-1,0-1 1,0 1-1,0-1 1,-1 1-1,1-1 1,-1 0 0,0 0-1,0 0 1,0 0-1,0-1 1,0 1-1,1-4 1,-2 3 92,0 0 1,1 0-1,-1-1 1,-1 1-1,1 0 1,-1-1-1,1 1 1,-1 0-1,0-1 1,-1 1-1,1-1 1,-1 1-1,-1-6 1,1 8 5,-1 0-1,1 0 1,0-1 0,-1 1 0,1 0-1,-1 0 1,1 0 0,-1 1 0,0-1-1,0 0 1,0 1 0,0-1 0,0 1-1,0-1 1,-1 1 0,1 0 0,0 0-1,-1 0 1,1 0 0,-1 1 0,1-1-1,-1 1 1,1-1 0,-5 1-1,-23-2 195,1 1 0,-43 5 0,38-1-166,-163 13 155,-231 51-1,289-41-149,0-6 0,-231 3 0,234-25 113,1-5 0,-1-7 0,-180-41 0,94 0-47,-61-14-64,-1 16 33,262 49-95,13 2-12,1 1 0,-1 0 0,0 0 0,0 1 1,0 0-1,-9 1 0,8 4 27,10-5-43,0 0 0,0 0 0,0 1 0,0-1 0,-1 0 0,1 0 0,0 0 0,0 1 0,0-1 0,0 0 0,0 0 0,0 1 0,0-1 0,0 0 0,0 0 0,0 1-1,0-1 1,0 0 0,0 0 0,1 1 0,-1-1 0,0 0 0,0 0 0,0 0 0,0 1 0,0-1 0,2 2 2,0 0 0,0 0 0,-1 0 0,1-1 0,0 1 0,5 2 0,10 5 2,0 0-1,1-2 1,1 0 0,28 8 0,-38-13-4,168 43 29,219 26 0,-214-50 83,0-7 1,328-20-1,-233-14 18,399-16 278,-588 38-359,66-3 11,-149 1-56,0 0-1,0 0 1,1-1 0,-1 0-1,0 0 1,0 0 0,9-4-1,-14 5-3,0 0-1,1 0 1,-1 0 0,0 0-1,1 0 1,-1 0-1,0-1 1,1 1 0,-1 0-1,0 0 1,0 0-1,1 0 1,-1 0 0,0-1-1,0 1 1,1 0-1,-1 0 1,0-1-1,0 1 1,0 0 0,1 0-1,-1-1 1,0 1-1,0 0 1,0 0 0,0-1-1,0 1 1,0 0-1,0-1 1,1 1-1,-1 0 1,0-1 0,0 1-1,0 0 1,0 0-1,0-1 1,0 1 0,0 0-1,-1-1 1,1 1-1,0 0 1,0-1 0,0 1-1,0 0 1,0 0-1,0-1 1,0 1-1,-1 0 1,1 0 0,0-1-1,0 1 1,0 0-1,-1 0 1,1-1 0,0 1-1,0 0 1,-1 0-1,1 0 1,0 0-1,0-1 1,-1 1 0,1 0-1,0 0 1,-1 0-1,1 0 1,-26-9 52,-30-1 14,-2 3 1,-101 0-1,-255 22-131,111 1 38,-661-28 253,-273 9-112,773 12-213,193-6 44,237-2 43,16-2 7,0 1 1,-1 1-1,1 1 1,0 1-1,-23 6 1,30-4-1,9-1 1,3-3 3,0 0 0,0-1 0,0 1 0,0 0 0,0 0-1,0-1 1,0 1 0,0-1 0,0 1 0,0-1 0,1 0 0,-1 1 0,2-1 0,18 5 0,0-2 0,1 0 0,34-1 0,-37-1 0,273-7-2,2-16-9,-229 17 8,768-93 25,-98 8 26,-523 73-8,0 10-1,406 38 0,-439-5-13,-133-16-14,80 28 0,-123-37-12,0 0 0,-1 0 0,1 0 0,-1 1 0,0-1 0,1 1-1,2 2 1,-5-4 0,0 0-1,1 1 1,-1-1-1,0 1 1,1-1-1,-1 1 1,0-1-1,0 1 1,1-1-1,-1 1 1,0-1-1,0 1 1,0-1-1,0 1 1,0-1-1,0 1 1,0-1-1,0 1 1,0-1-1,0 1 1,0 0-1,0-1 1,0 1-1,0-1 1,0 1-1,0-1 1,-1 1-1,1-1 1,0 1-1,0-1 1,-1 1-1,1-1 1,0 0-1,-1 1 1,1-1-1,0 1 1,-1-1-1,1 0 1,-1 1-1,1-1 1,-1 0-1,1 1 1,0-1-1,-1 0 1,1 0-1,-1 0 1,0 1-1,-8 3-6,1 0-1,-1-1 1,0 0 0,0 0-1,-1-1 1,1 0 0,-11 0-1,-34 3-11,-73-2 0,-60-13-25,114 5 24,-849-25-47,-756 142 163,1542-96-140,-458 48 18,-4-38-148,390-32-13,-229-35-1,386 32 170,22 4-1,1 1-1,-36-1 1,58 6 10,12 1 7,18 2 1,485 46-32,-361-39 29,661 48 50,0-37 3,-712-23-48,587-1 40,-9 33 11,-617-26-50,61 4 6,-105-9-8,-30 2 3,-6 0 2,-78 5 10,-1-4 1,-160-16 0,-204-51 74,461 64-89,-140-24 65,-199-28 138,-290 17 116,-1 57-114,285 2-132,-256 14-10,474-34-56,-1-7 0,1-4 0,-254-50 0,348 49-11,0-2 1,-50-20-1,74 22 3,13 8 0,0 0 0,0-1 0,-1 1 0,1 0 0,0 0 0,0 0 0,0-1 0,0 1 0,-1 0 0,1 0 0,0-1 0,0 1 0,0 0 0,0 0 0,0-1 0,0 1 0,0 0 0,0 0 0,0-1 0,0 1 0,0 0 0,0-1 0,0 1 0,0 0 0,0 0 0,0-1 0,0 1 0,0-1 0,2 0 0,-1 0 0,0 0 0,1 0 0,-1 0 0,1 0 0,-1 1-1,1-1 1,0 0 0,-1 1 0,1-1 0,0 1 0,-1-1 0,1 1 0,0 0 0,2 0 0,90-10-17,-31 5 2,1679-145-25,-991 79 84,-697 66-39,-13 1 0,147-13 17,-134 15 0,70 5 0,-96 2-10,-18 0-5,-10-5-7,0 0 0,0 0 0,0 0 0,0 0 1,1 0-1,-1 1 0,0-1 0,0 0 0,0 0 0,0 0 1,0 0-1,0 0 0,0 0 0,0 1 0,0-1 1,0 0-1,0 0 0,1 0 0,-1 0 0,0 1 0,0-1 1,0 0-1,0 0 0,0 0 0,0 0 0,0 1 1,0-1-1,-1 0 0,1 0 0,0 0 0,0 0 0,0 0 1,0 1-1,0-1 0,0 0 0,0 0 0,0 0 1,0 0-1,0 0 0,0 1 0,-1-1 0,-1 2 2,-1 0-1,0 0 1,0-1-1,0 1 1,0 0 0,0-1-1,0 0 1,-4 1-1,-38 10 7,34-9-6,-97 21 6,-168 14 1,-117-15 4,309-20-12,-495 29-10,236-15-6,-652 24-17,788-37 32,-329 18 0,88 26 13,418-43-11,-9 2-3,-1-1 0,-45-1 0,60-8-18,25 3 19,0 0 0,-1 0-1,1 0 1,0 0 0,0 0-1,0 0 1,-1-1 0,1 1-1,0 0 1,0 0 0,0 0-1,0 0 1,-1 0 0,1 0-1,0 0 1,0 0 0,0-1-1,0 1 1,-1 0 0,1 0-1,0 0 1,0 0 0,0 0-1,0-1 1,0 1 0,0 0-1,0 0 1,0 0 0,0 0-1,-1-1 1,1 1 0,0 0-1,0 0 1,0 0 0,0-1-1,0 1 1,0 0 0,0 0-1,0 0 1,0-1 0,0 1-1,0 0 1,0 0 0,1 0-1,-1-1 1,0 1 0,0 0-1,0 0 1,0 0 0,0 0-1,0-1 1,0 1 0,0 0-1,1 0 1,-1 0 0,0 0 0,3-3-4,0 1 1,0 0-1,0 0 1,0 1 0,0-1-1,0 0 1,6-1-1,36-9-12,34-5 7,117-10-1,93 11 17,142 26 0,3 25 2,-121-8 0,276 22 31,-549-46-23,-27-1-2,-10 1-6,-9 0 5,-14 3-8,-1-1 1,-22 2 0,-511 41 63,441-41-72,10-1-4,-147 9 6,-317 25 19,49-35 57,203-30-37,37 3-9,192 17-26,-263-15 11,347 20-15,-7 0 1,0 0-1,0 0 1,0-1 0,1 0-1,-1-1 1,0 0 0,1 0-1,-1-1 1,-12-6 0,20 9-2,1 0 1,-1 0 0,0-1-1,1 1 1,-1-1 0,0 1 0,1 0-1,-1-1 1,1 1 0,-1-1-1,1 0 1,-1 1 0,1-1 0,-1 1-1,1-1 1,0 0 0,-1 1-1,1-1 1,0 0 0,0 1 0,-1-1-1,1 0 1,0 1 0,0-1-1,0 0 1,0 1 0,0-1 0,0 0-1,0 0 1,0 1 0,0-1-1,0 0 1,0 0 0,0 1 0,1-1-1,-1 0 1,0 1 0,0-1-1,1 0 1,-1 1 0,1-1 0,-1 1-1,0-1 1,1 0 0,-1 1-1,2-2 1,2-2-5,0 1 1,1-1-1,-1 1 1,1 0-1,9-5 0,17-7-16,0 2 1,46-14-1,72-11-24,-142 37 43,202-44-38,2 10 0,282-12 0,-429 45 40,273-7 7,-294 12-5,-26 2 3,-15 0-4,-9 1 0,-14 4 1,0 0 0,0-1 1,-26 6-1,-76 15 17,84-22-14,-807 131 58,664-118-60,-260 25 17,365-39-12,0-4 0,-89-8 1,149 4-5,1-1 1,-1-1 0,1 0-1,-30-11 1,43 13-5,1 0 1,-1 0 0,1-1 0,-1 1 0,1-1-1,-1 1 1,1-1 0,0 0 0,0 0-1,-4-4 1,6 5-1,-1 0 1,1 0-1,-1 0 0,1 0 0,0 0 1,-1 0-1,1-1 0,0 1 0,0 0 1,-1 0-1,1 0 0,0-1 0,1 1 1,-1 0-1,0 0 0,0 0 0,0 0 1,1-1-1,-1 1 0,0 0 0,1 0 1,-1 0-1,1 0 0,-1 0 0,1 0 1,0 0-1,0 0 0,-1 0 0,2-1 1,7-7-1,-1 0 0,1 1 0,1 0 0,-1 0 1,1 1-1,1 0 0,15-7 0,4-1 0,54-17 0,-1 8 4,154-24 0,91 10 10,-262 31-12,38-2 6,-89 8-8,-15 1 0,0 0 0,0 0 0,0 0 0,0 0 0,0 0 0,0 1 0,0-1 0,0 0 0,0 0 0,0 0 0,0 0 0,0 0 0,0 0 0,0 0 0,0 0 0,0 0 0,0 0 0,0 0 0,0 0 0,0 0 0,0 0 0,0 0 0,0 0 0,0 0 0,0 1 0,0-1 0,0 0 0,0 0 0,0 0 0,0 0 0,0 0 0,0 0 0,0 0 0,0 0 0,0 0 0,0 0 0,0 0 0,0 0 0,0 0 0,0 0 0,0 0 0,0 0 0,0 0 0,0 0 0,1 0 0,-1 0 0,0 0 0,0 0 0,0 0 0,0 0 0,0 0 0,0 0 0,0 0 0,0 0 0,0 0 0,0 0 0,0 0 0,0 0 0,0 0 0,0 0 0,0 0 0,0 0 0,1 0 0,-21 8 0,10-5 0,-447 147-12,359-124 13,-2-5 1,-176 15-1,268-36 0,-26 1 4,32-1-5,0-1 0,0 1 0,0-1 0,1 1 1,-1-1-1,0 1 0,0-1 0,0 0 0,0 0 0,1 0 0,-1 0 1,0 0-1,-2-2 0,4 2 0,-1 0 0,0 1 0,1-1 0,-1 0 0,1 0 0,-1 1 0,1-1 0,0 0 0,-1 0 0,1 0 0,0 0 0,-1 1 0,1-1 0,0 0 0,0 0 0,0 0 0,0 0 0,0 0 0,0 0 0,0 0 0,0 0 0,0 0 0,1-1 0,10-19 0,-3 11 0,-1 1 0,2 0 0,-1 0 0,13-9 0,42-28-3,-41 30-1,10-5 2,0 1 0,1 1-1,46-18 1,-6 10-13,-567 213-26,491-185 41,-75 23 6,66-21-4,1-1 0,-1 0-1,0 0 1,-18-1 0,29-1-2,0 0 0,0 0 1,-1 0-1,1 0 1,0-1-1,0 1 0,-1 0 1,1-1-1,0 1 1,0-1-1,0 1 0,0-1 1,0 0-1,0 1 0,-1-1 1,1 0-1,1 0 1,-3-1-1,3 1 0,-1 0 0,1 0 0,-1 0 0,1 0 0,0 0 0,0 0 0,-1 0 0,1 0 0,0 0 0,0 0 0,0 0 0,0 0 0,0 0 0,0 0 0,0 1 0,1-1 0,-1 0 0,0 0 0,0 0 0,1 0 0,-1 0 0,1 0 1,-1 0-1,1 0 0,0-1 0,2-2-2,0 0 1,1 0 0,-1 0 0,1 1 0,0-1 0,8-4 0,29-18-10,-34 22 8,-4 3 3,156-86-25,-144 82 24,-15 7-1,-9 3-3,-146 69-11,134-65 18,16-8-1,0 1 0,0 0 0,0 0 0,1 1 0,-7 4 0,11-7-3,1 0 1,-1 1-1,0-1 1,1 0-1,-1 0 1,1 1-1,-1-1 1,1 0-1,-1 0 1,1 0-1,-1 0 1,1 0-1,-1 0 1,1 0-1,-1 0 1,1 0-1,-1 0 1,1 0-1,-1 0 1,1 0-1,0 0 1,5-1-155,-1-1 0,0 1 0,1-1 1,-1 0-1,0-1 0,0 1 0,0-1 1,6-4-1,1 0-269,22-13-148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4T17:41:17.973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nkEffects" value="pencil"/>
    </inkml:brush>
  </inkml:definitions>
  <inkml:trace contextRef="#ctx0" brushRef="#br0">1 1 1664,'0'0'424,"0"0"-2512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4T17:41:18.810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nkEffects" value="pencil"/>
    </inkml:brush>
  </inkml:definitions>
  <inkml:trace contextRef="#ctx0" brushRef="#br0">65 18 1928,'-1'0'881,"1"0"-385,0-1 160,0 1 528,-1 0 56,1-1 129,-1 1 55,1-1-56,-1 0-167,1 0-361,-1 0-112,0 0-232,0 0-72,-1 0-152,-2 1-24,-1 0-80,0 1 8,-1 0 0,1 2 8,0-1 8,1 0 0,1-1-32,0 1-16,0-2-32,0 1 8,1-1-15,-1 0 7,2 0-40,-1 0 0,2 0 0,-1 0-24,0 0-8,1 0 8,2 0 8,3-1 48,2 0 64,2-1-8,1 1-8,2 0-56,1 0-48,1 0-24,1 0 8,1 0 8,0 0 40,1 0 16,0-1 8,-1 1 0,-1-1-32,-1 0-32,-1 1-8,-1 0-8,-1 1-8,-1 0 0,0 1 16,-1 1-32,-1-1 16,1 0-8,0-1 8,0 1-16,1-1 16,0 0-8,1 0 8,0 0-16,1 1 0,0-1 0,0 1 8,0 0-8,-1-1 0,0-1 8,0 1-8,0-1 0,0 0 8,0 1-8,1 0 0,0-1 0,1 2 16,-1-1-8,1 1-8,1 0 0,0 0 0,0 0 0,0 0 0,1 0 8,-1-1 8,1 0-16,-1 0 8,0 0-8,-1 1 0,0-1 8,-1 1-8,-1 0 8,-1 0-8,0 1 0,-1 0 0,-1 0 0,0 0-368,-1 0-1072,-1-2 991,-2-1-15914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4T17:41:24.69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19 68 4561,'11'21'10367,"-10"-35"-9272,0-6-558,-1 19-523,0 1 0,0-1 0,0 1 0,0-1 0,0 0 0,0 1 0,0-1 0,0 1 0,0-1 0,-1 1 0,1-1 0,0 1 0,0-1 0,-1 1 0,1-1 0,0 1 0,-1-1 0,1 1 0,0-1 0,-1 1 0,1 0 0,-1-1 0,1 1 0,-1-1 0,1 1 0,-1 0 0,1 0 0,-1-1 0,1 1 0,-1 0 0,1 0 0,-2-1 0,-4 14 21,0-3 100,3-18 66,1-1-198,-1-5 157,2 10-48,2 9-67,-1-6-32,1 0-1,-1-1 0,0 1 1,1-1-1,-1 1 1,0-1-1,1 1 1,0 0-1,-1-1 1,1 1-1,0 0 1,0 0-1,0 0 1,0-1-1,0 1 0,2-1 1,-3 1-14,1 0 1,0 0-1,0 0 0,0 1 1,0-1-1,0 0 0,0 1 1,0-1-1,0 0 1,0 1-1,0 0 0,0-1 1,0 1-1,0 0 0,1-1 1,-1 1-1,0 0 1,0 0-1,0 0 0,1 0 1,-1 0-1,0 0 0,0 0 1,0 1-1,0-1 0,2 1 1,3 2 1,-3-1 1,0 0-1,1-1 1,-1 1 0,1-1 0,-1 0-1,0 0 1,1 0 0,0 0 0,-1-1 0,1 1-1,0-1 1,4 0 0,-4 0-1,0 0 0,0 0 0,0 0 0,0 0 0,-1 1 0,1-1 0,0 1 0,6 2 0,-3-1 1,-1-1 0,0 1-1,10-1 1,126-6 17,-121 5-4,88 3 55,-42-1-51,4 1 2,-54-1-16,0 0 12,-1-1 1,21 0-1,-14-2 27,20-2 35,-34 2-32,0 1 0,1 0 0,-1 0 0,0 1 0,12 3 0,-16-4-40,8 3 4,-8-2-6,0 0 0,0-1 0,0 1 0,6-1 0,43-2 47,-46 3-948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4T17:41:28.89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44 0 3441,'-10'23'13344,"9"-23"-13277,0 0-54,0 0 1,0 1 0,0-1 0,0 0 0,0 1 0,0-1 0,0 1 0,0-1 0,0 1 0,0-1-1,0 1 1,0 0 0,1-1 0,-1 1 0,0 0 0,0 0 0,1 0 0,-1 0 0,1-1 0,-1 1-1,1 0 1,-1 0 0,1 0 0,-1 0 0,1 0 0,0 0 0,-1 1 0,1-1 0,0 0 0,0 0-1,0 1 1,0 4 39,1-1 0,0 0 1,0 0-1,0 0 0,4 8 0,1 8-43,-3-2 50,0 0-1,-2 1 1,-1-1-1,0 0 1,-3 20-1,-22 95 458,24-131-508,-1 14 27,0-1 1,1 1 0,1-1-1,3 27 1,14 96 11,-11-90-30,2 36 12,-14 112 84,5-80-42,1-82-31,5 58 0,0-20-20,0 131 284,-5-173-286,0-4-1,7 50 0,-5-55 27,0 0-1,-3 37 0,0-36-5,1 1-1,4 23 0,-4-44-34,-1 1-1,1-1 1,0 0 0,-1 0-1,0 1 1,0-1 0,0 0-1,0 0 1,-3 6-1,-4 12 17,5-13-22,-3 7 12,6-14-11,0-1 0,-1 0 0,1 0 1,0 1-1,0-1 0,0 0 0,0 0 1,0 1-1,0-1 0,0 0 0,0 0 1,0 1-1,0-1 0,0 0 0,0 1 0,0-1 1,0 0-1,0 0 0,0 1 0,0-1 1,0 0-1,0 0 0,0 1 0,1-1 0,-1 0 1,0 0-1,0 1 0,0-1 0,0 0 1,1 0-1,-1 0 0,0 1 0,0-1 0,0 0 1,1 0-1,-1 0 0,0 0 0,1 1 1,1-2 9,1 1 0,-1-1 1,1 1-1,-1-1 1,1 0-1,-1 0 1,3-1-1,7-3 18,11 0-11,0 0 0,0 2 0,46-1 0,71 13 167,-27-4 129,-75-5-60,49 6 0,-55-3-42,1-2-1,44-2 1,-7-2 57,-33 5-24,47 8-1,-47-4-93,49 0 0,-11-9-33,-46 1-33,0 2 0,0 0-1,36 6 1,-12 3 45,0-3-1,0-2 1,104-5 0,78-11 66,-102 7-159,77 10 117,-88 1 1,-20 0-64,36-1 17,-84-5 16,70 9-1,-79-5-4,0-3 1,-1-2-1,59-8 0,-53 4-97,0 2-1,64 3 1,28 17 80,88 5 105,-219-23-214,0 0-1,0 0 0,14-4 1,-13 2-2,0 1 0,16-1-1,69 7 13,-12 1 5,-60-2-18,-21-2-38,1-1 1,-1 1 0,1-1 0,-1 0-1,1 0 1,-1 0 0,9-2-1,-18-28-3606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4T17:41:31.76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21 6 5241,'-2'-5'11325,"2"13"-11378,1 42 470,0-15-146,-2 1-1,-6 48 1,5-75-205,0 1-1,1-1 1,0 0-1,1 0 0,0 0 1,0 1-1,1-1 0,1 0 1,-1 0-1,6 15 0,-5-18-31,-1 0 0,1 1 0,-1-1 0,0 0-1,-1 0 1,1 1 0,-1-1 0,-1 8 0,-1 2 156,-9 29 0,8-32-175,0-4 31,1 1-1,1-1 0,-1 1 0,2 0 0,-1 0 0,2 0 0,-1-1 0,1 1 0,2 10 0,-1-12 8,0 1 0,-1-1-1,0 10 1,14-19 36,12 1-75,1 1-1,0 2 1,31 7 0,-38-7-23,-9 0 6,-1 0 1,14 6-1,-14-5-2,-1-1 0,23 5 0,6-3 11,1-1-1,-1-2 1,69-5 0,144-17 127,-190 12-117,154-10 605,73 15 85,-175-5-403,0 1 59,452 10 167,-376 11-493,-14 0 18,-103-10-34,45-1-508,-116-3 313,0 0 1,0-1-1,-1 1 1,1 0-1,0-1 0,0 1 1,-1-1-1,1 1 1,0-1-1,-1 0 0,1 0 1,-1 0-1,3-2 1,3-5-396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4T17:41:36.280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nkEffects" value="pencil"/>
    </inkml:brush>
  </inkml:definitions>
  <inkml:trace contextRef="#ctx0" brushRef="#br0">2 1 9106,'-1'2'5497,"1"2"-6337,0 3-4065,0 1 3473,1-1-5994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4T17:41:37.852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nkEffects" value="pencil"/>
    </inkml:brush>
  </inkml:definitions>
  <inkml:trace contextRef="#ctx0" brushRef="#br0">13 17 10026,'-1'1'5697,"-1"-1"-4952,0 0-994,-1-1-1487,1-3-4113,1-2 4040,0-1-5016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4T17:41:38.032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nkEffects" value="pencil"/>
    </inkml:brush>
  </inkml:definitions>
  <inkml:trace contextRef="#ctx0" brushRef="#br0">1 16 3833,'0'-2'1768,"0"-4"-2072,0-1-4993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4T17:41:34.394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nkEffects" value="pencil"/>
    </inkml:brush>
  </inkml:definitions>
  <inkml:trace contextRef="#ctx0" brushRef="#br0">1 0 3289,'0'1'2696,"0"1"-327,-1 1-3409,1 1-1873,0 1 2097,1-1-2769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4T17:41:34.603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nkEffects" value="pencil"/>
    </inkml:brush>
  </inkml:definitions>
  <inkml:trace contextRef="#ctx0" brushRef="#br0">1 0 8170,'0'2'5065,"0"2"-5113,0 2-48,0 0-12995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4T17:41:35.394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nkEffects" value="pencil"/>
    </inkml:brush>
  </inkml:definitions>
  <inkml:trace contextRef="#ctx0" brushRef="#br0">4 1 5297,'-1'0'4329,"0"0"-1816,0 2-1985,1 0-584,0 1-288,0 1-2689,0 1 2169,0 0-7506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4T17:41:35.781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nkEffects" value="pencil"/>
    </inkml:brush>
  </inkml:definitions>
  <inkml:trace contextRef="#ctx0" brushRef="#br0">0 0 7082,'0'2'3168,"1"1"-13418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4T17:41:38.242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nkEffects" value="pencil"/>
    </inkml:brush>
  </inkml:definitions>
  <inkml:trace contextRef="#ctx0" brushRef="#br0">6 120 7242,'-1'-1'4873,"1"-1"-3897,-1-1-1104,0-3-944,0-1-345,0-4-551,1-2 47,0-4-191,0-2 376,0-2 1255,1 1-1775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4T17:41:38.432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nkEffects" value="pencil"/>
    </inkml:brush>
  </inkml:definitions>
  <inkml:trace contextRef="#ctx0" brushRef="#br0">30 167 6057,'0'-2'3993,"-1"-3"-3521,-1-3-224,0-3-96,0-3-80,0-2-16,-1-1-8,-1-2 0,-1-1-48,1 1-2512,1 0 1920,1 3-7450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4T17:41:40.777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nkEffects" value="pencil"/>
    </inkml:brush>
  </inkml:definitions>
  <inkml:trace contextRef="#ctx0" brushRef="#br0">0 0 5969,'2'1'3785,"3"0"-4953,4 0-1161,3 0 1385,-1 0-4369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4T17:41:36.979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nkEffects" value="pencil"/>
    </inkml:brush>
  </inkml:definitions>
  <inkml:trace contextRef="#ctx0" brushRef="#br0">13 0 8434,'0'1'5801,"-1"1"-4689,-1 0-680,0 2-840,0-1-584,0 1-3585,1-2 3001,-1 0-6650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4T17:41:37.163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nkEffects" value="pencil"/>
    </inkml:brush>
  </inkml:definitions>
  <inkml:trace contextRef="#ctx0" brushRef="#br0">1 17 3705,'0'-1'3232,"0"0"-2159,0-3-1473,1-1 176,-1-1-7162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4T17:41:37.358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nkEffects" value="pencil"/>
    </inkml:brush>
  </inkml:definitions>
  <inkml:trace contextRef="#ctx0" brushRef="#br0">11 86 3217,'0'0'3024,"-1"0"-31,0 1-2073,0-1-448,1 0-720,-1-1-624,0-1-1192,1-3-393,-1-3 585,1 0 927,-1-2 577,0 0 280,0-1 176,1 0-120,-1 0 16,0 2-1736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4T17:41:37.481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nkEffects" value="pencil"/>
    </inkml:brush>
  </inkml:definitions>
  <inkml:trace contextRef="#ctx0" brushRef="#br0">1 5 8762,'0'0'5417,"-1"0"-4913,1-2-560,0-1-14571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4T17:41:40.248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nkEffects" value="pencil"/>
    </inkml:brush>
  </inkml:definitions>
  <inkml:trace contextRef="#ctx0" brushRef="#br0">1 1 4601,'0'0'3609,"2"1"-2313,0 1-576,1-1-448,1 1-144,0-1-280,0 1-672,0-2-2441,0-1 2305,-1 0-4465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4T17:41:47.561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nkEffects" value="pencil"/>
    </inkml:brush>
  </inkml:definitions>
  <inkml:trace contextRef="#ctx0" brushRef="#br0">1 0 5841,'0'1'3961,"1"0"-5081,2 1 736,1-1-7914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4T17:41:47.790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nkEffects" value="pencil"/>
    </inkml:brush>
  </inkml:definitions>
  <inkml:trace contextRef="#ctx0" brushRef="#br0">0 1 7866,'1'0'5473,"2"0"-3801,2 0-1688,1-1-14979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4T17:41:48.150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nkEffects" value="pencil"/>
    </inkml:brush>
  </inkml:definitions>
  <inkml:trace contextRef="#ctx0" brushRef="#br0">1 1 8298,'0'0'5185,"1"1"-5105,0 0-328,1 1-13067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4T17:41:41.092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nkEffects" value="pencil"/>
    </inkml:brush>
  </inkml:definitions>
  <inkml:trace contextRef="#ctx0" brushRef="#br0">1 1 10426,'2'0'5065,"3"1"-4961,2 1-15699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4T17:41:41.287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nkEffects" value="pencil"/>
    </inkml:brush>
  </inkml:definitions>
  <inkml:trace contextRef="#ctx0" brushRef="#br0">1 1 5841,'2'0'3961,"2"2"-4233,4 0-2817,2-1 2073,-1 0-4409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4T17:41:41.656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nkEffects" value="pencil"/>
    </inkml:brush>
  </inkml:definitions>
  <inkml:trace contextRef="#ctx0" brushRef="#br0">0 1 4745,'5'0'896,"6"0"-896,1 0-5641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4T17:41:48.613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nkEffects" value="pencil"/>
    </inkml:brush>
  </inkml:definitions>
  <inkml:trace contextRef="#ctx0" brushRef="#br0">0 1 3041,'2'0'832,"0"0"-4705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4T17:41:48.839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nkEffects" value="pencil"/>
    </inkml:brush>
  </inkml:definitions>
  <inkml:trace contextRef="#ctx0" brushRef="#br0">0 0 8098,'1'0'5241,"1"1"-4817,2 0-528,1-1-13555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4T17:41:49.048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nkEffects" value="pencil"/>
    </inkml:brush>
  </inkml:definitions>
  <inkml:trace contextRef="#ctx0" brushRef="#br0">0 1 7370,'2'0'4625,"1"0"-4705,4 0-112,0 0-11531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4T17:41:49.242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nkEffects" value="pencil"/>
    </inkml:brush>
  </inkml:definitions>
  <inkml:trace contextRef="#ctx0" brushRef="#br0">1 0 5041,'1'0'3209,"2"1"-2921,1-1-8826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4T17:41:49.464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nkEffects" value="pencil"/>
    </inkml:brush>
  </inkml:definitions>
  <inkml:trace contextRef="#ctx0" brushRef="#br0">0 1 9234,'2'0'5737,"2"0"-5097,4 0-4336,2 0 2551,0 0-9625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4T17:41:49.672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nkEffects" value="pencil"/>
    </inkml:brush>
  </inkml:definitions>
  <inkml:trace contextRef="#ctx0" brushRef="#br0">0 2 8250,'2'0'5289,"3"0"-4545,2-1-4105,2 1 2417,0-1-9034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4T17:41:49.902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nkEffects" value="pencil"/>
    </inkml:brush>
  </inkml:definitions>
  <inkml:trace contextRef="#ctx0" brushRef="#br0">1 1 6041,'2'0'1953,"4"1"-2337,1 0-7226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4T17:41:50.996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nkEffects" value="pencil"/>
    </inkml:brush>
  </inkml:definitions>
  <inkml:trace contextRef="#ctx0" brushRef="#br0">13 1 10274,'-2'0'5569,"0"2"-4848,-1 0-2826,0 1 1129,1-1-12507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4T17:41:51.210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nkEffects" value="pencil"/>
    </inkml:brush>
  </inkml:definitions>
  <inkml:trace contextRef="#ctx0" brushRef="#br0">1 0 8906,'0'1'5377,"-1"0"-5281,2 1-392,-1 0-13787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4T17:41:51.404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nkEffects" value="pencil"/>
    </inkml:brush>
  </inkml:definitions>
  <inkml:trace contextRef="#ctx0" brushRef="#br0">1 1 8338,'0'1'4025,"0"2"-4193,0 1-12027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4T17:41:51.779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nkEffects" value="pencil"/>
    </inkml:brush>
  </inkml:definitions>
  <inkml:trace contextRef="#ctx0" brushRef="#br0">1 0 10178,'0'1'5473,"1"2"-5113,0 2-432,0-1-15867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4T17:41:52.033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nkEffects" value="pencil"/>
    </inkml:brush>
  </inkml:definitions>
  <inkml:trace contextRef="#ctx0" brushRef="#br0">0 1 6553,'0'1'5466,"0"1"-1978,1 0-4368,1 2-3097,0 0 2561,0 0-7818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4T17:41:53.191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nkEffects" value="pencil"/>
    </inkml:brush>
  </inkml:definitions>
  <inkml:trace contextRef="#ctx0" brushRef="#br0">1 7 9258,'0'-1'5425,"0"0"-5401,0 0-272,-1 0-80,1 0 8,0 0 272,0 1 48,0 0 0,2 3-152,0 1-624,1 1-593,-1 1 801,1 0-10330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4T17:41:53.355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nkEffects" value="pencil"/>
    </inkml:brush>
  </inkml:definitions>
  <inkml:trace contextRef="#ctx0" brushRef="#br0">0 0 7994,'1'1'5289,"0"2"-4393,1 2-344,0-1-416,1 1-120,-1-2-568,0 0-744,1-2 776,-2-1-11995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4T17:41:53.475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nkEffects" value="pencil"/>
    </inkml:brush>
  </inkml:definitions>
  <inkml:trace contextRef="#ctx0" brushRef="#br0">1 1 4601,'-1'1'4409,"1"3"-656,0 3-3529,1-1-13211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4T17:41:55.141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nkEffects" value="pencil"/>
    </inkml:brush>
  </inkml:definitions>
  <inkml:trace contextRef="#ctx0" brushRef="#br0">0 1 3929,'1'0'3369,"-1"0"-1857,0 1-1064,1 1 72,1 0 248,-1-1 56,1 1-199,-1-1-105,0 0-368,0-1-104,2 1-48,2 0-104,1-1-288,1 0-505,0-2 569,-1 1-10666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4T17:41:55.436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nkEffects" value="pencil"/>
    </inkml:brush>
  </inkml:definitions>
  <inkml:trace contextRef="#ctx0" brushRef="#br0">1 0 8954,'0'1'5697,"0"1"-5121,2 0-920,2 1 168,0 0-14531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4T17:41:55.637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nkEffects" value="pencil"/>
    </inkml:brush>
  </inkml:definitions>
  <inkml:trace contextRef="#ctx0" brushRef="#br0">0 0 7938,'1'0'5049,"2"0"-4801,2 1-1392,3-1 776,0 0-11355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4T17:41:55.842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nkEffects" value="pencil"/>
    </inkml:brush>
  </inkml:definitions>
  <inkml:trace contextRef="#ctx0" brushRef="#br0">0 0 3441,'2'1'2600,"1"0"-1728,2 0-447,1 1-393,1-1-16,0 0-88,1 0-289,-1-1-2591,1-1 2432,-1 0-2961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4T17:41:59.276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nkEffects" value="pencil"/>
    </inkml:brush>
  </inkml:definitions>
  <inkml:trace contextRef="#ctx0" brushRef="#br0">3 1 10826,'-1'0'5345,"0"-1"-5064,1 1-241,-1 2-449,2 1-359,1 1-3529,1 2 2809,0-1-8042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4T17:41:59.520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nkEffects" value="pencil"/>
    </inkml:brush>
  </inkml:definitions>
  <inkml:trace contextRef="#ctx0" brushRef="#br0">1 14 10898,'1'-1'5433,"0"-1"-4864,1-1-753,2 0-1233,2 1-2360,-1 0 2161,-1 1-8290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4T17:41:59.919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nkEffects" value="pencil"/>
    </inkml:brush>
  </inkml:definitions>
  <inkml:trace contextRef="#ctx0" brushRef="#br0">0 17 7514,'1'-1'5625,"0"0"-3769,0-1-1328,0 0-224,1 0-288,-1 0-120,-1 1-424,1 0-448,2 0-2937,3-1 2577,-1 1-7650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DD7B4E-A931-4E48-A545-0C156347CC46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0995D4-C630-4D1E-A120-C0B9FB85BA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7587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0995D4-C630-4D1E-A120-C0B9FB85BAB5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67198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W/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MHE Official Background, fixe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46105" y="2099014"/>
            <a:ext cx="3863458" cy="3863458"/>
            <a:chOff x="331115" y="2099014"/>
            <a:chExt cx="3863458" cy="3863458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D9DDEA9-6897-2B48-BA6A-9075880AA615}"/>
                </a:ext>
              </a:extLst>
            </p:cNvPr>
            <p:cNvSpPr/>
            <p:nvPr userDrawn="1"/>
          </p:nvSpPr>
          <p:spPr>
            <a:xfrm>
              <a:off x="331115" y="2099014"/>
              <a:ext cx="3863458" cy="3863458"/>
            </a:xfrm>
            <a:prstGeom prst="rect">
              <a:avLst/>
            </a:prstGeom>
            <a:solidFill>
              <a:srgbClr val="720F11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2AD1ADE-6D88-5C48-9EEF-7E081C733011}"/>
                </a:ext>
              </a:extLst>
            </p:cNvPr>
            <p:cNvSpPr/>
            <p:nvPr userDrawn="1"/>
          </p:nvSpPr>
          <p:spPr>
            <a:xfrm>
              <a:off x="467612" y="2368353"/>
              <a:ext cx="3457621" cy="3457621"/>
            </a:xfrm>
            <a:prstGeom prst="rect">
              <a:avLst/>
            </a:prstGeom>
            <a:solidFill>
              <a:srgbClr val="9F2241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FE6DE48-1064-2849-AF2D-2E29711B1885}"/>
                </a:ext>
              </a:extLst>
            </p:cNvPr>
            <p:cNvSpPr/>
            <p:nvPr userDrawn="1"/>
          </p:nvSpPr>
          <p:spPr>
            <a:xfrm>
              <a:off x="599258" y="2898475"/>
              <a:ext cx="2793799" cy="2792652"/>
            </a:xfrm>
            <a:prstGeom prst="rect">
              <a:avLst/>
            </a:prstGeom>
            <a:solidFill>
              <a:srgbClr val="E21A23"/>
            </a:solidFill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7" name="Title"/>
          <p:cNvSpPr>
            <a:spLocks noGrp="1"/>
          </p:cNvSpPr>
          <p:nvPr>
            <p:ph type="ctrTitle" hasCustomPrompt="1"/>
          </p:nvPr>
        </p:nvSpPr>
        <p:spPr>
          <a:xfrm>
            <a:off x="621792" y="3140014"/>
            <a:ext cx="2788920" cy="1157665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2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8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621792" y="4261103"/>
            <a:ext cx="2788920" cy="61282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Presentation Subtitle</a:t>
            </a:r>
          </a:p>
        </p:txBody>
      </p:sp>
      <p:cxnSp>
        <p:nvCxnSpPr>
          <p:cNvPr id="9" name="MHE line separating subtitles from text">
            <a:extLst>
              <a:ext uri="{FF2B5EF4-FFF2-40B4-BE49-F238E27FC236}">
                <a16:creationId xmlns:a16="http://schemas.microsoft.com/office/drawing/2014/main" id="{EC86C884-D766-9149-B40E-B86A943DE6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13232" y="4919472"/>
            <a:ext cx="2532888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 Placeholder"/>
          <p:cNvSpPr>
            <a:spLocks noGrp="1"/>
          </p:cNvSpPr>
          <p:nvPr>
            <p:ph type="body" sz="quarter" idx="10" hasCustomPrompt="1"/>
          </p:nvPr>
        </p:nvSpPr>
        <p:spPr>
          <a:xfrm>
            <a:off x="621792" y="5093208"/>
            <a:ext cx="2788920" cy="576185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sz="1200" b="1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Extra Text</a:t>
            </a:r>
          </a:p>
        </p:txBody>
      </p:sp>
      <p:sp>
        <p:nvSpPr>
          <p:cNvPr id="3" name="Cover Placeholder">
            <a:extLst>
              <a:ext uri="{FF2B5EF4-FFF2-40B4-BE49-F238E27FC236}">
                <a16:creationId xmlns:a16="http://schemas.microsoft.com/office/drawing/2014/main" id="{67C61915-1FDF-4DF1-95F4-8BAC894B4DC1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572000" y="1450229"/>
            <a:ext cx="4229100" cy="497645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Optional: Include Cover Here</a:t>
            </a:r>
          </a:p>
        </p:txBody>
      </p:sp>
      <p:sp>
        <p:nvSpPr>
          <p:cNvPr id="2" name="Long Copyright">
            <a:extLst>
              <a:ext uri="{FF2B5EF4-FFF2-40B4-BE49-F238E27FC236}">
                <a16:creationId xmlns:a16="http://schemas.microsoft.com/office/drawing/2014/main" id="{8AC4EEC4-5547-4185-92E7-A6CAF888043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0" y="6478438"/>
            <a:ext cx="9144000" cy="374266"/>
          </a:xfrm>
        </p:spPr>
        <p:txBody>
          <a:bodyPr/>
          <a:lstStyle>
            <a:lvl1pPr algn="ctr"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defTabSz="457200">
              <a:spcBef>
                <a:spcPct val="20000"/>
              </a:spcBef>
              <a:defRPr/>
            </a:pPr>
            <a:r>
              <a:rPr lang="en-US" dirty="0"/>
              <a:t>© &lt; add the year&gt; McGraw Hill. All rights reserved. Authorized only for instructor use in the classroom.</a:t>
            </a:r>
          </a:p>
          <a:p>
            <a:pPr defTabSz="457200">
              <a:spcBef>
                <a:spcPct val="20000"/>
              </a:spcBef>
              <a:defRPr/>
            </a:pPr>
            <a:r>
              <a:rPr lang="en-US" dirty="0"/>
              <a:t>No reproduction or further distribution permitted without the prior written consent of McGraw Hill.</a:t>
            </a:r>
          </a:p>
        </p:txBody>
      </p:sp>
    </p:spTree>
    <p:extLst>
      <p:ext uri="{BB962C8B-B14F-4D97-AF65-F5344CB8AC3E}">
        <p14:creationId xmlns:p14="http://schemas.microsoft.com/office/powerpoint/2010/main" val="10016559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57">
          <p15:clr>
            <a:srgbClr val="FBAE40"/>
          </p15:clr>
        </p15:guide>
        <p15:guide id="2" orient="horz" pos="4104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 W/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MHE Altered Background, fixed">
            <a:extLst>
              <a:ext uri="{FF2B5EF4-FFF2-40B4-BE49-F238E27FC236}">
                <a16:creationId xmlns:a16="http://schemas.microsoft.com/office/drawing/2014/main" id="{E2D8ACCF-E5FC-4FE9-9E84-B2A0A6B1EE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42900" y="2095500"/>
            <a:ext cx="3886199" cy="3886199"/>
            <a:chOff x="342900" y="2095500"/>
            <a:chExt cx="3886199" cy="3886199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2AD1ADE-6D88-5C48-9EEF-7E081C733011}"/>
                </a:ext>
              </a:extLst>
            </p:cNvPr>
            <p:cNvSpPr/>
            <p:nvPr userDrawn="1"/>
          </p:nvSpPr>
          <p:spPr>
            <a:xfrm>
              <a:off x="342900" y="2095500"/>
              <a:ext cx="3886199" cy="3886199"/>
            </a:xfrm>
            <a:prstGeom prst="rect">
              <a:avLst/>
            </a:prstGeom>
            <a:solidFill>
              <a:srgbClr val="9F2241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FE6DE48-1064-2849-AF2D-2E29711B1885}"/>
                </a:ext>
              </a:extLst>
            </p:cNvPr>
            <p:cNvSpPr/>
            <p:nvPr userDrawn="1"/>
          </p:nvSpPr>
          <p:spPr>
            <a:xfrm>
              <a:off x="495300" y="2362200"/>
              <a:ext cx="3429000" cy="3467100"/>
            </a:xfrm>
            <a:prstGeom prst="rect">
              <a:avLst/>
            </a:prstGeom>
            <a:solidFill>
              <a:srgbClr val="E21A23"/>
            </a:solidFill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7" name="Title"/>
          <p:cNvSpPr>
            <a:spLocks noGrp="1"/>
          </p:cNvSpPr>
          <p:nvPr userDrawn="1">
            <p:ph type="ctrTitle" hasCustomPrompt="1"/>
          </p:nvPr>
        </p:nvSpPr>
        <p:spPr>
          <a:xfrm>
            <a:off x="621792" y="2608290"/>
            <a:ext cx="3035808" cy="1394084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2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8" name="Subtitle"/>
          <p:cNvSpPr>
            <a:spLocks noGrp="1"/>
          </p:cNvSpPr>
          <p:nvPr userDrawn="1">
            <p:ph type="subTitle" idx="1" hasCustomPrompt="1"/>
          </p:nvPr>
        </p:nvSpPr>
        <p:spPr>
          <a:xfrm>
            <a:off x="621792" y="4069830"/>
            <a:ext cx="3035808" cy="80409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Presentation Subtitle</a:t>
            </a:r>
          </a:p>
        </p:txBody>
      </p:sp>
      <p:cxnSp>
        <p:nvCxnSpPr>
          <p:cNvPr id="9" name="MHE line separating subtitles from text">
            <a:extLst>
              <a:ext uri="{FF2B5EF4-FFF2-40B4-BE49-F238E27FC236}">
                <a16:creationId xmlns:a16="http://schemas.microsoft.com/office/drawing/2014/main" id="{EC86C884-D766-9149-B40E-B86A943DE6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13232" y="4919472"/>
            <a:ext cx="2532888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 Placeholder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621791" y="5096656"/>
            <a:ext cx="3043303" cy="569626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sz="1200" b="1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Extra Text</a:t>
            </a:r>
          </a:p>
        </p:txBody>
      </p:sp>
      <p:sp>
        <p:nvSpPr>
          <p:cNvPr id="3" name="Cover Placeholder">
            <a:extLst>
              <a:ext uri="{FF2B5EF4-FFF2-40B4-BE49-F238E27FC236}">
                <a16:creationId xmlns:a16="http://schemas.microsoft.com/office/drawing/2014/main" id="{67C61915-1FDF-4DF1-95F4-8BAC894B4DC1}"/>
              </a:ext>
            </a:extLst>
          </p:cNvPr>
          <p:cNvSpPr>
            <a:spLocks noGrp="1"/>
          </p:cNvSpPr>
          <p:nvPr userDrawn="1">
            <p:ph type="pic" sz="quarter" idx="11" hasCustomPrompt="1"/>
          </p:nvPr>
        </p:nvSpPr>
        <p:spPr>
          <a:xfrm>
            <a:off x="4572000" y="1450229"/>
            <a:ext cx="4229100" cy="497645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Optional: Include Cover Here</a:t>
            </a:r>
          </a:p>
        </p:txBody>
      </p:sp>
      <p:sp>
        <p:nvSpPr>
          <p:cNvPr id="2" name="Long Copyright">
            <a:extLst>
              <a:ext uri="{FF2B5EF4-FFF2-40B4-BE49-F238E27FC236}">
                <a16:creationId xmlns:a16="http://schemas.microsoft.com/office/drawing/2014/main" id="{F4607C07-D864-4A1A-8061-D12997CC50C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pPr defTabSz="457200">
              <a:spcBef>
                <a:spcPct val="20000"/>
              </a:spcBef>
              <a:defRPr/>
            </a:pPr>
            <a:r>
              <a:rPr lang="en-US" dirty="0"/>
              <a:t>© &lt; add the year&gt; McGraw Hill. All rights reserved. Authorized only for instructor use in the classroom.</a:t>
            </a:r>
          </a:p>
          <a:p>
            <a:pPr defTabSz="457200">
              <a:spcBef>
                <a:spcPct val="20000"/>
              </a:spcBef>
              <a:defRPr/>
            </a:pPr>
            <a:r>
              <a:rPr lang="en-US" dirty="0"/>
              <a:t>No reproduction or further distribution permitted without the prior written consent of McGraw Hill.</a:t>
            </a:r>
          </a:p>
        </p:txBody>
      </p:sp>
    </p:spTree>
    <p:extLst>
      <p:ext uri="{BB962C8B-B14F-4D97-AF65-F5344CB8AC3E}">
        <p14:creationId xmlns:p14="http://schemas.microsoft.com/office/powerpoint/2010/main" val="24890689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20">
          <p15:clr>
            <a:srgbClr val="FBAE40"/>
          </p15:clr>
        </p15:guide>
        <p15:guide id="2" orient="horz" pos="3768">
          <p15:clr>
            <a:srgbClr val="FBAE40"/>
          </p15:clr>
        </p15:guide>
        <p15:guide id="3" pos="2664">
          <p15:clr>
            <a:srgbClr val="FBAE40"/>
          </p15:clr>
        </p15:guide>
        <p15:guide id="4" pos="2880">
          <p15:clr>
            <a:srgbClr val="FBAE40"/>
          </p15:clr>
        </p15:guide>
        <p15:guide id="5" pos="2472">
          <p15:clr>
            <a:srgbClr val="FBAE40"/>
          </p15:clr>
        </p15:guide>
        <p15:guide id="6" pos="312">
          <p15:clr>
            <a:srgbClr val="FBAE40"/>
          </p15:clr>
        </p15:guide>
        <p15:guide id="7" orient="horz" pos="1488">
          <p15:clr>
            <a:srgbClr val="FBAE40"/>
          </p15:clr>
        </p15:guide>
        <p15:guide id="8" orient="horz" pos="3672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NO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MHE Official Background, fixe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1452559"/>
            <a:ext cx="9144000" cy="4982750"/>
            <a:chOff x="0" y="1521567"/>
            <a:chExt cx="9144000" cy="4846438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3FD8DC8-1EF1-6B48-9F31-D9D254F85818}"/>
                </a:ext>
              </a:extLst>
            </p:cNvPr>
            <p:cNvSpPr/>
            <p:nvPr userDrawn="1"/>
          </p:nvSpPr>
          <p:spPr>
            <a:xfrm>
              <a:off x="0" y="1521567"/>
              <a:ext cx="9144000" cy="4846438"/>
            </a:xfrm>
            <a:prstGeom prst="rect">
              <a:avLst/>
            </a:prstGeom>
            <a:solidFill>
              <a:srgbClr val="720F11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500492E-5EBE-C745-8EEE-F17D4BB4582E}"/>
                </a:ext>
              </a:extLst>
            </p:cNvPr>
            <p:cNvSpPr/>
            <p:nvPr userDrawn="1"/>
          </p:nvSpPr>
          <p:spPr>
            <a:xfrm>
              <a:off x="185629" y="2001422"/>
              <a:ext cx="8493233" cy="4166364"/>
            </a:xfrm>
            <a:prstGeom prst="rect">
              <a:avLst/>
            </a:prstGeom>
            <a:solidFill>
              <a:srgbClr val="9F2241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D976C39-0B94-D44F-9108-A52DD0916B5A}"/>
                </a:ext>
              </a:extLst>
            </p:cNvPr>
            <p:cNvSpPr/>
            <p:nvPr userDrawn="1"/>
          </p:nvSpPr>
          <p:spPr>
            <a:xfrm>
              <a:off x="364385" y="2475809"/>
              <a:ext cx="7858340" cy="3513221"/>
            </a:xfrm>
            <a:prstGeom prst="rect">
              <a:avLst/>
            </a:prstGeom>
            <a:solidFill>
              <a:srgbClr val="E21A23"/>
            </a:solidFill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"/>
          <p:cNvSpPr>
            <a:spLocks noGrp="1"/>
          </p:cNvSpPr>
          <p:nvPr userDrawn="1">
            <p:ph type="ctrTitle"/>
          </p:nvPr>
        </p:nvSpPr>
        <p:spPr>
          <a:xfrm>
            <a:off x="777240" y="2985555"/>
            <a:ext cx="6521640" cy="873214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100000"/>
              </a:lnSpc>
              <a:defRPr sz="26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782058" y="3986784"/>
            <a:ext cx="4297680" cy="517585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21" name="MHE line separating subtitles from text">
            <a:extLst>
              <a:ext uri="{FF2B5EF4-FFF2-40B4-BE49-F238E27FC236}">
                <a16:creationId xmlns:a16="http://schemas.microsoft.com/office/drawing/2014/main" id="{EC86C884-D766-9149-B40E-B86A943DE6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67202" y="4650037"/>
            <a:ext cx="357478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 Placeholder"/>
          <p:cNvSpPr>
            <a:spLocks noGrp="1"/>
          </p:cNvSpPr>
          <p:nvPr>
            <p:ph type="body" sz="quarter" idx="10"/>
          </p:nvPr>
        </p:nvSpPr>
        <p:spPr>
          <a:xfrm>
            <a:off x="777240" y="4718304"/>
            <a:ext cx="4443413" cy="576185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sz="16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Long Copyright">
            <a:extLst>
              <a:ext uri="{FF2B5EF4-FFF2-40B4-BE49-F238E27FC236}">
                <a16:creationId xmlns:a16="http://schemas.microsoft.com/office/drawing/2014/main" id="{54514DA3-A928-4CD1-BFAE-B5DF399C4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87064"/>
            <a:ext cx="9144000" cy="370935"/>
          </a:xfrm>
        </p:spPr>
        <p:txBody>
          <a:bodyPr/>
          <a:lstStyle>
            <a:lvl1pPr algn="ctr">
              <a:defRPr/>
            </a:lvl1pPr>
          </a:lstStyle>
          <a:p>
            <a:pPr defTabSz="457200">
              <a:spcBef>
                <a:spcPct val="20000"/>
              </a:spcBef>
              <a:defRPr/>
            </a:pPr>
            <a:r>
              <a:rPr lang="en-US" dirty="0"/>
              <a:t>© &lt; add the year&gt; McGraw Hill. All rights reserved. Authorized only for instructor use in the classroom.</a:t>
            </a:r>
          </a:p>
          <a:p>
            <a:pPr defTabSz="457200">
              <a:spcBef>
                <a:spcPct val="20000"/>
              </a:spcBef>
              <a:defRPr/>
            </a:pPr>
            <a:r>
              <a:rPr lang="en-US" dirty="0"/>
              <a:t>No reproduction or further distribution permitted without the prior written consent of McGraw Hill.</a:t>
            </a:r>
          </a:p>
        </p:txBody>
      </p:sp>
    </p:spTree>
    <p:extLst>
      <p:ext uri="{BB962C8B-B14F-4D97-AF65-F5344CB8AC3E}">
        <p14:creationId xmlns:p14="http://schemas.microsoft.com/office/powerpoint/2010/main" val="3806434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59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 NO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MHE altered Background, fixed">
            <a:extLst>
              <a:ext uri="{FF2B5EF4-FFF2-40B4-BE49-F238E27FC236}">
                <a16:creationId xmlns:a16="http://schemas.microsoft.com/office/drawing/2014/main" id="{7A14A7A9-A9D7-4A08-A24F-4D1C1F4C29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1446366"/>
            <a:ext cx="9143999" cy="4991100"/>
            <a:chOff x="0" y="1524000"/>
            <a:chExt cx="9143999" cy="49911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500492E-5EBE-C745-8EEE-F17D4BB4582E}"/>
                </a:ext>
              </a:extLst>
            </p:cNvPr>
            <p:cNvSpPr/>
            <p:nvPr userDrawn="1"/>
          </p:nvSpPr>
          <p:spPr>
            <a:xfrm>
              <a:off x="0" y="1524000"/>
              <a:ext cx="9143999" cy="4991100"/>
            </a:xfrm>
            <a:prstGeom prst="rect">
              <a:avLst/>
            </a:prstGeom>
            <a:solidFill>
              <a:srgbClr val="9F2241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D976C39-0B94-D44F-9108-A52DD0916B5A}"/>
                </a:ext>
              </a:extLst>
            </p:cNvPr>
            <p:cNvSpPr/>
            <p:nvPr userDrawn="1"/>
          </p:nvSpPr>
          <p:spPr>
            <a:xfrm>
              <a:off x="190500" y="2019300"/>
              <a:ext cx="8496300" cy="4267200"/>
            </a:xfrm>
            <a:prstGeom prst="rect">
              <a:avLst/>
            </a:prstGeom>
            <a:solidFill>
              <a:srgbClr val="E21A23"/>
            </a:solidFill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"/>
          <p:cNvSpPr>
            <a:spLocks noGrp="1"/>
          </p:cNvSpPr>
          <p:nvPr userDrawn="1">
            <p:ph type="ctrTitle"/>
          </p:nvPr>
        </p:nvSpPr>
        <p:spPr>
          <a:xfrm>
            <a:off x="567378" y="2593298"/>
            <a:ext cx="6980170" cy="1130559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100000"/>
              </a:lnSpc>
              <a:defRPr sz="26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"/>
          <p:cNvSpPr>
            <a:spLocks noGrp="1"/>
          </p:cNvSpPr>
          <p:nvPr userDrawn="1">
            <p:ph type="subTitle" idx="1"/>
          </p:nvPr>
        </p:nvSpPr>
        <p:spPr>
          <a:xfrm>
            <a:off x="567378" y="3807503"/>
            <a:ext cx="4542020" cy="71935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21" name="MHE line separating subtitles from text">
            <a:extLst>
              <a:ext uri="{FF2B5EF4-FFF2-40B4-BE49-F238E27FC236}">
                <a16:creationId xmlns:a16="http://schemas.microsoft.com/office/drawing/2014/main" id="{EC86C884-D766-9149-B40E-B86A943DE6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02310" y="4665027"/>
            <a:ext cx="357478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 Placeholder"/>
          <p:cNvSpPr>
            <a:spLocks noGrp="1"/>
          </p:cNvSpPr>
          <p:nvPr userDrawn="1">
            <p:ph type="body" sz="quarter" idx="10"/>
          </p:nvPr>
        </p:nvSpPr>
        <p:spPr>
          <a:xfrm>
            <a:off x="567378" y="4770769"/>
            <a:ext cx="4443413" cy="576185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sz="16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Long Copyright">
            <a:extLst>
              <a:ext uri="{FF2B5EF4-FFF2-40B4-BE49-F238E27FC236}">
                <a16:creationId xmlns:a16="http://schemas.microsoft.com/office/drawing/2014/main" id="{54514DA3-A928-4CD1-BFAE-B5DF399C4B36}"/>
              </a:ext>
            </a:extLst>
          </p:cNvPr>
          <p:cNvSpPr>
            <a:spLocks noGrp="1"/>
          </p:cNvSpPr>
          <p:nvPr userDrawn="1">
            <p:ph type="ftr" sz="quarter" idx="11"/>
          </p:nvPr>
        </p:nvSpPr>
        <p:spPr>
          <a:xfrm>
            <a:off x="0" y="6487064"/>
            <a:ext cx="9144000" cy="370935"/>
          </a:xfrm>
        </p:spPr>
        <p:txBody>
          <a:bodyPr/>
          <a:lstStyle>
            <a:lvl1pPr algn="ctr">
              <a:defRPr/>
            </a:lvl1pPr>
          </a:lstStyle>
          <a:p>
            <a:pPr defTabSz="457200">
              <a:spcBef>
                <a:spcPct val="20000"/>
              </a:spcBef>
              <a:defRPr/>
            </a:pPr>
            <a:r>
              <a:rPr lang="en-US" dirty="0"/>
              <a:t>© &lt; add the year&gt; McGraw Hill. All rights reserved. Authorized only for instructor use in the classroom.</a:t>
            </a:r>
          </a:p>
          <a:p>
            <a:pPr defTabSz="457200">
              <a:spcBef>
                <a:spcPct val="20000"/>
              </a:spcBef>
              <a:defRPr/>
            </a:pPr>
            <a:r>
              <a:rPr lang="en-US" dirty="0"/>
              <a:t>No reproduction or further distribution permitted without the prior written consent of McGraw Hill.</a:t>
            </a:r>
          </a:p>
        </p:txBody>
      </p:sp>
    </p:spTree>
    <p:extLst>
      <p:ext uri="{BB962C8B-B14F-4D97-AF65-F5344CB8AC3E}">
        <p14:creationId xmlns:p14="http://schemas.microsoft.com/office/powerpoint/2010/main" val="12338955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  <p15:guide id="2" orient="horz" pos="3960">
          <p15:clr>
            <a:srgbClr val="FBAE40"/>
          </p15:clr>
        </p15:guide>
        <p15:guide id="3" pos="120">
          <p15:clr>
            <a:srgbClr val="FBAE40"/>
          </p15:clr>
        </p15:guide>
        <p15:guide id="4" pos="5472">
          <p15:clr>
            <a:srgbClr val="FBAE40"/>
          </p15:clr>
        </p15:guide>
        <p15:guide id="5" orient="horz" pos="226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Main Placeho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A4407840-F6A4-4638-BB2F-9FBAA1A814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304800"/>
            <a:ext cx="8458200" cy="678611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D13536C2-DC17-4031-9948-17E37EF9911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42900" y="1276709"/>
            <a:ext cx="8458200" cy="497169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Appendix Link">
            <a:extLst>
              <a:ext uri="{FF2B5EF4-FFF2-40B4-BE49-F238E27FC236}">
                <a16:creationId xmlns:a16="http://schemas.microsoft.com/office/drawing/2014/main" id="{24E3FC7A-8095-4466-BF43-4B6D04A5D88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69347" y="6324600"/>
            <a:ext cx="2405307" cy="190500"/>
          </a:xfrm>
        </p:spPr>
        <p:txBody>
          <a:bodyPr anchor="b">
            <a:noAutofit/>
          </a:bodyPr>
          <a:lstStyle>
            <a:lvl1pPr algn="ctr">
              <a:defRPr sz="900"/>
            </a:lvl1pPr>
          </a:lstStyle>
          <a:p>
            <a:pPr lvl="0"/>
            <a:r>
              <a:rPr lang="en-US" dirty="0"/>
              <a:t>Add text alternative link, if needed.</a:t>
            </a:r>
          </a:p>
        </p:txBody>
      </p:sp>
      <p:sp>
        <p:nvSpPr>
          <p:cNvPr id="9" name="Image Credit">
            <a:extLst>
              <a:ext uri="{FF2B5EF4-FFF2-40B4-BE49-F238E27FC236}">
                <a16:creationId xmlns:a16="http://schemas.microsoft.com/office/drawing/2014/main" id="{29651301-3A88-4CBC-9B7F-A569599DC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62099" y="6684963"/>
            <a:ext cx="6972301" cy="173037"/>
          </a:xfrm>
        </p:spPr>
        <p:txBody>
          <a:bodyPr anchor="ctr">
            <a:noAutofit/>
          </a:bodyPr>
          <a:lstStyle>
            <a:lvl1pPr algn="r">
              <a:defRPr sz="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algn="r">
              <a:defRPr sz="900"/>
            </a:lvl2pPr>
            <a:lvl3pPr algn="r">
              <a:defRPr sz="900"/>
            </a:lvl3pPr>
            <a:lvl4pPr algn="r">
              <a:defRPr sz="900"/>
            </a:lvl4pPr>
            <a:lvl5pPr algn="r">
              <a:defRPr sz="900"/>
            </a:lvl5pPr>
          </a:lstStyle>
          <a:p>
            <a:pPr lvl="0"/>
            <a:r>
              <a:rPr lang="en-US" dirty="0"/>
              <a:t>Insert Image Credit Here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745DF60F-BF33-428F-883B-9C19F83780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26412" y="6673531"/>
            <a:ext cx="355840" cy="161396"/>
          </a:xfrm>
          <a:prstGeom prst="rect">
            <a:avLst/>
          </a:prstGeom>
        </p:spPr>
        <p:txBody>
          <a:bodyPr/>
          <a:lstStyle/>
          <a:p>
            <a:fld id="{68151E55-6873-49E2-B8D5-2F265E6F1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0858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 userDrawn="1">
          <p15:clr>
            <a:srgbClr val="FBAE40"/>
          </p15:clr>
        </p15:guide>
        <p15:guide id="2" orient="horz" pos="360" userDrawn="1">
          <p15:clr>
            <a:srgbClr val="FBAE40"/>
          </p15:clr>
        </p15:guide>
        <p15:guide id="3" pos="264" userDrawn="1">
          <p15:clr>
            <a:srgbClr val="FBAE40"/>
          </p15:clr>
        </p15:guide>
        <p15:guide id="4" orient="horz" pos="216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Horizontal Main Placehold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A4407840-F6A4-4638-BB2F-9FBAA1A814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304800"/>
            <a:ext cx="8458200" cy="678611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D13536C2-DC17-4031-9948-17E37EF9911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42900" y="1276709"/>
            <a:ext cx="8458200" cy="2838091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600"/>
            </a:lvl2pPr>
          </a:lstStyle>
          <a:p>
            <a:pPr lvl="0"/>
            <a:r>
              <a:rPr lang="en-US" dirty="0"/>
              <a:t>Slide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B2D170F-7AF9-40BB-A11B-08474DF5C3A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42900" y="4343400"/>
            <a:ext cx="8458200" cy="1905000"/>
          </a:xfrm>
        </p:spPr>
        <p:txBody>
          <a:bodyPr/>
          <a:lstStyle>
            <a:lvl1pPr>
              <a:defRPr sz="2800"/>
            </a:lvl1pPr>
            <a:lvl2pPr>
              <a:defRPr sz="2600"/>
            </a:lvl2pPr>
            <a:lvl4pPr marL="455613" indent="0">
              <a:buNone/>
              <a:defRPr/>
            </a:lvl4pPr>
          </a:lstStyle>
          <a:p>
            <a:pPr lvl="0"/>
            <a:r>
              <a:rPr lang="en-US" dirty="0"/>
              <a:t>Slide Content 2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Appendix Link">
            <a:extLst>
              <a:ext uri="{FF2B5EF4-FFF2-40B4-BE49-F238E27FC236}">
                <a16:creationId xmlns:a16="http://schemas.microsoft.com/office/drawing/2014/main" id="{24E3FC7A-8095-4466-BF43-4B6D04A5D88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69564" y="6324600"/>
            <a:ext cx="2404872" cy="190500"/>
          </a:xfrm>
        </p:spPr>
        <p:txBody>
          <a:bodyPr anchor="b">
            <a:noAutofit/>
          </a:bodyPr>
          <a:lstStyle>
            <a:lvl1pPr algn="ctr">
              <a:defRPr sz="900"/>
            </a:lvl1pPr>
          </a:lstStyle>
          <a:p>
            <a:pPr lvl="0"/>
            <a:r>
              <a:rPr lang="en-US" dirty="0"/>
              <a:t>Add text alternative link, if needed.</a:t>
            </a:r>
          </a:p>
        </p:txBody>
      </p:sp>
      <p:sp>
        <p:nvSpPr>
          <p:cNvPr id="9" name="Image Credit">
            <a:extLst>
              <a:ext uri="{FF2B5EF4-FFF2-40B4-BE49-F238E27FC236}">
                <a16:creationId xmlns:a16="http://schemas.microsoft.com/office/drawing/2014/main" id="{29651301-3A88-4CBC-9B7F-A569599DC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62100" y="6684963"/>
            <a:ext cx="6972300" cy="173037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800" dirty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 algn="r"/>
            <a:r>
              <a:rPr lang="en-US" dirty="0"/>
              <a:t>Insert Image Credit Here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745DF60F-BF33-428F-883B-9C19F83780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26412" y="6673531"/>
            <a:ext cx="355840" cy="161396"/>
          </a:xfrm>
          <a:prstGeom prst="rect">
            <a:avLst/>
          </a:prstGeom>
        </p:spPr>
        <p:txBody>
          <a:bodyPr/>
          <a:lstStyle/>
          <a:p>
            <a:fld id="{68151E55-6873-49E2-B8D5-2F265E6F1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9330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92" userDrawn="1">
          <p15:clr>
            <a:srgbClr val="FBAE40"/>
          </p15:clr>
        </p15:guide>
        <p15:guide id="2" orient="horz" pos="2736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mparison Placehold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A4407840-F6A4-4638-BB2F-9FBAA1A814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304800"/>
            <a:ext cx="8458200" cy="678611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D13536C2-DC17-4031-9948-17E37EF9911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42900" y="1276709"/>
            <a:ext cx="4076700" cy="497169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B2D170F-7AF9-40BB-A11B-08474DF5C3A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724400" y="1257300"/>
            <a:ext cx="4076700" cy="49911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 2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Appendix Link">
            <a:extLst>
              <a:ext uri="{FF2B5EF4-FFF2-40B4-BE49-F238E27FC236}">
                <a16:creationId xmlns:a16="http://schemas.microsoft.com/office/drawing/2014/main" id="{24E3FC7A-8095-4466-BF43-4B6D04A5D88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69564" y="6324600"/>
            <a:ext cx="2404872" cy="190500"/>
          </a:xfrm>
        </p:spPr>
        <p:txBody>
          <a:bodyPr anchor="b">
            <a:noAutofit/>
          </a:bodyPr>
          <a:lstStyle>
            <a:lvl1pPr algn="ctr">
              <a:defRPr sz="900"/>
            </a:lvl1pPr>
          </a:lstStyle>
          <a:p>
            <a:pPr lvl="0"/>
            <a:r>
              <a:rPr lang="en-US" dirty="0"/>
              <a:t>Add text alternative link, if needed.</a:t>
            </a:r>
          </a:p>
        </p:txBody>
      </p:sp>
      <p:sp>
        <p:nvSpPr>
          <p:cNvPr id="9" name="Image Credit">
            <a:extLst>
              <a:ext uri="{FF2B5EF4-FFF2-40B4-BE49-F238E27FC236}">
                <a16:creationId xmlns:a16="http://schemas.microsoft.com/office/drawing/2014/main" id="{29651301-3A88-4CBC-9B7F-A569599DC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62099" y="6684963"/>
            <a:ext cx="6972301" cy="173037"/>
          </a:xfrm>
        </p:spPr>
        <p:txBody>
          <a:bodyPr anchor="ctr">
            <a:noAutofit/>
          </a:bodyPr>
          <a:lstStyle>
            <a:lvl1pPr algn="r">
              <a:defRPr sz="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algn="r">
              <a:defRPr sz="900"/>
            </a:lvl2pPr>
            <a:lvl3pPr algn="r">
              <a:defRPr sz="900"/>
            </a:lvl3pPr>
            <a:lvl4pPr algn="r">
              <a:defRPr sz="900"/>
            </a:lvl4pPr>
            <a:lvl5pPr algn="r">
              <a:defRPr sz="900"/>
            </a:lvl5pPr>
          </a:lstStyle>
          <a:p>
            <a:pPr lvl="0"/>
            <a:r>
              <a:rPr lang="en-US" dirty="0"/>
              <a:t>Insert Image Credit Here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745DF60F-BF33-428F-883B-9C19F83780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26412" y="6673531"/>
            <a:ext cx="355840" cy="161396"/>
          </a:xfrm>
          <a:prstGeom prst="rect">
            <a:avLst/>
          </a:prstGeom>
        </p:spPr>
        <p:txBody>
          <a:bodyPr/>
          <a:lstStyle/>
          <a:p>
            <a:fld id="{68151E55-6873-49E2-B8D5-2F265E6F1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8157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92">
          <p15:clr>
            <a:srgbClr val="FBAE40"/>
          </p15:clr>
        </p15:guide>
        <p15:guide id="2" orient="horz" pos="2736">
          <p15:clr>
            <a:srgbClr val="FBAE40"/>
          </p15:clr>
        </p15:guide>
        <p15:guide id="3" pos="2880">
          <p15:clr>
            <a:srgbClr val="FBAE40"/>
          </p15:clr>
        </p15:guide>
        <p15:guide id="4" pos="2976">
          <p15:clr>
            <a:srgbClr val="FBAE40"/>
          </p15:clr>
        </p15:guide>
        <p15:guide id="5" pos="278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Main One Second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A4407840-F6A4-4638-BB2F-9FBAA1A814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304800"/>
            <a:ext cx="8458200" cy="678611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D13536C2-DC17-4031-9948-17E37EF9911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42900" y="1276709"/>
            <a:ext cx="5791200" cy="497169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B2D170F-7AF9-40BB-A11B-08474DF5C3A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418052" y="1257300"/>
            <a:ext cx="2383047" cy="49911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 2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Appendix Link">
            <a:extLst>
              <a:ext uri="{FF2B5EF4-FFF2-40B4-BE49-F238E27FC236}">
                <a16:creationId xmlns:a16="http://schemas.microsoft.com/office/drawing/2014/main" id="{24E3FC7A-8095-4466-BF43-4B6D04A5D88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69564" y="6324600"/>
            <a:ext cx="2404872" cy="190500"/>
          </a:xfrm>
        </p:spPr>
        <p:txBody>
          <a:bodyPr anchor="b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 sz="900"/>
            </a:lvl1pPr>
          </a:lstStyle>
          <a:p>
            <a:pPr lvl="0"/>
            <a:r>
              <a:rPr lang="en-US" dirty="0"/>
              <a:t>Add text alternative link, if needed.</a:t>
            </a:r>
          </a:p>
        </p:txBody>
      </p:sp>
      <p:sp>
        <p:nvSpPr>
          <p:cNvPr id="9" name="Image Credit">
            <a:extLst>
              <a:ext uri="{FF2B5EF4-FFF2-40B4-BE49-F238E27FC236}">
                <a16:creationId xmlns:a16="http://schemas.microsoft.com/office/drawing/2014/main" id="{29651301-3A88-4CBC-9B7F-A569599DC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62101" y="6684963"/>
            <a:ext cx="6972299" cy="173037"/>
          </a:xfrm>
        </p:spPr>
        <p:txBody>
          <a:bodyPr anchor="ctr">
            <a:noAutofit/>
          </a:bodyPr>
          <a:lstStyle>
            <a:lvl1pPr algn="r">
              <a:defRPr sz="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algn="r">
              <a:defRPr sz="900"/>
            </a:lvl2pPr>
            <a:lvl3pPr algn="r">
              <a:defRPr sz="900"/>
            </a:lvl3pPr>
            <a:lvl4pPr algn="r">
              <a:defRPr sz="900"/>
            </a:lvl4pPr>
            <a:lvl5pPr algn="r">
              <a:defRPr sz="900"/>
            </a:lvl5pPr>
          </a:lstStyle>
          <a:p>
            <a:pPr lvl="0"/>
            <a:r>
              <a:rPr lang="en-US" dirty="0"/>
              <a:t>Insert Image Credit Here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745DF60F-BF33-428F-883B-9C19F83780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26412" y="6673531"/>
            <a:ext cx="355840" cy="161396"/>
          </a:xfrm>
          <a:prstGeom prst="rect">
            <a:avLst/>
          </a:prstGeom>
        </p:spPr>
        <p:txBody>
          <a:bodyPr/>
          <a:lstStyle/>
          <a:p>
            <a:fld id="{68151E55-6873-49E2-B8D5-2F265E6F1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9627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92">
          <p15:clr>
            <a:srgbClr val="FBAE40"/>
          </p15:clr>
        </p15:guide>
        <p15:guide id="2" orient="horz" pos="2736">
          <p15:clr>
            <a:srgbClr val="FBAE40"/>
          </p15:clr>
        </p15:guide>
        <p15:guide id="4" pos="4032" userDrawn="1">
          <p15:clr>
            <a:srgbClr val="FBAE40"/>
          </p15:clr>
        </p15:guide>
        <p15:guide id="5" pos="3864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with Third as Acc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A4407840-F6A4-4638-BB2F-9FBAA1A814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304800"/>
            <a:ext cx="8458200" cy="678611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D13536C2-DC17-4031-9948-17E37EF9911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42900" y="1276709"/>
            <a:ext cx="8458200" cy="283809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B2D170F-7AF9-40BB-A11B-08474DF5C3A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42901" y="4343400"/>
            <a:ext cx="5791200" cy="1905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 2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22432755-BCF5-451F-968D-CFFD10D87BE2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400800" y="4343400"/>
            <a:ext cx="2400300" cy="1905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 3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Appendix Link">
            <a:extLst>
              <a:ext uri="{FF2B5EF4-FFF2-40B4-BE49-F238E27FC236}">
                <a16:creationId xmlns:a16="http://schemas.microsoft.com/office/drawing/2014/main" id="{24E3FC7A-8095-4466-BF43-4B6D04A5D88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69564" y="6324600"/>
            <a:ext cx="2404872" cy="190500"/>
          </a:xfrm>
        </p:spPr>
        <p:txBody>
          <a:bodyPr anchor="b">
            <a:noAutofit/>
          </a:bodyPr>
          <a:lstStyle>
            <a:lvl1pPr algn="ctr">
              <a:defRPr sz="900"/>
            </a:lvl1pPr>
          </a:lstStyle>
          <a:p>
            <a:pPr lvl="0"/>
            <a:r>
              <a:rPr lang="en-US" dirty="0"/>
              <a:t>Add text alternative link, if needed.</a:t>
            </a:r>
          </a:p>
        </p:txBody>
      </p:sp>
      <p:sp>
        <p:nvSpPr>
          <p:cNvPr id="9" name="Image Credit">
            <a:extLst>
              <a:ext uri="{FF2B5EF4-FFF2-40B4-BE49-F238E27FC236}">
                <a16:creationId xmlns:a16="http://schemas.microsoft.com/office/drawing/2014/main" id="{29651301-3A88-4CBC-9B7F-A569599DC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62101" y="6684963"/>
            <a:ext cx="6972299" cy="173037"/>
          </a:xfrm>
        </p:spPr>
        <p:txBody>
          <a:bodyPr anchor="ctr">
            <a:noAutofit/>
          </a:bodyPr>
          <a:lstStyle>
            <a:lvl1pPr algn="r">
              <a:defRPr sz="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algn="r">
              <a:defRPr sz="900"/>
            </a:lvl2pPr>
            <a:lvl3pPr algn="r">
              <a:defRPr sz="900"/>
            </a:lvl3pPr>
            <a:lvl4pPr algn="r">
              <a:defRPr sz="900"/>
            </a:lvl4pPr>
            <a:lvl5pPr algn="r">
              <a:defRPr sz="900"/>
            </a:lvl5pPr>
          </a:lstStyle>
          <a:p>
            <a:pPr lvl="0"/>
            <a:r>
              <a:rPr lang="en-US" dirty="0"/>
              <a:t>Insert Image Credit Here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745DF60F-BF33-428F-883B-9C19F83780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26412" y="6673531"/>
            <a:ext cx="355840" cy="161396"/>
          </a:xfrm>
          <a:prstGeom prst="rect">
            <a:avLst/>
          </a:prstGeom>
        </p:spPr>
        <p:txBody>
          <a:bodyPr/>
          <a:lstStyle/>
          <a:p>
            <a:fld id="{68151E55-6873-49E2-B8D5-2F265E6F1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0055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92">
          <p15:clr>
            <a:srgbClr val="FBAE40"/>
          </p15:clr>
        </p15:guide>
        <p15:guide id="2" orient="horz" pos="2736">
          <p15:clr>
            <a:srgbClr val="FBAE40"/>
          </p15:clr>
        </p15:guide>
        <p15:guide id="4" pos="4032">
          <p15:clr>
            <a:srgbClr val="FBAE40"/>
          </p15:clr>
        </p15:guide>
        <p15:guide id="5" pos="386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Main Placehold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A4407840-F6A4-4638-BB2F-9FBAA1A814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304800"/>
            <a:ext cx="8458200" cy="678611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D13536C2-DC17-4031-9948-17E37EF9911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42900" y="1276710"/>
            <a:ext cx="8458200" cy="612476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B2D170F-7AF9-40BB-A11B-08474DF5C3A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42900" y="2070496"/>
            <a:ext cx="8458200" cy="64913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 2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3356A590-66B5-4770-8441-82DC031F56EA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42900" y="2900944"/>
            <a:ext cx="8458200" cy="6731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 3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30BD29E5-BD7B-4CD0-9B09-8F8B24F89FBE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342900" y="3755354"/>
            <a:ext cx="8458200" cy="6985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 4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E908CA92-5DB2-4DC0-937B-1B178AA91781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342900" y="4635164"/>
            <a:ext cx="8458200" cy="6985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 5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5" name="Content Placeholder 6">
            <a:extLst>
              <a:ext uri="{FF2B5EF4-FFF2-40B4-BE49-F238E27FC236}">
                <a16:creationId xmlns:a16="http://schemas.microsoft.com/office/drawing/2014/main" id="{8B728CCD-2639-461B-9841-57505AC13467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342900" y="5514975"/>
            <a:ext cx="8458200" cy="73342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 6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Appendix Link">
            <a:extLst>
              <a:ext uri="{FF2B5EF4-FFF2-40B4-BE49-F238E27FC236}">
                <a16:creationId xmlns:a16="http://schemas.microsoft.com/office/drawing/2014/main" id="{24E3FC7A-8095-4466-BF43-4B6D04A5D88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69564" y="6324600"/>
            <a:ext cx="2404872" cy="190500"/>
          </a:xfrm>
        </p:spPr>
        <p:txBody>
          <a:bodyPr anchor="b">
            <a:noAutofit/>
          </a:bodyPr>
          <a:lstStyle>
            <a:lvl1pPr algn="ctr">
              <a:defRPr sz="900"/>
            </a:lvl1pPr>
          </a:lstStyle>
          <a:p>
            <a:pPr lvl="0"/>
            <a:r>
              <a:rPr lang="en-US" dirty="0"/>
              <a:t>Add text alternative link, if needed.</a:t>
            </a:r>
          </a:p>
        </p:txBody>
      </p:sp>
      <p:sp>
        <p:nvSpPr>
          <p:cNvPr id="9" name="Image Credit">
            <a:extLst>
              <a:ext uri="{FF2B5EF4-FFF2-40B4-BE49-F238E27FC236}">
                <a16:creationId xmlns:a16="http://schemas.microsoft.com/office/drawing/2014/main" id="{29651301-3A88-4CBC-9B7F-A569599DC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62101" y="6684963"/>
            <a:ext cx="6972299" cy="173037"/>
          </a:xfrm>
        </p:spPr>
        <p:txBody>
          <a:bodyPr anchor="ctr">
            <a:noAutofit/>
          </a:bodyPr>
          <a:lstStyle>
            <a:lvl1pPr algn="r">
              <a:defRPr sz="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algn="r">
              <a:defRPr sz="900"/>
            </a:lvl2pPr>
            <a:lvl3pPr algn="r">
              <a:defRPr sz="900"/>
            </a:lvl3pPr>
            <a:lvl4pPr algn="r">
              <a:defRPr sz="900"/>
            </a:lvl4pPr>
            <a:lvl5pPr algn="r">
              <a:defRPr sz="900"/>
            </a:lvl5pPr>
          </a:lstStyle>
          <a:p>
            <a:pPr lvl="0"/>
            <a:r>
              <a:rPr lang="en-US" dirty="0"/>
              <a:t>Insert Image Credit Here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745DF60F-BF33-428F-883B-9C19F83780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26412" y="6673531"/>
            <a:ext cx="355840" cy="161396"/>
          </a:xfrm>
          <a:prstGeom prst="rect">
            <a:avLst/>
          </a:prstGeom>
        </p:spPr>
        <p:txBody>
          <a:bodyPr/>
          <a:lstStyle/>
          <a:p>
            <a:fld id="{68151E55-6873-49E2-B8D5-2F265E6F1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614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92">
          <p15:clr>
            <a:srgbClr val="FBAE40"/>
          </p15:clr>
        </p15:guide>
        <p15:guide id="2" orient="horz" pos="2736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idden Slide Title">
            <a:extLst>
              <a:ext uri="{FF2B5EF4-FFF2-40B4-BE49-F238E27FC236}">
                <a16:creationId xmlns:a16="http://schemas.microsoft.com/office/drawing/2014/main" id="{D3229D0C-04EF-482F-B26C-8D49CD33DB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5949" y="418391"/>
            <a:ext cx="2292103" cy="29182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hidden title here </a:t>
            </a:r>
          </a:p>
        </p:txBody>
      </p:sp>
      <p:pic>
        <p:nvPicPr>
          <p:cNvPr id="6" name="MGH Logo">
            <a:extLst>
              <a:ext uri="{FF2B5EF4-FFF2-40B4-BE49-F238E27FC236}">
                <a16:creationId xmlns:a16="http://schemas.microsoft.com/office/drawing/2014/main" id="{60DCFDF5-2A5B-440E-888A-BC0BFEF9FF5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0211" y="1005697"/>
            <a:ext cx="2443579" cy="2443579"/>
          </a:xfrm>
          <a:prstGeom prst="rect">
            <a:avLst/>
          </a:prstGeom>
        </p:spPr>
      </p:pic>
      <p:sp>
        <p:nvSpPr>
          <p:cNvPr id="3" name="Long Copyright">
            <a:extLst>
              <a:ext uri="{FF2B5EF4-FFF2-40B4-BE49-F238E27FC236}">
                <a16:creationId xmlns:a16="http://schemas.microsoft.com/office/drawing/2014/main" id="{9AB572CE-E262-4FA6-8D47-02F068ADD1B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0" y="6487064"/>
            <a:ext cx="9144000" cy="370936"/>
          </a:xfrm>
        </p:spPr>
        <p:txBody>
          <a:bodyPr/>
          <a:lstStyle>
            <a:lvl1pPr algn="ctr">
              <a:defRPr/>
            </a:lvl1pPr>
          </a:lstStyle>
          <a:p>
            <a:pPr defTabSz="457200">
              <a:spcBef>
                <a:spcPct val="20000"/>
              </a:spcBef>
              <a:defRPr/>
            </a:pPr>
            <a:r>
              <a:rPr lang="en-US" dirty="0"/>
              <a:t>© &lt; add the year&gt; McGraw Hill. All rights reserved. Authorized only for instructor use in the classroom.</a:t>
            </a:r>
          </a:p>
          <a:p>
            <a:pPr defTabSz="457200">
              <a:spcBef>
                <a:spcPct val="20000"/>
              </a:spcBef>
              <a:defRPr/>
            </a:pPr>
            <a:r>
              <a:rPr lang="en-US" dirty="0"/>
              <a:t>No reproduction or further distribution permitted without the prior written consent of McGraw Hill.</a:t>
            </a:r>
          </a:p>
        </p:txBody>
      </p:sp>
      <p:sp>
        <p:nvSpPr>
          <p:cNvPr id="9" name="MGH Tagline">
            <a:extLst>
              <a:ext uri="{FF2B5EF4-FFF2-40B4-BE49-F238E27FC236}">
                <a16:creationId xmlns:a16="http://schemas.microsoft.com/office/drawing/2014/main" id="{F040BF5C-A78D-440C-93DF-72F3F641F3F1}"/>
              </a:ext>
            </a:extLst>
          </p:cNvPr>
          <p:cNvSpPr txBox="1"/>
          <p:nvPr userDrawn="1"/>
        </p:nvSpPr>
        <p:spPr>
          <a:xfrm>
            <a:off x="1730746" y="3796682"/>
            <a:ext cx="5682508" cy="469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4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+mn-cs"/>
              </a:rPr>
              <a:t>Because learning changes everything.</a:t>
            </a:r>
            <a:r>
              <a:rPr kumimoji="0" lang="en-US" sz="1400" b="0" i="0" u="none" strike="noStrike" kern="1200" cap="none" spc="40" normalizeH="0" baseline="6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+mn-cs"/>
              </a:rPr>
              <a:t>®</a:t>
            </a:r>
            <a:endParaRPr kumimoji="0" lang="en-US" sz="2400" b="0" i="0" u="none" strike="noStrike" kern="1200" cap="none" spc="40" normalizeH="0" baseline="60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MGH URL">
            <a:extLst>
              <a:ext uri="{FF2B5EF4-FFF2-40B4-BE49-F238E27FC236}">
                <a16:creationId xmlns:a16="http://schemas.microsoft.com/office/drawing/2014/main" id="{2215B5DD-E18E-478F-81B9-79BA83A9A251}"/>
              </a:ext>
            </a:extLst>
          </p:cNvPr>
          <p:cNvSpPr txBox="1"/>
          <p:nvPr userDrawn="1"/>
        </p:nvSpPr>
        <p:spPr>
          <a:xfrm>
            <a:off x="3269085" y="5329121"/>
            <a:ext cx="26058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www.mheducation.com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443668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ppendix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A6CA9270-FD0E-4B64-B0D8-24095E6A29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899" y="2366309"/>
            <a:ext cx="7696919" cy="526936"/>
          </a:xfrm>
          <a:prstGeom prst="rect">
            <a:avLst/>
          </a:prstGeom>
        </p:spPr>
        <p:txBody>
          <a:bodyPr anchor="ctr"/>
          <a:lstStyle>
            <a:lvl1pPr>
              <a:defRPr/>
            </a:lvl1pPr>
          </a:lstStyle>
          <a:p>
            <a:r>
              <a:rPr lang="en-US" dirty="0"/>
              <a:t>Accessibility Content: Text Alternatives for Images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0B6E1DCB-9B8A-423D-B48B-2CCDE624B45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37202" y="6682314"/>
            <a:ext cx="342900" cy="143831"/>
          </a:xfrm>
          <a:prstGeom prst="rect">
            <a:avLst/>
          </a:prstGeom>
        </p:spPr>
        <p:txBody>
          <a:bodyPr/>
          <a:lstStyle/>
          <a:p>
            <a:fld id="{68151E55-6873-49E2-B8D5-2F265E6F1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7611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ppendix-One Placeho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A4407840-F6A4-4638-BB2F-9FBAA1A814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304800"/>
            <a:ext cx="8458200" cy="678611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6" name="Return to main slide Link 1">
            <a:extLst>
              <a:ext uri="{FF2B5EF4-FFF2-40B4-BE49-F238E27FC236}">
                <a16:creationId xmlns:a16="http://schemas.microsoft.com/office/drawing/2014/main" id="{F538FEEA-434F-404A-8A40-5F717D6CB59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081587" y="1068234"/>
            <a:ext cx="2980826" cy="225425"/>
          </a:xfrm>
        </p:spPr>
        <p:txBody>
          <a:bodyPr anchor="ctr">
            <a:noAutofit/>
          </a:bodyPr>
          <a:lstStyle>
            <a:lvl1pPr algn="ctr">
              <a:defRPr sz="1200"/>
            </a:lvl1pPr>
          </a:lstStyle>
          <a:p>
            <a:pPr lvl="0"/>
            <a:r>
              <a:rPr lang="en-US" dirty="0"/>
              <a:t>Return to parent-slide containing images.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D13536C2-DC17-4031-9948-17E37EF9911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42900" y="1371601"/>
            <a:ext cx="8458200" cy="48768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Return to main slide Link 2">
            <a:extLst>
              <a:ext uri="{FF2B5EF4-FFF2-40B4-BE49-F238E27FC236}">
                <a16:creationId xmlns:a16="http://schemas.microsoft.com/office/drawing/2014/main" id="{D8AF3780-479B-4486-8AEE-B0E29BE2F87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092111" y="6350211"/>
            <a:ext cx="2959779" cy="228600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1200" dirty="0"/>
            </a:lvl1pPr>
          </a:lstStyle>
          <a:p>
            <a:pPr lvl="0" algn="ctr"/>
            <a:r>
              <a:rPr lang="en-US" dirty="0"/>
              <a:t>Return to parent-slide containing images.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745DF60F-BF33-428F-883B-9C19F83780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26412" y="6673531"/>
            <a:ext cx="355840" cy="161396"/>
          </a:xfrm>
          <a:prstGeom prst="rect">
            <a:avLst/>
          </a:prstGeom>
        </p:spPr>
        <p:txBody>
          <a:bodyPr/>
          <a:lstStyle/>
          <a:p>
            <a:fld id="{68151E55-6873-49E2-B8D5-2F265E6F1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7500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2" orient="horz" pos="360">
          <p15:clr>
            <a:srgbClr val="FBAE40"/>
          </p15:clr>
        </p15:guide>
        <p15:guide id="3" pos="264">
          <p15:clr>
            <a:srgbClr val="FBAE4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endix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A6CA9270-FD0E-4B64-B0D8-24095E6A29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899" y="2366309"/>
            <a:ext cx="7696919" cy="526936"/>
          </a:xfrm>
          <a:prstGeom prst="rect">
            <a:avLst/>
          </a:prstGeom>
        </p:spPr>
        <p:txBody>
          <a:bodyPr anchor="ctr"/>
          <a:lstStyle>
            <a:lvl1pPr>
              <a:defRPr/>
            </a:lvl1pPr>
          </a:lstStyle>
          <a:p>
            <a:r>
              <a:rPr lang="en-US" dirty="0"/>
              <a:t>Accessibility Content: Text Alternatives for Images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0B6E1DCB-9B8A-423D-B48B-2CCDE624B45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37202" y="6682314"/>
            <a:ext cx="342900" cy="143831"/>
          </a:xfrm>
          <a:prstGeom prst="rect">
            <a:avLst/>
          </a:prstGeom>
        </p:spPr>
        <p:txBody>
          <a:bodyPr/>
          <a:lstStyle/>
          <a:p>
            <a:fld id="{68151E55-6873-49E2-B8D5-2F265E6F1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5710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sc.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C0136BE0-3F2D-44D5-B125-B7A30D2C8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450" y="117244"/>
            <a:ext cx="6065851" cy="73097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FA117DCA-6A6D-48B9-9002-DA1E4814BF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37202" y="6682314"/>
            <a:ext cx="342900" cy="143831"/>
          </a:xfrm>
          <a:prstGeom prst="rect">
            <a:avLst/>
          </a:prstGeom>
        </p:spPr>
        <p:txBody>
          <a:bodyPr/>
          <a:lstStyle/>
          <a:p>
            <a:fld id="{68151E55-6873-49E2-B8D5-2F265E6F197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ontent Placeholder">
            <a:extLst>
              <a:ext uri="{FF2B5EF4-FFF2-40B4-BE49-F238E27FC236}">
                <a16:creationId xmlns:a16="http://schemas.microsoft.com/office/drawing/2014/main" id="{DA8444E8-1445-4AB7-85DD-90449330C00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42900" y="1973249"/>
            <a:ext cx="6477000" cy="4343400"/>
          </a:xfrm>
        </p:spPr>
        <p:txBody>
          <a:bodyPr/>
          <a:lstStyle>
            <a:lvl1pPr>
              <a:defRPr/>
            </a:lvl1pPr>
            <a:lvl2pPr marL="344488" indent="-342900">
              <a:buFont typeface="Arial" panose="020B0604020202020204" pitchFamily="34" charset="0"/>
              <a:buChar char="•"/>
              <a:defRPr/>
            </a:lvl2pPr>
            <a:lvl3pPr>
              <a:defRPr/>
            </a:lvl3pPr>
            <a:lvl4pPr>
              <a:defRPr/>
            </a:lvl4pPr>
          </a:lstStyle>
          <a:p>
            <a:pPr lvl="0"/>
            <a:r>
              <a:rPr lang="en-US" dirty="0"/>
              <a:t>Slide Content</a:t>
            </a:r>
          </a:p>
          <a:p>
            <a:pPr lvl="2"/>
            <a:r>
              <a:rPr lang="en-US" dirty="0"/>
              <a:t>Second level</a:t>
            </a:r>
          </a:p>
          <a:p>
            <a:pPr lvl="3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4454160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endix-One Placeho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A4407840-F6A4-4638-BB2F-9FBAA1A814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304800"/>
            <a:ext cx="8458200" cy="678611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6" name="Return to main slide Link 1">
            <a:extLst>
              <a:ext uri="{FF2B5EF4-FFF2-40B4-BE49-F238E27FC236}">
                <a16:creationId xmlns:a16="http://schemas.microsoft.com/office/drawing/2014/main" id="{F538FEEA-434F-404A-8A40-5F717D6CB59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081587" y="1068234"/>
            <a:ext cx="2980826" cy="225425"/>
          </a:xfrm>
        </p:spPr>
        <p:txBody>
          <a:bodyPr anchor="ctr">
            <a:noAutofit/>
          </a:bodyPr>
          <a:lstStyle>
            <a:lvl1pPr algn="ctr">
              <a:defRPr sz="1200"/>
            </a:lvl1pPr>
          </a:lstStyle>
          <a:p>
            <a:pPr lvl="0"/>
            <a:r>
              <a:rPr lang="en-US" dirty="0"/>
              <a:t>Return to parent-slide containing images.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D13536C2-DC17-4031-9948-17E37EF9911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42900" y="1371601"/>
            <a:ext cx="8458200" cy="48768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Return to main slide Link 2">
            <a:extLst>
              <a:ext uri="{FF2B5EF4-FFF2-40B4-BE49-F238E27FC236}">
                <a16:creationId xmlns:a16="http://schemas.microsoft.com/office/drawing/2014/main" id="{D8AF3780-479B-4486-8AEE-B0E29BE2F87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092111" y="6350211"/>
            <a:ext cx="2959779" cy="228600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1200" dirty="0"/>
            </a:lvl1pPr>
          </a:lstStyle>
          <a:p>
            <a:pPr lvl="0" algn="ctr"/>
            <a:r>
              <a:rPr lang="en-US" dirty="0"/>
              <a:t>Return to parent-slide containing images.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745DF60F-BF33-428F-883B-9C19F83780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26412" y="6673531"/>
            <a:ext cx="355840" cy="161396"/>
          </a:xfrm>
          <a:prstGeom prst="rect">
            <a:avLst/>
          </a:prstGeom>
        </p:spPr>
        <p:txBody>
          <a:bodyPr/>
          <a:lstStyle/>
          <a:p>
            <a:fld id="{68151E55-6873-49E2-B8D5-2F265E6F1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7028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2" orient="horz" pos="360">
          <p15:clr>
            <a:srgbClr val="FBAE40"/>
          </p15:clr>
        </p15:guide>
        <p15:guide id="3" pos="264">
          <p15:clr>
            <a:srgbClr val="FBAE4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endix-Two Comparison Placeholders With Identifi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A4407840-F6A4-4638-BB2F-9FBAA1A814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304800"/>
            <a:ext cx="8458200" cy="678611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9" name="Return to main slide Link 1">
            <a:extLst>
              <a:ext uri="{FF2B5EF4-FFF2-40B4-BE49-F238E27FC236}">
                <a16:creationId xmlns:a16="http://schemas.microsoft.com/office/drawing/2014/main" id="{29651301-3A88-4CBC-9B7F-A569599DC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081528" y="1059828"/>
            <a:ext cx="2980944" cy="228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1200" dirty="0"/>
            </a:lvl1pPr>
          </a:lstStyle>
          <a:p>
            <a:pPr lvl="0" algn="ctr"/>
            <a:r>
              <a:rPr lang="en-US" dirty="0"/>
              <a:t>Return to parent-slide containing images.</a:t>
            </a:r>
          </a:p>
        </p:txBody>
      </p:sp>
      <p:sp>
        <p:nvSpPr>
          <p:cNvPr id="8" name="Image Identifier 1">
            <a:extLst>
              <a:ext uri="{FF2B5EF4-FFF2-40B4-BE49-F238E27FC236}">
                <a16:creationId xmlns:a16="http://schemas.microsoft.com/office/drawing/2014/main" id="{C828D23C-A7ED-420E-B199-2D8CCF24D6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5125" y="1410562"/>
            <a:ext cx="4076700" cy="39211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Image Identifier 1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D13536C2-DC17-4031-9948-17E37EF9911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42900" y="1933303"/>
            <a:ext cx="4076700" cy="431509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Image Identifier 2">
            <a:extLst>
              <a:ext uri="{FF2B5EF4-FFF2-40B4-BE49-F238E27FC236}">
                <a16:creationId xmlns:a16="http://schemas.microsoft.com/office/drawing/2014/main" id="{7DBCEA22-E8D2-4B8A-B55C-3FFA6FAB31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15145" y="1410562"/>
            <a:ext cx="4078224" cy="39319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Image Identifier 2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B2D170F-7AF9-40BB-A11B-08474DF5C3A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724400" y="1933303"/>
            <a:ext cx="4076700" cy="431509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 2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Return to main slide Link 2">
            <a:extLst>
              <a:ext uri="{FF2B5EF4-FFF2-40B4-BE49-F238E27FC236}">
                <a16:creationId xmlns:a16="http://schemas.microsoft.com/office/drawing/2014/main" id="{24E3FC7A-8095-4466-BF43-4B6D04A5D88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081528" y="6348550"/>
            <a:ext cx="2980944" cy="228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1200" dirty="0"/>
            </a:lvl1pPr>
          </a:lstStyle>
          <a:p>
            <a:pPr lvl="0" algn="ctr"/>
            <a:r>
              <a:rPr lang="en-US" dirty="0"/>
              <a:t>Return to parent-slide containing images.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745DF60F-BF33-428F-883B-9C19F83780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26412" y="6673531"/>
            <a:ext cx="355840" cy="161396"/>
          </a:xfrm>
          <a:prstGeom prst="rect">
            <a:avLst/>
          </a:prstGeom>
        </p:spPr>
        <p:txBody>
          <a:bodyPr/>
          <a:lstStyle/>
          <a:p>
            <a:fld id="{68151E55-6873-49E2-B8D5-2F265E6F1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9332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92">
          <p15:clr>
            <a:srgbClr val="FBAE40"/>
          </p15:clr>
        </p15:guide>
        <p15:guide id="2" orient="horz" pos="2736">
          <p15:clr>
            <a:srgbClr val="FBAE40"/>
          </p15:clr>
        </p15:guide>
        <p15:guide id="3" pos="2880">
          <p15:clr>
            <a:srgbClr val="FBAE40"/>
          </p15:clr>
        </p15:guide>
        <p15:guide id="4" pos="2976">
          <p15:clr>
            <a:srgbClr val="FBAE40"/>
          </p15:clr>
        </p15:guide>
        <p15:guide id="5" pos="2784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5" Type="http://schemas.openxmlformats.org/officeDocument/2006/relationships/slideLayout" Target="../slideLayouts/slideLayout9.xml"/><Relationship Id="rId4" Type="http://schemas.openxmlformats.org/officeDocument/2006/relationships/slideLayout" Target="../slideLayouts/slideLayout8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MGH logo">
            <a:extLst>
              <a:ext uri="{FF2B5EF4-FFF2-40B4-BE49-F238E27FC236}">
                <a16:creationId xmlns:a16="http://schemas.microsoft.com/office/drawing/2014/main" id="{BF372B49-B6F5-4826-B4F8-2F8A4FFF8894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106" y="283845"/>
            <a:ext cx="999514" cy="999514"/>
          </a:xfrm>
          <a:prstGeom prst="rect">
            <a:avLst/>
          </a:prstGeom>
        </p:spPr>
      </p:pic>
      <p:sp>
        <p:nvSpPr>
          <p:cNvPr id="3" name="MGH Tagline">
            <a:extLst>
              <a:ext uri="{FF2B5EF4-FFF2-40B4-BE49-F238E27FC236}">
                <a16:creationId xmlns:a16="http://schemas.microsoft.com/office/drawing/2014/main" id="{70E12349-CEA7-4006-B6E3-3E283BDBD258}"/>
              </a:ext>
            </a:extLst>
          </p:cNvPr>
          <p:cNvSpPr txBox="1"/>
          <p:nvPr userDrawn="1"/>
        </p:nvSpPr>
        <p:spPr>
          <a:xfrm>
            <a:off x="5060273" y="337349"/>
            <a:ext cx="3873993" cy="338554"/>
          </a:xfrm>
          <a:prstGeom prst="rect">
            <a:avLst/>
          </a:prstGeom>
          <a:noFill/>
        </p:spPr>
        <p:txBody>
          <a:bodyPr wrap="square" lIns="45720" rIns="4572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spc="4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Because learning changes everything.</a:t>
            </a:r>
            <a:r>
              <a:rPr lang="en-US" sz="1050" spc="40" baseline="600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®</a:t>
            </a:r>
            <a:endParaRPr lang="en-US" sz="1600" spc="40" baseline="60000" dirty="0"/>
          </a:p>
        </p:txBody>
      </p:sp>
      <p:sp>
        <p:nvSpPr>
          <p:cNvPr id="5" name="Long Copyright"/>
          <p:cNvSpPr>
            <a:spLocks noGrp="1"/>
          </p:cNvSpPr>
          <p:nvPr>
            <p:ph type="ftr" sz="quarter" idx="3"/>
          </p:nvPr>
        </p:nvSpPr>
        <p:spPr>
          <a:xfrm>
            <a:off x="0" y="6478439"/>
            <a:ext cx="9144000" cy="3795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defTabSz="457200">
              <a:spcBef>
                <a:spcPct val="20000"/>
              </a:spcBef>
              <a:defRPr/>
            </a:pPr>
            <a:r>
              <a:rPr lang="en-US" dirty="0"/>
              <a:t>Add long copyright</a:t>
            </a:r>
          </a:p>
        </p:txBody>
      </p:sp>
      <p:sp>
        <p:nvSpPr>
          <p:cNvPr id="8" name="MGH Yellow Line">
            <a:extLst>
              <a:ext uri="{FF2B5EF4-FFF2-40B4-BE49-F238E27FC236}">
                <a16:creationId xmlns:a16="http://schemas.microsoft.com/office/drawing/2014/main" id="{86E6E250-D1F9-6444-A77C-4DC8C64A97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32547"/>
            <a:ext cx="9144000" cy="5459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54587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100000"/>
        </a:lnSpc>
        <a:spcBef>
          <a:spcPts val="1200"/>
        </a:spcBef>
        <a:spcAft>
          <a:spcPts val="0"/>
        </a:spcAft>
        <a:buClrTx/>
        <a:buSzTx/>
        <a:buFont typeface="Arial" panose="020B0604020202020204" pitchFamily="34" charset="0"/>
        <a:buNone/>
        <a:tabLst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230188" indent="-228600" algn="l" defTabSz="914400" rtl="0" eaLnBrk="1" latinLnBrk="0" hangingPunct="1">
        <a:lnSpc>
          <a:spcPct val="100000"/>
        </a:lnSpc>
        <a:spcBef>
          <a:spcPts val="800"/>
        </a:spcBef>
        <a:buClrTx/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460375" indent="-22860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455613" indent="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685800" indent="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60">
          <p15:clr>
            <a:srgbClr val="F26B43"/>
          </p15:clr>
        </p15:guide>
        <p15:guide id="2" orient="horz" pos="192">
          <p15:clr>
            <a:srgbClr val="F26B43"/>
          </p15:clr>
        </p15:guide>
        <p15:guide id="5" pos="2880">
          <p15:clr>
            <a:srgbClr val="F26B43"/>
          </p15:clr>
        </p15:guide>
        <p15:guide id="6" pos="216">
          <p15:clr>
            <a:srgbClr val="F26B43"/>
          </p15:clr>
        </p15:guide>
        <p15:guide id="7" pos="5544">
          <p15:clr>
            <a:srgbClr val="F26B43"/>
          </p15:clr>
        </p15:guide>
        <p15:guide id="9" orient="horz" pos="4211">
          <p15:clr>
            <a:srgbClr val="F26B43"/>
          </p15:clr>
        </p15:guide>
        <p15:guide id="10" orient="horz" pos="960">
          <p15:clr>
            <a:srgbClr val="F26B43"/>
          </p15:clr>
        </p15:guide>
        <p15:guide id="11" orient="horz" pos="4104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">
            <a:extLst>
              <a:ext uri="{FF2B5EF4-FFF2-40B4-BE49-F238E27FC236}">
                <a16:creationId xmlns:a16="http://schemas.microsoft.com/office/drawing/2014/main" id="{881C4C4E-EEEF-442A-AE3B-63C7E062F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136257"/>
            <a:ext cx="84582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Title goes here</a:t>
            </a:r>
          </a:p>
        </p:txBody>
      </p:sp>
      <p:sp>
        <p:nvSpPr>
          <p:cNvPr id="5" name="Text Placeholder">
            <a:extLst>
              <a:ext uri="{FF2B5EF4-FFF2-40B4-BE49-F238E27FC236}">
                <a16:creationId xmlns:a16="http://schemas.microsoft.com/office/drawing/2014/main" id="{4F2C87DD-ADFA-433D-B7C8-4E9E42BC9E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2900" y="1273877"/>
            <a:ext cx="8458200" cy="49443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MGH Yellow Line">
            <a:extLst>
              <a:ext uri="{FF2B5EF4-FFF2-40B4-BE49-F238E27FC236}">
                <a16:creationId xmlns:a16="http://schemas.microsoft.com/office/drawing/2014/main" id="{86E6E250-D1F9-6444-A77C-4DC8C64A97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622319"/>
            <a:ext cx="9144000" cy="5459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Short Copyright">
            <a:extLst>
              <a:ext uri="{FF2B5EF4-FFF2-40B4-BE49-F238E27FC236}">
                <a16:creationId xmlns:a16="http://schemas.microsoft.com/office/drawing/2014/main" id="{36838A37-515E-4F5C-BF9F-CE51891A9C27}"/>
              </a:ext>
            </a:extLst>
          </p:cNvPr>
          <p:cNvSpPr txBox="1"/>
          <p:nvPr userDrawn="1"/>
        </p:nvSpPr>
        <p:spPr>
          <a:xfrm>
            <a:off x="215658" y="6664280"/>
            <a:ext cx="1233578" cy="215444"/>
          </a:xfrm>
          <a:prstGeom prst="rect">
            <a:avLst/>
          </a:prstGeom>
          <a:noFill/>
        </p:spPr>
        <p:txBody>
          <a:bodyPr wrap="square" lIns="45720" rIns="45720" rtlCol="0" anchor="ctr">
            <a:spAutoFit/>
          </a:bodyPr>
          <a:lstStyle/>
          <a:p>
            <a:r>
              <a:rPr lang="en-US" sz="800" b="0" dirty="0">
                <a:solidFill>
                  <a:schemeClr val="tx1"/>
                </a:solidFill>
              </a:rPr>
              <a:t>© McGraw Hill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E14E55-7953-4C3C-81FD-F2FC44310182}"/>
              </a:ext>
            </a:extLst>
          </p:cNvPr>
          <p:cNvSpPr txBox="1"/>
          <p:nvPr userDrawn="1"/>
        </p:nvSpPr>
        <p:spPr>
          <a:xfrm>
            <a:off x="8631382" y="6639647"/>
            <a:ext cx="36021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53864CA9-ADCA-4554-9432-EA4A2FB55A34}" type="slidenum">
              <a:rPr lang="en-US" sz="1000" smtClean="0">
                <a:solidFill>
                  <a:schemeClr val="tx1"/>
                </a:solidFill>
                <a:latin typeface="+mn-lt"/>
                <a:ea typeface="MS PGothic" pitchFamily="34" charset="-128"/>
              </a:rPr>
              <a:pPr algn="r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sz="1000" dirty="0">
              <a:solidFill>
                <a:schemeClr val="tx1"/>
              </a:solidFill>
              <a:latin typeface="+mn-lt"/>
              <a:ea typeface="MS PGothic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815647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9" r:id="rId3"/>
    <p:sldLayoutId id="2147483695" r:id="rId4"/>
    <p:sldLayoutId id="2147483696" r:id="rId5"/>
    <p:sldLayoutId id="2147483697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Tx/>
        <a:buFont typeface="Arial" panose="020B0604020202020204" pitchFamily="34" charset="0"/>
        <a:buNone/>
        <a:tabLst/>
        <a:defRPr sz="2800" kern="1200">
          <a:solidFill>
            <a:schemeClr val="tx2"/>
          </a:solidFill>
          <a:latin typeface="+mn-lt"/>
          <a:ea typeface="+mn-ea"/>
          <a:cs typeface="+mn-cs"/>
        </a:defRPr>
      </a:lvl1pPr>
      <a:lvl2pPr marL="344488" indent="-342900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ClrTx/>
        <a:buFont typeface="Arial" panose="020B0604020202020204" pitchFamily="34" charset="0"/>
        <a:buChar char="•"/>
        <a:defRPr sz="2600" kern="1200">
          <a:solidFill>
            <a:schemeClr val="tx2"/>
          </a:solidFill>
          <a:latin typeface="+mn-lt"/>
          <a:ea typeface="+mn-ea"/>
          <a:cs typeface="+mn-cs"/>
        </a:defRPr>
      </a:lvl2pPr>
      <a:lvl3pPr marL="517525" indent="-285750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3pPr>
      <a:lvl4pPr marL="741363" indent="-285750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971550" indent="-28575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orient="horz" pos="192">
          <p15:clr>
            <a:srgbClr val="F26B43"/>
          </p15:clr>
        </p15:guide>
        <p15:guide id="6" pos="216">
          <p15:clr>
            <a:srgbClr val="F26B43"/>
          </p15:clr>
        </p15:guide>
        <p15:guide id="7" pos="5544">
          <p15:clr>
            <a:srgbClr val="F26B43"/>
          </p15:clr>
        </p15:guide>
        <p15:guide id="9" orient="horz" pos="4211">
          <p15:clr>
            <a:srgbClr val="F26B43"/>
          </p15:clr>
        </p15:guide>
        <p15:guide id="10" orient="horz" pos="624" userDrawn="1">
          <p15:clr>
            <a:srgbClr val="F26B43"/>
          </p15:clr>
        </p15:guide>
        <p15:guide id="11" orient="horz" pos="4104">
          <p15:clr>
            <a:srgbClr val="F26B43"/>
          </p15:clr>
        </p15:guide>
        <p15:guide id="12" orient="horz" pos="864" userDrawn="1">
          <p15:clr>
            <a:srgbClr val="F26B43"/>
          </p15:clr>
        </p15:guide>
        <p15:guide id="13" orient="horz" pos="360" userDrawn="1">
          <p15:clr>
            <a:srgbClr val="F26B43"/>
          </p15:clr>
        </p15:guide>
        <p15:guide id="14" orient="horz" pos="3936" userDrawn="1">
          <p15:clr>
            <a:srgbClr val="F26B43"/>
          </p15:clr>
        </p15:guide>
        <p15:guide id="15" pos="984" userDrawn="1">
          <p15:clr>
            <a:srgbClr val="F26B43"/>
          </p15:clr>
        </p15:guide>
        <p15:guide id="16" pos="5376" userDrawn="1">
          <p15:clr>
            <a:srgbClr val="F26B43"/>
          </p15:clr>
        </p15:guide>
        <p15:guide id="17" pos="264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0" y="6495691"/>
            <a:ext cx="9144000" cy="3623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Add long copyright line here</a:t>
            </a:r>
          </a:p>
        </p:txBody>
      </p:sp>
      <p:sp>
        <p:nvSpPr>
          <p:cNvPr id="6" name="MGH Yellow Line">
            <a:extLst>
              <a:ext uri="{FF2B5EF4-FFF2-40B4-BE49-F238E27FC236}">
                <a16:creationId xmlns:a16="http://schemas.microsoft.com/office/drawing/2014/main" id="{F20163A4-4644-4B17-9C8A-EF42A9923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32547"/>
            <a:ext cx="9144000" cy="5459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79981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704" r:id="rId2"/>
    <p:sldLayoutId id="2147483705" r:id="rId3"/>
  </p:sldLayoutIdLst>
  <p:hf hd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1600" b="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marR="0" indent="0" algn="ctr" defTabSz="914400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230188" indent="-228600" algn="l" defTabSz="914400" rtl="0" eaLnBrk="1" latinLnBrk="0" hangingPunct="1">
        <a:lnSpc>
          <a:spcPct val="100000"/>
        </a:lnSpc>
        <a:spcBef>
          <a:spcPts val="800"/>
        </a:spcBef>
        <a:buClrTx/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460375" indent="-22860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455613" indent="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685800" indent="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60">
          <p15:clr>
            <a:srgbClr val="F26B43"/>
          </p15:clr>
        </p15:guide>
        <p15:guide id="2" orient="horz" pos="192">
          <p15:clr>
            <a:srgbClr val="F26B43"/>
          </p15:clr>
        </p15:guide>
        <p15:guide id="5" pos="2112" userDrawn="1">
          <p15:clr>
            <a:srgbClr val="F26B43"/>
          </p15:clr>
        </p15:guide>
        <p15:guide id="6" pos="216">
          <p15:clr>
            <a:srgbClr val="F26B43"/>
          </p15:clr>
        </p15:guide>
        <p15:guide id="7" pos="5544">
          <p15:clr>
            <a:srgbClr val="F26B43"/>
          </p15:clr>
        </p15:guide>
        <p15:guide id="9" orient="horz" pos="4211">
          <p15:clr>
            <a:srgbClr val="F26B43"/>
          </p15:clr>
        </p15:guide>
        <p15:guide id="10" orient="horz" pos="624" userDrawn="1">
          <p15:clr>
            <a:srgbClr val="F26B43"/>
          </p15:clr>
        </p15:guide>
        <p15:guide id="11" orient="horz" pos="4104">
          <p15:clr>
            <a:srgbClr val="F26B43"/>
          </p15:clr>
        </p15:guide>
        <p15:guide id="12" orient="horz" pos="2160" userDrawn="1">
          <p15:clr>
            <a:srgbClr val="F26B43"/>
          </p15:clr>
        </p15:guide>
        <p15:guide id="13" pos="3648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">
            <a:extLst>
              <a:ext uri="{FF2B5EF4-FFF2-40B4-BE49-F238E27FC236}">
                <a16:creationId xmlns:a16="http://schemas.microsoft.com/office/drawing/2014/main" id="{BEB99B55-73FB-42B4-93ED-C5E818675C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2901" y="1976546"/>
            <a:ext cx="6480593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Slide Content</a:t>
            </a:r>
          </a:p>
          <a:p>
            <a:pPr lvl="2"/>
            <a:r>
              <a:rPr lang="en-US" dirty="0"/>
              <a:t>Second level</a:t>
            </a:r>
          </a:p>
          <a:p>
            <a:pPr lvl="3"/>
            <a:r>
              <a:rPr lang="en-US" dirty="0"/>
              <a:t>Third level</a:t>
            </a:r>
          </a:p>
        </p:txBody>
      </p:sp>
      <p:sp>
        <p:nvSpPr>
          <p:cNvPr id="8" name="MGH Yellow Line">
            <a:extLst>
              <a:ext uri="{FF2B5EF4-FFF2-40B4-BE49-F238E27FC236}">
                <a16:creationId xmlns:a16="http://schemas.microsoft.com/office/drawing/2014/main" id="{86E6E250-D1F9-6444-A77C-4DC8C64A97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622319"/>
            <a:ext cx="9144000" cy="5459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Short Copyright">
            <a:extLst>
              <a:ext uri="{FF2B5EF4-FFF2-40B4-BE49-F238E27FC236}">
                <a16:creationId xmlns:a16="http://schemas.microsoft.com/office/drawing/2014/main" id="{36838A37-515E-4F5C-BF9F-CE51891A9C27}"/>
              </a:ext>
            </a:extLst>
          </p:cNvPr>
          <p:cNvSpPr txBox="1"/>
          <p:nvPr userDrawn="1"/>
        </p:nvSpPr>
        <p:spPr>
          <a:xfrm>
            <a:off x="224279" y="6660234"/>
            <a:ext cx="1285344" cy="215444"/>
          </a:xfrm>
          <a:prstGeom prst="rect">
            <a:avLst/>
          </a:prstGeom>
          <a:noFill/>
        </p:spPr>
        <p:txBody>
          <a:bodyPr wrap="square" lIns="45720" rIns="45720" rtlCol="0" anchor="ctr">
            <a:spAutoFit/>
          </a:bodyPr>
          <a:lstStyle/>
          <a:p>
            <a:r>
              <a:rPr lang="en-US" sz="800" b="0" dirty="0">
                <a:solidFill>
                  <a:schemeClr val="tx1"/>
                </a:solidFill>
              </a:rPr>
              <a:t>© McGraw Hill</a:t>
            </a:r>
          </a:p>
        </p:txBody>
      </p:sp>
      <p:grpSp>
        <p:nvGrpSpPr>
          <p:cNvPr id="6" name="MGH Shape">
            <a:extLst>
              <a:ext uri="{FF2B5EF4-FFF2-40B4-BE49-F238E27FC236}">
                <a16:creationId xmlns:a16="http://schemas.microsoft.com/office/drawing/2014/main" id="{B719ECBD-8119-4217-9D58-2638FA4365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622742" y="0"/>
            <a:ext cx="2521258" cy="6623843"/>
            <a:chOff x="3491346" y="0"/>
            <a:chExt cx="2508933" cy="6367263"/>
          </a:xfrm>
        </p:grpSpPr>
        <p:sp>
          <p:nvSpPr>
            <p:cNvPr id="9" name="Freeform 11">
              <a:extLst>
                <a:ext uri="{FF2B5EF4-FFF2-40B4-BE49-F238E27FC236}">
                  <a16:creationId xmlns:a16="http://schemas.microsoft.com/office/drawing/2014/main" id="{FCAD01AC-30CD-4728-B0FD-543493B2CE55}"/>
                </a:ext>
              </a:extLst>
            </p:cNvPr>
            <p:cNvSpPr/>
            <p:nvPr/>
          </p:nvSpPr>
          <p:spPr>
            <a:xfrm rot="10800000">
              <a:off x="5468761" y="1352709"/>
              <a:ext cx="531517" cy="1821241"/>
            </a:xfrm>
            <a:custGeom>
              <a:avLst/>
              <a:gdLst>
                <a:gd name="connsiteX0" fmla="*/ 0 w 531517"/>
                <a:gd name="connsiteY0" fmla="*/ 1821241 h 1821241"/>
                <a:gd name="connsiteX1" fmla="*/ 0 w 531517"/>
                <a:gd name="connsiteY1" fmla="*/ 0 h 1821241"/>
                <a:gd name="connsiteX2" fmla="*/ 531517 w 531517"/>
                <a:gd name="connsiteY2" fmla="*/ 672400 h 1821241"/>
                <a:gd name="connsiteX3" fmla="*/ 0 w 531517"/>
                <a:gd name="connsiteY3" fmla="*/ 1821241 h 18212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1517" h="1821241">
                  <a:moveTo>
                    <a:pt x="0" y="1821241"/>
                  </a:moveTo>
                  <a:lnTo>
                    <a:pt x="0" y="0"/>
                  </a:lnTo>
                  <a:lnTo>
                    <a:pt x="531517" y="672400"/>
                  </a:lnTo>
                  <a:lnTo>
                    <a:pt x="0" y="1821241"/>
                  </a:lnTo>
                  <a:close/>
                </a:path>
              </a:pathLst>
            </a:custGeom>
            <a:solidFill>
              <a:srgbClr val="9F22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0" name="Freeform 12">
              <a:extLst>
                <a:ext uri="{FF2B5EF4-FFF2-40B4-BE49-F238E27FC236}">
                  <a16:creationId xmlns:a16="http://schemas.microsoft.com/office/drawing/2014/main" id="{9A51DD71-B849-456F-A479-25728C0B26F4}"/>
                </a:ext>
              </a:extLst>
            </p:cNvPr>
            <p:cNvSpPr/>
            <p:nvPr/>
          </p:nvSpPr>
          <p:spPr>
            <a:xfrm rot="10800000">
              <a:off x="3491346" y="0"/>
              <a:ext cx="2508932" cy="2501550"/>
            </a:xfrm>
            <a:custGeom>
              <a:avLst/>
              <a:gdLst>
                <a:gd name="connsiteX0" fmla="*/ 2508932 w 2508932"/>
                <a:gd name="connsiteY0" fmla="*/ 2501550 h 2501550"/>
                <a:gd name="connsiteX1" fmla="*/ 0 w 2508932"/>
                <a:gd name="connsiteY1" fmla="*/ 2501550 h 2501550"/>
                <a:gd name="connsiteX2" fmla="*/ 0 w 2508932"/>
                <a:gd name="connsiteY2" fmla="*/ 1148841 h 2501550"/>
                <a:gd name="connsiteX3" fmla="*/ 531517 w 2508932"/>
                <a:gd name="connsiteY3" fmla="*/ 0 h 2501550"/>
                <a:gd name="connsiteX4" fmla="*/ 2508932 w 2508932"/>
                <a:gd name="connsiteY4" fmla="*/ 2501550 h 2501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08932" h="2501550">
                  <a:moveTo>
                    <a:pt x="2508932" y="2501550"/>
                  </a:moveTo>
                  <a:lnTo>
                    <a:pt x="0" y="2501550"/>
                  </a:lnTo>
                  <a:lnTo>
                    <a:pt x="0" y="1148841"/>
                  </a:lnTo>
                  <a:lnTo>
                    <a:pt x="531517" y="0"/>
                  </a:lnTo>
                  <a:lnTo>
                    <a:pt x="2508932" y="2501550"/>
                  </a:lnTo>
                  <a:close/>
                </a:path>
              </a:pathLst>
            </a:custGeom>
            <a:solidFill>
              <a:srgbClr val="E2DF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1" name="Freeform 13">
              <a:extLst>
                <a:ext uri="{FF2B5EF4-FFF2-40B4-BE49-F238E27FC236}">
                  <a16:creationId xmlns:a16="http://schemas.microsoft.com/office/drawing/2014/main" id="{CE349BEA-4244-4589-91D3-1DECC6AB1E90}"/>
                </a:ext>
              </a:extLst>
            </p:cNvPr>
            <p:cNvSpPr/>
            <p:nvPr/>
          </p:nvSpPr>
          <p:spPr>
            <a:xfrm rot="10800000">
              <a:off x="3680272" y="1352707"/>
              <a:ext cx="2320007" cy="5014556"/>
            </a:xfrm>
            <a:custGeom>
              <a:avLst/>
              <a:gdLst>
                <a:gd name="connsiteX0" fmla="*/ 0 w 2320007"/>
                <a:gd name="connsiteY0" fmla="*/ 5014556 h 5014556"/>
                <a:gd name="connsiteX1" fmla="*/ 0 w 2320007"/>
                <a:gd name="connsiteY1" fmla="*/ 0 h 5014556"/>
                <a:gd name="connsiteX2" fmla="*/ 2320007 w 2320007"/>
                <a:gd name="connsiteY2" fmla="*/ 0 h 5014556"/>
                <a:gd name="connsiteX3" fmla="*/ 531518 w 2320007"/>
                <a:gd name="connsiteY3" fmla="*/ 3865713 h 5014556"/>
                <a:gd name="connsiteX4" fmla="*/ 1 w 2320007"/>
                <a:gd name="connsiteY4" fmla="*/ 3193313 h 5014556"/>
                <a:gd name="connsiteX5" fmla="*/ 1 w 2320007"/>
                <a:gd name="connsiteY5" fmla="*/ 5014554 h 5014556"/>
                <a:gd name="connsiteX6" fmla="*/ 0 w 2320007"/>
                <a:gd name="connsiteY6" fmla="*/ 5014556 h 5014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20007" h="5014556">
                  <a:moveTo>
                    <a:pt x="0" y="5014556"/>
                  </a:moveTo>
                  <a:lnTo>
                    <a:pt x="0" y="0"/>
                  </a:lnTo>
                  <a:lnTo>
                    <a:pt x="2320007" y="0"/>
                  </a:lnTo>
                  <a:lnTo>
                    <a:pt x="531518" y="3865713"/>
                  </a:lnTo>
                  <a:lnTo>
                    <a:pt x="1" y="3193313"/>
                  </a:lnTo>
                  <a:lnTo>
                    <a:pt x="1" y="5014554"/>
                  </a:lnTo>
                  <a:lnTo>
                    <a:pt x="0" y="50145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2"/>
                </a:solidFill>
              </a:endParaRPr>
            </a:p>
          </p:txBody>
        </p:sp>
      </p:grpSp>
      <p:sp>
        <p:nvSpPr>
          <p:cNvPr id="13" name="Title Placeholder">
            <a:extLst>
              <a:ext uri="{FF2B5EF4-FFF2-40B4-BE49-F238E27FC236}">
                <a16:creationId xmlns:a16="http://schemas.microsoft.com/office/drawing/2014/main" id="{34622483-C344-43F3-82BE-D7AE2DFFF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136257"/>
            <a:ext cx="6073803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Title goes here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5A6DDF3-C50B-48E9-8C73-044D29A7735E}"/>
              </a:ext>
            </a:extLst>
          </p:cNvPr>
          <p:cNvSpPr txBox="1"/>
          <p:nvPr userDrawn="1"/>
        </p:nvSpPr>
        <p:spPr>
          <a:xfrm>
            <a:off x="8631382" y="6639647"/>
            <a:ext cx="36021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53864CA9-ADCA-4554-9432-EA4A2FB55A34}" type="slidenum">
              <a:rPr lang="en-US" sz="1000" smtClean="0">
                <a:solidFill>
                  <a:schemeClr val="tx1"/>
                </a:solidFill>
                <a:latin typeface="+mn-lt"/>
                <a:ea typeface="MS PGothic" pitchFamily="34" charset="-128"/>
              </a:rPr>
              <a:pPr algn="r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sz="1000" dirty="0">
              <a:solidFill>
                <a:schemeClr val="tx1"/>
              </a:solidFill>
              <a:latin typeface="+mn-lt"/>
              <a:ea typeface="MS PGothic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905580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8" r:id="rId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 panose="020B0604020202020204" pitchFamily="34" charset="0"/>
        <a:buNone/>
        <a:tabLst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1588" indent="0" algn="l" defTabSz="914400" rtl="0" eaLnBrk="1" latinLnBrk="0" hangingPunct="1">
        <a:lnSpc>
          <a:spcPct val="100000"/>
        </a:lnSpc>
        <a:spcBef>
          <a:spcPts val="800"/>
        </a:spcBef>
        <a:buClrTx/>
        <a:buFont typeface="Arial" panose="020B0604020202020204" pitchFamily="34" charset="0"/>
        <a:buNone/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517525" indent="-28575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741363" indent="-28575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685800" indent="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60">
          <p15:clr>
            <a:srgbClr val="F26B43"/>
          </p15:clr>
        </p15:guide>
        <p15:guide id="2" orient="horz" pos="192">
          <p15:clr>
            <a:srgbClr val="F26B43"/>
          </p15:clr>
        </p15:guide>
        <p15:guide id="5" pos="5544" userDrawn="1">
          <p15:clr>
            <a:srgbClr val="F26B43"/>
          </p15:clr>
        </p15:guide>
        <p15:guide id="6" pos="216">
          <p15:clr>
            <a:srgbClr val="F26B43"/>
          </p15:clr>
        </p15:guide>
        <p15:guide id="7" pos="4296" userDrawn="1">
          <p15:clr>
            <a:srgbClr val="F26B43"/>
          </p15:clr>
        </p15:guide>
        <p15:guide id="9" orient="horz" pos="4211">
          <p15:clr>
            <a:srgbClr val="F26B43"/>
          </p15:clr>
        </p15:guide>
        <p15:guide id="10" orient="horz" pos="1248" userDrawn="1">
          <p15:clr>
            <a:srgbClr val="F26B43"/>
          </p15:clr>
        </p15:guide>
        <p15:guide id="11" orient="horz" pos="3984" userDrawn="1">
          <p15:clr>
            <a:srgbClr val="F26B43"/>
          </p15:clr>
        </p15:guide>
        <p15:guide id="12" orient="horz" pos="1656" userDrawn="1">
          <p15:clr>
            <a:srgbClr val="F26B43"/>
          </p15:clr>
        </p15:guide>
        <p15:guide id="13" pos="2980">
          <p15:clr>
            <a:srgbClr val="F26B43"/>
          </p15:clr>
        </p15:guide>
        <p15:guide id="14" orient="horz" pos="2260" userDrawn="1">
          <p15:clr>
            <a:srgbClr val="F26B43"/>
          </p15:clr>
        </p15:guide>
        <p15:guide id="15" pos="264" userDrawn="1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">
            <a:extLst>
              <a:ext uri="{FF2B5EF4-FFF2-40B4-BE49-F238E27FC236}">
                <a16:creationId xmlns:a16="http://schemas.microsoft.com/office/drawing/2014/main" id="{881C4C4E-EEEF-442A-AE3B-63C7E062F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136257"/>
            <a:ext cx="84582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Title goes here</a:t>
            </a:r>
          </a:p>
        </p:txBody>
      </p:sp>
      <p:sp>
        <p:nvSpPr>
          <p:cNvPr id="5" name="Text Placeholder">
            <a:extLst>
              <a:ext uri="{FF2B5EF4-FFF2-40B4-BE49-F238E27FC236}">
                <a16:creationId xmlns:a16="http://schemas.microsoft.com/office/drawing/2014/main" id="{4F2C87DD-ADFA-433D-B7C8-4E9E42BC9E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2900" y="1371599"/>
            <a:ext cx="8458200" cy="4876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MGH Yellow Line">
            <a:extLst>
              <a:ext uri="{FF2B5EF4-FFF2-40B4-BE49-F238E27FC236}">
                <a16:creationId xmlns:a16="http://schemas.microsoft.com/office/drawing/2014/main" id="{86E6E250-D1F9-6444-A77C-4DC8C64A97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622319"/>
            <a:ext cx="9144000" cy="5459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Short Copyright">
            <a:extLst>
              <a:ext uri="{FF2B5EF4-FFF2-40B4-BE49-F238E27FC236}">
                <a16:creationId xmlns:a16="http://schemas.microsoft.com/office/drawing/2014/main" id="{36838A37-515E-4F5C-BF9F-CE51891A9C27}"/>
              </a:ext>
            </a:extLst>
          </p:cNvPr>
          <p:cNvSpPr txBox="1"/>
          <p:nvPr userDrawn="1"/>
        </p:nvSpPr>
        <p:spPr>
          <a:xfrm>
            <a:off x="215658" y="6664280"/>
            <a:ext cx="1233578" cy="215444"/>
          </a:xfrm>
          <a:prstGeom prst="rect">
            <a:avLst/>
          </a:prstGeom>
          <a:noFill/>
        </p:spPr>
        <p:txBody>
          <a:bodyPr wrap="square" lIns="45720" rIns="45720" rtlCol="0" anchor="ctr">
            <a:spAutoFit/>
          </a:bodyPr>
          <a:lstStyle/>
          <a:p>
            <a:r>
              <a:rPr lang="en-US" sz="800" b="0" dirty="0">
                <a:solidFill>
                  <a:schemeClr val="tx1"/>
                </a:solidFill>
              </a:rPr>
              <a:t>© McGraw Hill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9CEB9B-393C-4D35-B8DE-B952B1F73083}"/>
              </a:ext>
            </a:extLst>
          </p:cNvPr>
          <p:cNvSpPr txBox="1"/>
          <p:nvPr userDrawn="1"/>
        </p:nvSpPr>
        <p:spPr>
          <a:xfrm>
            <a:off x="8631382" y="6639647"/>
            <a:ext cx="36021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53864CA9-ADCA-4554-9432-EA4A2FB55A34}" type="slidenum">
              <a:rPr lang="en-US" sz="1000" smtClean="0">
                <a:solidFill>
                  <a:schemeClr val="tx1"/>
                </a:solidFill>
                <a:latin typeface="+mn-lt"/>
                <a:ea typeface="MS PGothic" pitchFamily="34" charset="-128"/>
              </a:rPr>
              <a:pPr algn="r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sz="1000" dirty="0">
              <a:solidFill>
                <a:schemeClr val="tx1"/>
              </a:solidFill>
              <a:latin typeface="+mn-lt"/>
              <a:ea typeface="MS PGothic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24093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Tx/>
        <a:buFont typeface="Arial" panose="020B0604020202020204" pitchFamily="34" charset="0"/>
        <a:buNone/>
        <a:tabLst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344488" indent="-342900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ClrTx/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517525" indent="-285750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741363" indent="-285750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971550" indent="-28575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orient="horz" pos="192">
          <p15:clr>
            <a:srgbClr val="F26B43"/>
          </p15:clr>
        </p15:guide>
        <p15:guide id="6" pos="216">
          <p15:clr>
            <a:srgbClr val="F26B43"/>
          </p15:clr>
        </p15:guide>
        <p15:guide id="7" pos="5544">
          <p15:clr>
            <a:srgbClr val="F26B43"/>
          </p15:clr>
        </p15:guide>
        <p15:guide id="9" orient="horz" pos="4211">
          <p15:clr>
            <a:srgbClr val="F26B43"/>
          </p15:clr>
        </p15:guide>
        <p15:guide id="10" orient="horz" pos="624">
          <p15:clr>
            <a:srgbClr val="F26B43"/>
          </p15:clr>
        </p15:guide>
        <p15:guide id="11" orient="horz" pos="4104">
          <p15:clr>
            <a:srgbClr val="F26B43"/>
          </p15:clr>
        </p15:guide>
        <p15:guide id="12" orient="horz" pos="864">
          <p15:clr>
            <a:srgbClr val="F26B43"/>
          </p15:clr>
        </p15:guide>
        <p15:guide id="13" orient="horz" pos="360">
          <p15:clr>
            <a:srgbClr val="F26B43"/>
          </p15:clr>
        </p15:guide>
        <p15:guide id="14" orient="horz" pos="3936">
          <p15:clr>
            <a:srgbClr val="F26B43"/>
          </p15:clr>
        </p15:guide>
        <p15:guide id="15" pos="984">
          <p15:clr>
            <a:srgbClr val="F26B43"/>
          </p15:clr>
        </p15:guide>
        <p15:guide id="16" pos="5376">
          <p15:clr>
            <a:srgbClr val="F26B43"/>
          </p15:clr>
        </p15:guide>
        <p15:guide id="17" pos="2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.png"/><Relationship Id="rId4" Type="http://schemas.openxmlformats.org/officeDocument/2006/relationships/image" Target="../media/image4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.png"/><Relationship Id="rId4" Type="http://schemas.openxmlformats.org/officeDocument/2006/relationships/image" Target="../media/image6.wm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image" Target="../media/image24.png"/><Relationship Id="rId18" Type="http://schemas.openxmlformats.org/officeDocument/2006/relationships/customXml" Target="../ink/ink10.xml"/><Relationship Id="rId3" Type="http://schemas.openxmlformats.org/officeDocument/2006/relationships/image" Target="../media/image19.png"/><Relationship Id="rId7" Type="http://schemas.openxmlformats.org/officeDocument/2006/relationships/image" Target="../media/image21.png"/><Relationship Id="rId12" Type="http://schemas.openxmlformats.org/officeDocument/2006/relationships/image" Target="../media/image18.png"/><Relationship Id="rId17" Type="http://schemas.openxmlformats.org/officeDocument/2006/relationships/customXml" Target="../ink/ink9.xml"/><Relationship Id="rId2" Type="http://schemas.openxmlformats.org/officeDocument/2006/relationships/customXml" Target="../ink/ink1.xml"/><Relationship Id="rId16" Type="http://schemas.openxmlformats.org/officeDocument/2006/relationships/customXml" Target="../ink/ink8.xml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3.xml"/><Relationship Id="rId11" Type="http://schemas.openxmlformats.org/officeDocument/2006/relationships/image" Target="../media/image23.png"/><Relationship Id="rId5" Type="http://schemas.openxmlformats.org/officeDocument/2006/relationships/image" Target="../media/image20.png"/><Relationship Id="rId15" Type="http://schemas.openxmlformats.org/officeDocument/2006/relationships/customXml" Target="../ink/ink7.xml"/><Relationship Id="rId10" Type="http://schemas.openxmlformats.org/officeDocument/2006/relationships/customXml" Target="../ink/ink5.xml"/><Relationship Id="rId4" Type="http://schemas.openxmlformats.org/officeDocument/2006/relationships/customXml" Target="../ink/ink2.xml"/><Relationship Id="rId9" Type="http://schemas.openxmlformats.org/officeDocument/2006/relationships/image" Target="../media/image22.png"/><Relationship Id="rId14" Type="http://schemas.openxmlformats.org/officeDocument/2006/relationships/customXml" Target="../ink/ink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5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wmf"/><Relationship Id="rId7" Type="http://schemas.openxmlformats.org/officeDocument/2006/relationships/image" Target="../media/image43.png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6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jpeg"/><Relationship Id="rId2" Type="http://schemas.openxmlformats.org/officeDocument/2006/relationships/image" Target="../media/image62.jpe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7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jpe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6" Type="http://schemas.openxmlformats.org/officeDocument/2006/relationships/customXml" Target="../ink/ink22.xml"/><Relationship Id="rId21" Type="http://schemas.openxmlformats.org/officeDocument/2006/relationships/image" Target="../media/image81.png"/><Relationship Id="rId42" Type="http://schemas.openxmlformats.org/officeDocument/2006/relationships/customXml" Target="../ink/ink30.xml"/><Relationship Id="rId47" Type="http://schemas.openxmlformats.org/officeDocument/2006/relationships/image" Target="../media/image94.png"/><Relationship Id="rId63" Type="http://schemas.openxmlformats.org/officeDocument/2006/relationships/image" Target="../media/image102.png"/><Relationship Id="rId68" Type="http://schemas.openxmlformats.org/officeDocument/2006/relationships/customXml" Target="../ink/ink43.xml"/><Relationship Id="rId84" Type="http://schemas.openxmlformats.org/officeDocument/2006/relationships/customXml" Target="../ink/ink51.xml"/><Relationship Id="rId89" Type="http://schemas.openxmlformats.org/officeDocument/2006/relationships/image" Target="../media/image115.png"/><Relationship Id="rId16" Type="http://schemas.openxmlformats.org/officeDocument/2006/relationships/customXml" Target="../ink/ink17.xml"/><Relationship Id="rId11" Type="http://schemas.openxmlformats.org/officeDocument/2006/relationships/image" Target="../media/image76.png"/><Relationship Id="rId32" Type="http://schemas.openxmlformats.org/officeDocument/2006/relationships/customXml" Target="../ink/ink25.xml"/><Relationship Id="rId37" Type="http://schemas.openxmlformats.org/officeDocument/2006/relationships/image" Target="../media/image89.png"/><Relationship Id="rId53" Type="http://schemas.openxmlformats.org/officeDocument/2006/relationships/image" Target="../media/image97.png"/><Relationship Id="rId58" Type="http://schemas.openxmlformats.org/officeDocument/2006/relationships/customXml" Target="../ink/ink38.xml"/><Relationship Id="rId74" Type="http://schemas.openxmlformats.org/officeDocument/2006/relationships/customXml" Target="../ink/ink46.xml"/><Relationship Id="rId79" Type="http://schemas.openxmlformats.org/officeDocument/2006/relationships/image" Target="../media/image110.png"/><Relationship Id="rId5" Type="http://schemas.openxmlformats.org/officeDocument/2006/relationships/image" Target="../media/image73.png"/><Relationship Id="rId90" Type="http://schemas.openxmlformats.org/officeDocument/2006/relationships/customXml" Target="../ink/ink54.xml"/><Relationship Id="rId95" Type="http://schemas.openxmlformats.org/officeDocument/2006/relationships/image" Target="../media/image118.png"/><Relationship Id="rId22" Type="http://schemas.openxmlformats.org/officeDocument/2006/relationships/customXml" Target="../ink/ink20.xml"/><Relationship Id="rId27" Type="http://schemas.openxmlformats.org/officeDocument/2006/relationships/image" Target="../media/image84.png"/><Relationship Id="rId43" Type="http://schemas.openxmlformats.org/officeDocument/2006/relationships/image" Target="../media/image92.png"/><Relationship Id="rId48" Type="http://schemas.openxmlformats.org/officeDocument/2006/relationships/customXml" Target="../ink/ink33.xml"/><Relationship Id="rId64" Type="http://schemas.openxmlformats.org/officeDocument/2006/relationships/customXml" Target="../ink/ink41.xml"/><Relationship Id="rId69" Type="http://schemas.openxmlformats.org/officeDocument/2006/relationships/image" Target="../media/image105.png"/><Relationship Id="rId80" Type="http://schemas.openxmlformats.org/officeDocument/2006/relationships/customXml" Target="../ink/ink49.xml"/><Relationship Id="rId85" Type="http://schemas.openxmlformats.org/officeDocument/2006/relationships/image" Target="../media/image113.png"/><Relationship Id="rId3" Type="http://schemas.openxmlformats.org/officeDocument/2006/relationships/image" Target="../media/image71.png"/><Relationship Id="rId12" Type="http://schemas.openxmlformats.org/officeDocument/2006/relationships/customXml" Target="../ink/ink15.xml"/><Relationship Id="rId17" Type="http://schemas.openxmlformats.org/officeDocument/2006/relationships/image" Target="../media/image79.png"/><Relationship Id="rId25" Type="http://schemas.openxmlformats.org/officeDocument/2006/relationships/image" Target="../media/image83.png"/><Relationship Id="rId33" Type="http://schemas.openxmlformats.org/officeDocument/2006/relationships/image" Target="../media/image87.png"/><Relationship Id="rId38" Type="http://schemas.openxmlformats.org/officeDocument/2006/relationships/customXml" Target="../ink/ink28.xml"/><Relationship Id="rId46" Type="http://schemas.openxmlformats.org/officeDocument/2006/relationships/customXml" Target="../ink/ink32.xml"/><Relationship Id="rId59" Type="http://schemas.openxmlformats.org/officeDocument/2006/relationships/image" Target="../media/image100.png"/><Relationship Id="rId67" Type="http://schemas.openxmlformats.org/officeDocument/2006/relationships/image" Target="../media/image104.png"/><Relationship Id="rId20" Type="http://schemas.openxmlformats.org/officeDocument/2006/relationships/customXml" Target="../ink/ink19.xml"/><Relationship Id="rId41" Type="http://schemas.openxmlformats.org/officeDocument/2006/relationships/image" Target="../media/image91.png"/><Relationship Id="rId54" Type="http://schemas.openxmlformats.org/officeDocument/2006/relationships/customXml" Target="../ink/ink36.xml"/><Relationship Id="rId62" Type="http://schemas.openxmlformats.org/officeDocument/2006/relationships/customXml" Target="../ink/ink40.xml"/><Relationship Id="rId70" Type="http://schemas.openxmlformats.org/officeDocument/2006/relationships/customXml" Target="../ink/ink44.xml"/><Relationship Id="rId75" Type="http://schemas.openxmlformats.org/officeDocument/2006/relationships/image" Target="../media/image108.png"/><Relationship Id="rId83" Type="http://schemas.openxmlformats.org/officeDocument/2006/relationships/image" Target="../media/image112.png"/><Relationship Id="rId88" Type="http://schemas.openxmlformats.org/officeDocument/2006/relationships/customXml" Target="../ink/ink53.xml"/><Relationship Id="rId91" Type="http://schemas.openxmlformats.org/officeDocument/2006/relationships/image" Target="../media/image116.png"/><Relationship Id="rId96" Type="http://schemas.openxmlformats.org/officeDocument/2006/relationships/customXml" Target="../ink/ink57.xml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12.xml"/><Relationship Id="rId15" Type="http://schemas.openxmlformats.org/officeDocument/2006/relationships/image" Target="../media/image78.png"/><Relationship Id="rId23" Type="http://schemas.openxmlformats.org/officeDocument/2006/relationships/image" Target="../media/image82.png"/><Relationship Id="rId28" Type="http://schemas.openxmlformats.org/officeDocument/2006/relationships/customXml" Target="../ink/ink23.xml"/><Relationship Id="rId36" Type="http://schemas.openxmlformats.org/officeDocument/2006/relationships/customXml" Target="../ink/ink27.xml"/><Relationship Id="rId49" Type="http://schemas.openxmlformats.org/officeDocument/2006/relationships/image" Target="../media/image95.png"/><Relationship Id="rId57" Type="http://schemas.openxmlformats.org/officeDocument/2006/relationships/image" Target="../media/image99.png"/><Relationship Id="rId10" Type="http://schemas.openxmlformats.org/officeDocument/2006/relationships/customXml" Target="../ink/ink14.xml"/><Relationship Id="rId31" Type="http://schemas.openxmlformats.org/officeDocument/2006/relationships/image" Target="../media/image86.png"/><Relationship Id="rId44" Type="http://schemas.openxmlformats.org/officeDocument/2006/relationships/customXml" Target="../ink/ink31.xml"/><Relationship Id="rId52" Type="http://schemas.openxmlformats.org/officeDocument/2006/relationships/customXml" Target="../ink/ink35.xml"/><Relationship Id="rId60" Type="http://schemas.openxmlformats.org/officeDocument/2006/relationships/customXml" Target="../ink/ink39.xml"/><Relationship Id="rId65" Type="http://schemas.openxmlformats.org/officeDocument/2006/relationships/image" Target="../media/image103.png"/><Relationship Id="rId73" Type="http://schemas.openxmlformats.org/officeDocument/2006/relationships/image" Target="../media/image107.png"/><Relationship Id="rId78" Type="http://schemas.openxmlformats.org/officeDocument/2006/relationships/customXml" Target="../ink/ink48.xml"/><Relationship Id="rId81" Type="http://schemas.openxmlformats.org/officeDocument/2006/relationships/image" Target="../media/image111.png"/><Relationship Id="rId86" Type="http://schemas.openxmlformats.org/officeDocument/2006/relationships/customXml" Target="../ink/ink52.xml"/><Relationship Id="rId94" Type="http://schemas.openxmlformats.org/officeDocument/2006/relationships/customXml" Target="../ink/ink56.xml"/><Relationship Id="rId99" Type="http://schemas.openxmlformats.org/officeDocument/2006/relationships/image" Target="../media/image120.png"/><Relationship Id="rId4" Type="http://schemas.openxmlformats.org/officeDocument/2006/relationships/customXml" Target="../ink/ink11.xml"/><Relationship Id="rId9" Type="http://schemas.openxmlformats.org/officeDocument/2006/relationships/image" Target="../media/image75.png"/><Relationship Id="rId13" Type="http://schemas.openxmlformats.org/officeDocument/2006/relationships/image" Target="../media/image77.png"/><Relationship Id="rId18" Type="http://schemas.openxmlformats.org/officeDocument/2006/relationships/customXml" Target="../ink/ink18.xml"/><Relationship Id="rId39" Type="http://schemas.openxmlformats.org/officeDocument/2006/relationships/image" Target="../media/image90.png"/><Relationship Id="rId34" Type="http://schemas.openxmlformats.org/officeDocument/2006/relationships/customXml" Target="../ink/ink26.xml"/><Relationship Id="rId50" Type="http://schemas.openxmlformats.org/officeDocument/2006/relationships/customXml" Target="../ink/ink34.xml"/><Relationship Id="rId55" Type="http://schemas.openxmlformats.org/officeDocument/2006/relationships/image" Target="../media/image98.png"/><Relationship Id="rId76" Type="http://schemas.openxmlformats.org/officeDocument/2006/relationships/customXml" Target="../ink/ink47.xml"/><Relationship Id="rId97" Type="http://schemas.openxmlformats.org/officeDocument/2006/relationships/image" Target="../media/image119.png"/><Relationship Id="rId7" Type="http://schemas.openxmlformats.org/officeDocument/2006/relationships/image" Target="../media/image74.png"/><Relationship Id="rId71" Type="http://schemas.openxmlformats.org/officeDocument/2006/relationships/image" Target="../media/image106.png"/><Relationship Id="rId92" Type="http://schemas.openxmlformats.org/officeDocument/2006/relationships/customXml" Target="../ink/ink55.xml"/><Relationship Id="rId2" Type="http://schemas.openxmlformats.org/officeDocument/2006/relationships/image" Target="../media/image70.png"/><Relationship Id="rId29" Type="http://schemas.openxmlformats.org/officeDocument/2006/relationships/image" Target="../media/image85.png"/><Relationship Id="rId24" Type="http://schemas.openxmlformats.org/officeDocument/2006/relationships/customXml" Target="../ink/ink21.xml"/><Relationship Id="rId40" Type="http://schemas.openxmlformats.org/officeDocument/2006/relationships/customXml" Target="../ink/ink29.xml"/><Relationship Id="rId45" Type="http://schemas.openxmlformats.org/officeDocument/2006/relationships/image" Target="../media/image93.png"/><Relationship Id="rId66" Type="http://schemas.openxmlformats.org/officeDocument/2006/relationships/customXml" Target="../ink/ink42.xml"/><Relationship Id="rId87" Type="http://schemas.openxmlformats.org/officeDocument/2006/relationships/image" Target="../media/image114.png"/><Relationship Id="rId61" Type="http://schemas.openxmlformats.org/officeDocument/2006/relationships/image" Target="../media/image101.png"/><Relationship Id="rId82" Type="http://schemas.openxmlformats.org/officeDocument/2006/relationships/customXml" Target="../ink/ink50.xml"/><Relationship Id="rId19" Type="http://schemas.openxmlformats.org/officeDocument/2006/relationships/image" Target="../media/image80.png"/><Relationship Id="rId14" Type="http://schemas.openxmlformats.org/officeDocument/2006/relationships/customXml" Target="../ink/ink16.xml"/><Relationship Id="rId30" Type="http://schemas.openxmlformats.org/officeDocument/2006/relationships/customXml" Target="../ink/ink24.xml"/><Relationship Id="rId35" Type="http://schemas.openxmlformats.org/officeDocument/2006/relationships/image" Target="../media/image88.png"/><Relationship Id="rId56" Type="http://schemas.openxmlformats.org/officeDocument/2006/relationships/customXml" Target="../ink/ink37.xml"/><Relationship Id="rId77" Type="http://schemas.openxmlformats.org/officeDocument/2006/relationships/image" Target="../media/image109.png"/><Relationship Id="rId8" Type="http://schemas.openxmlformats.org/officeDocument/2006/relationships/customXml" Target="../ink/ink13.xml"/><Relationship Id="rId51" Type="http://schemas.openxmlformats.org/officeDocument/2006/relationships/image" Target="../media/image96.png"/><Relationship Id="rId72" Type="http://schemas.openxmlformats.org/officeDocument/2006/relationships/customXml" Target="../ink/ink45.xml"/><Relationship Id="rId93" Type="http://schemas.openxmlformats.org/officeDocument/2006/relationships/image" Target="../media/image117.png"/><Relationship Id="rId98" Type="http://schemas.openxmlformats.org/officeDocument/2006/relationships/customXml" Target="../ink/ink58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png"/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66E1B1CB-C0F6-3D1E-6A5E-D624C74B1F9C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9D82A82-A400-5B89-35A4-858B55FAF66C}"/>
              </a:ext>
            </a:extLst>
          </p:cNvPr>
          <p:cNvSpPr/>
          <p:nvPr/>
        </p:nvSpPr>
        <p:spPr>
          <a:xfrm>
            <a:off x="0" y="0"/>
            <a:ext cx="2834640" cy="6858000"/>
          </a:xfrm>
          <a:prstGeom prst="rect">
            <a:avLst/>
          </a:prstGeom>
          <a:solidFill>
            <a:schemeClr val="tx2">
              <a:lumMod val="65000"/>
              <a:lumOff val="3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08327F3-98FD-CD9C-BFE8-3F82D17694A3}"/>
              </a:ext>
            </a:extLst>
          </p:cNvPr>
          <p:cNvSpPr/>
          <p:nvPr/>
        </p:nvSpPr>
        <p:spPr>
          <a:xfrm>
            <a:off x="2834640" y="0"/>
            <a:ext cx="5080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4458BAC-6FA7-89F8-CE0F-50B975C92084}"/>
              </a:ext>
            </a:extLst>
          </p:cNvPr>
          <p:cNvSpPr txBox="1"/>
          <p:nvPr/>
        </p:nvSpPr>
        <p:spPr>
          <a:xfrm>
            <a:off x="320040" y="2331720"/>
            <a:ext cx="2194560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 i="0" dirty="0">
                <a:solidFill>
                  <a:srgbClr val="FFFFFF"/>
                </a:solidFill>
                <a:latin typeface="Times New Roman"/>
              </a:rPr>
              <a:t>ECET 250E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620EE0D-C993-45D3-6B99-5A6DFB95BC8F}"/>
              </a:ext>
            </a:extLst>
          </p:cNvPr>
          <p:cNvSpPr/>
          <p:nvPr/>
        </p:nvSpPr>
        <p:spPr>
          <a:xfrm>
            <a:off x="411480" y="2971800"/>
            <a:ext cx="822960" cy="38100"/>
          </a:xfrm>
          <a:prstGeom prst="rect">
            <a:avLst/>
          </a:prstGeom>
          <a:solidFill>
            <a:srgbClr val="FFB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7732D81-AAC3-2164-1DD5-F2A5047F0845}"/>
              </a:ext>
            </a:extLst>
          </p:cNvPr>
          <p:cNvSpPr txBox="1"/>
          <p:nvPr/>
        </p:nvSpPr>
        <p:spPr>
          <a:xfrm>
            <a:off x="320040" y="5989320"/>
            <a:ext cx="21945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Times New Roman"/>
              </a:rPr>
              <a:t>Camosun College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CFDAEA"/>
                </a:solidFill>
                <a:latin typeface="Times New Roman"/>
              </a:rPr>
              <a:t>Electronics &amp; Computer Engineering Technology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7C24F98-3BD0-C246-0571-C57440DA4DF8}"/>
              </a:ext>
            </a:extLst>
          </p:cNvPr>
          <p:cNvSpPr txBox="1"/>
          <p:nvPr/>
        </p:nvSpPr>
        <p:spPr>
          <a:xfrm>
            <a:off x="3296920" y="1965960"/>
            <a:ext cx="54356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000" b="1" i="0">
                <a:solidFill>
                  <a:srgbClr val="081F3D"/>
                </a:solidFill>
                <a:latin typeface="Times New Roman"/>
              </a:rPr>
              <a:t>Linear Circuits 1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F68D600-09C8-850A-B04F-7F9794B84B2C}"/>
              </a:ext>
            </a:extLst>
          </p:cNvPr>
          <p:cNvSpPr/>
          <p:nvPr/>
        </p:nvSpPr>
        <p:spPr>
          <a:xfrm>
            <a:off x="3296920" y="2880360"/>
            <a:ext cx="1920240" cy="31750"/>
          </a:xfrm>
          <a:prstGeom prst="rect">
            <a:avLst/>
          </a:prstGeom>
          <a:solidFill>
            <a:srgbClr val="FFB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9FB1AC1-3BA5-1712-45BB-2CD0DC5E92A4}"/>
              </a:ext>
            </a:extLst>
          </p:cNvPr>
          <p:cNvSpPr txBox="1"/>
          <p:nvPr/>
        </p:nvSpPr>
        <p:spPr>
          <a:xfrm>
            <a:off x="3296920" y="3108960"/>
            <a:ext cx="543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0" i="0">
                <a:solidFill>
                  <a:srgbClr val="3B3B3B"/>
                </a:solidFill>
                <a:latin typeface="Times New Roman"/>
              </a:rPr>
              <a:t>Week 1  |  Chapter 1: Basic Concepts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4292164-00D8-F9C2-24F0-32386454457C}"/>
              </a:ext>
            </a:extLst>
          </p:cNvPr>
          <p:cNvSpPr txBox="1"/>
          <p:nvPr/>
        </p:nvSpPr>
        <p:spPr>
          <a:xfrm>
            <a:off x="3296920" y="5989320"/>
            <a:ext cx="5435600" cy="4301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300" b="1" i="0" dirty="0">
                <a:solidFill>
                  <a:srgbClr val="3B3B3B"/>
                </a:solidFill>
                <a:latin typeface="Times New Roman"/>
              </a:rPr>
              <a:t>Mozhgan</a:t>
            </a:r>
            <a:r>
              <a:rPr lang="en-CA" sz="1300" b="1" i="0" dirty="0">
                <a:solidFill>
                  <a:srgbClr val="3B3B3B"/>
                </a:solidFill>
                <a:latin typeface="Times New Roman"/>
              </a:rPr>
              <a:t> </a:t>
            </a:r>
            <a:r>
              <a:rPr sz="1300" b="1" i="0" dirty="0">
                <a:solidFill>
                  <a:srgbClr val="3B3B3B"/>
                </a:solidFill>
                <a:latin typeface="Times New Roman"/>
              </a:rPr>
              <a:t>Bacon, </a:t>
            </a:r>
            <a:r>
              <a:rPr lang="en-CA" sz="1300" b="1" i="0" dirty="0">
                <a:solidFill>
                  <a:srgbClr val="3B3B3B"/>
                </a:solidFill>
                <a:latin typeface="Times New Roman"/>
              </a:rPr>
              <a:t>PhD, </a:t>
            </a:r>
            <a:r>
              <a:rPr sz="1300" b="1" i="0" dirty="0">
                <a:solidFill>
                  <a:srgbClr val="3B3B3B"/>
                </a:solidFill>
                <a:latin typeface="Times New Roman"/>
              </a:rPr>
              <a:t>P.Eng.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 dirty="0">
                <a:solidFill>
                  <a:srgbClr val="707070"/>
                </a:solidFill>
                <a:latin typeface="Times New Roman"/>
              </a:rPr>
              <a:t>Fall 2026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0CCF8C1-8282-B753-EC48-FD81533ABEF3}"/>
              </a:ext>
            </a:extLst>
          </p:cNvPr>
          <p:cNvSpPr txBox="1"/>
          <p:nvPr/>
        </p:nvSpPr>
        <p:spPr>
          <a:xfrm>
            <a:off x="3296920" y="6473952"/>
            <a:ext cx="543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1">
                <a:solidFill>
                  <a:srgbClr val="8A8A8A"/>
                </a:solidFill>
                <a:latin typeface="Times New Roman"/>
              </a:rPr>
              <a:t>Based on Fundamentals of Electric Circuits, 2026 Release — C.K. Alexander, M.N.O. Sadiku &amp; S.J. Fredette (McGraw Hill)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13A8DFD6-B0C2-4F97-9A57-DACA87439F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304800"/>
            <a:ext cx="8458200" cy="678611"/>
          </a:xfrm>
        </p:spPr>
        <p:txBody>
          <a:bodyPr anchor="ctr">
            <a:normAutofit/>
          </a:bodyPr>
          <a:lstStyle/>
          <a:p>
            <a:r>
              <a:rPr lang="en-US" altLang="en-US" noProof="0"/>
              <a:t>Introduction</a:t>
            </a:r>
            <a:endParaRPr lang="en-US" noProof="0"/>
          </a:p>
        </p:txBody>
      </p:sp>
      <p:graphicFrame>
        <p:nvGraphicFramePr>
          <p:cNvPr id="34" name="Content Placeholder 16">
            <a:extLst>
              <a:ext uri="{FF2B5EF4-FFF2-40B4-BE49-F238E27FC236}">
                <a16:creationId xmlns:a16="http://schemas.microsoft.com/office/drawing/2014/main" id="{5FFCBD4B-0D60-424C-1D31-2E372DE7CE3F}"/>
              </a:ext>
            </a:extLst>
          </p:cNvPr>
          <p:cNvGraphicFramePr>
            <a:graphicFrameLocks noGrp="1"/>
          </p:cNvGraphicFramePr>
          <p:nvPr>
            <p:ph sz="quarter" idx="11"/>
            <p:extLst>
              <p:ext uri="{D42A27DB-BD31-4B8C-83A1-F6EECF244321}">
                <p14:modId xmlns:p14="http://schemas.microsoft.com/office/powerpoint/2010/main" val="2295498937"/>
              </p:ext>
            </p:extLst>
          </p:nvPr>
        </p:nvGraphicFramePr>
        <p:xfrm>
          <a:off x="342900" y="1276709"/>
          <a:ext cx="8458200" cy="49716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682243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13A8DFD6-B0C2-4F97-9A57-DACA87439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noProof="0" dirty="0"/>
              <a:t>What is a circuit?</a:t>
            </a:r>
            <a:endParaRPr lang="en-US" noProof="0" dirty="0"/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5060E02F-0818-4736-9E82-657A0E24268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1276710"/>
            <a:ext cx="8458200" cy="1466490"/>
          </a:xfrm>
        </p:spPr>
        <p:txBody>
          <a:bodyPr>
            <a:normAutofit/>
          </a:bodyPr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noProof="0" dirty="0"/>
              <a:t>An electric circuit is an interconnection of electrical elements.</a:t>
            </a:r>
          </a:p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noProof="0" dirty="0"/>
              <a:t>It may consist of only two elements or many more:</a:t>
            </a:r>
            <a:endParaRPr lang="en-US" sz="2400" noProof="0" dirty="0"/>
          </a:p>
        </p:txBody>
      </p:sp>
      <p:pic>
        <p:nvPicPr>
          <p:cNvPr id="4" name="Picture 5">
            <a:extLst>
              <a:ext uri="{FF2B5EF4-FFF2-40B4-BE49-F238E27FC236}">
                <a16:creationId xmlns:a16="http://schemas.microsoft.com/office/drawing/2014/main" id="{550245EA-E46B-41A5-B396-E92A65A471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403" y="2632588"/>
            <a:ext cx="8837206" cy="36900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414248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13A8DFD6-B0C2-4F97-9A57-DACA87439F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45034"/>
            <a:ext cx="8458200" cy="678611"/>
          </a:xfrm>
        </p:spPr>
        <p:txBody>
          <a:bodyPr/>
          <a:lstStyle/>
          <a:p>
            <a:r>
              <a:rPr lang="en-US" altLang="en-US" noProof="0" dirty="0"/>
              <a:t>Units</a:t>
            </a:r>
            <a:endParaRPr lang="en-US" noProof="0" dirty="0"/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5060E02F-0818-4736-9E82-657A0E24268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24912" y="723645"/>
            <a:ext cx="4819035" cy="4846999"/>
          </a:xfrm>
        </p:spPr>
        <p:txBody>
          <a:bodyPr>
            <a:normAutofit/>
          </a:bodyPr>
          <a:lstStyle/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noProof="0" dirty="0"/>
              <a:t>When taking measurements, we must use units to quantify values.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noProof="0" dirty="0"/>
              <a:t>We use the International Systems of Units (SI for short).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noProof="0" dirty="0"/>
              <a:t>Prefixes on SI units allow for easy relationships between large and small values.</a:t>
            </a:r>
            <a:endParaRPr lang="en-US" sz="2400" noProof="0" dirty="0"/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BC195BC5-92E3-484D-B481-D874AD2BF2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9419" y="383458"/>
            <a:ext cx="3708104" cy="56615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C1D8BAA-0E78-1682-6535-F300FF02940A}"/>
              </a:ext>
            </a:extLst>
          </p:cNvPr>
          <p:cNvSpPr txBox="1">
            <a:spLocks/>
          </p:cNvSpPr>
          <p:nvPr/>
        </p:nvSpPr>
        <p:spPr>
          <a:xfrm>
            <a:off x="2378177" y="6195296"/>
            <a:ext cx="7721600" cy="5774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 sz="2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344488" indent="-342900" algn="l" defTabSz="914400" rtl="0" eaLnBrk="1" latinLnBrk="0" hangingPunct="1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Tx/>
              <a:buFont typeface="Arial" panose="020B0604020202020204" pitchFamily="34" charset="0"/>
              <a:buChar char="•"/>
              <a:defRPr sz="2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517525" indent="-285750" algn="l" defTabSz="914400" rtl="0" eaLnBrk="1" latinLnBrk="0" hangingPunct="1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741363" indent="-285750" algn="l" defTabSz="914400" rtl="0" eaLnBrk="1" latinLnBrk="0" hangingPunct="1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71550" indent="-285750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/>
              <a:t>In the lab, one typically sees (pC, nC, or</a:t>
            </a:r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DFBCD06C-7BB6-C4F2-783C-195BC98C176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9192447"/>
              </p:ext>
            </p:extLst>
          </p:nvPr>
        </p:nvGraphicFramePr>
        <p:xfrm>
          <a:off x="6863250" y="6228614"/>
          <a:ext cx="566797" cy="378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04560" imgH="203040" progId="Equation.DSMT4">
                  <p:embed/>
                </p:oleObj>
              </mc:Choice>
              <mc:Fallback>
                <p:oleObj name="Equation" r:id="rId3" imgW="304560" imgH="203040" progId="Equation.DSMT4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DFBCD06C-7BB6-C4F2-783C-195BC98C176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863250" y="6228614"/>
                        <a:ext cx="566797" cy="3786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2480E22A-13E3-4A6B-0C29-4E6B9A8C5F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4562" y="3576484"/>
            <a:ext cx="5060054" cy="2580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25216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13A8DFD6-B0C2-4F97-9A57-DACA87439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noProof="0" dirty="0"/>
              <a:t>Charge</a:t>
            </a:r>
            <a:endParaRPr lang="en-US" sz="1000" b="0" noProof="0" dirty="0"/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5060E02F-0818-4736-9E82-657A0E24268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1276709"/>
            <a:ext cx="8152905" cy="2547145"/>
          </a:xfrm>
        </p:spPr>
        <p:txBody>
          <a:bodyPr>
            <a:normAutofit/>
          </a:bodyPr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/>
              <a:t>Charge is a basic SI unit, measured in Coulombs (C).</a:t>
            </a:r>
          </a:p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/>
              <a:t>Counts the number of electrons (</a:t>
            </a:r>
            <a:r>
              <a:rPr lang="en-US" altLang="en-US" noProof="0" dirty="0">
                <a:solidFill>
                  <a:schemeClr val="tx1"/>
                </a:solidFill>
              </a:rPr>
              <a:t>or positive charges</a:t>
            </a:r>
            <a:r>
              <a:rPr lang="en-US" altLang="en-US" noProof="0" dirty="0"/>
              <a:t>) present.</a:t>
            </a:r>
          </a:p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/>
              <a:t>Charge of single electron 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4">
                <a:extLst>
                  <a:ext uri="{FF2B5EF4-FFF2-40B4-BE49-F238E27FC236}">
                    <a16:creationId xmlns:a16="http://schemas.microsoft.com/office/drawing/2014/main" id="{ACD8D2BA-F558-41C0-9621-332EECAE1BD2}"/>
                  </a:ext>
                </a:extLst>
              </p:cNvPr>
              <p:cNvSpPr txBox="1"/>
              <p:nvPr/>
            </p:nvSpPr>
            <p:spPr>
              <a:xfrm>
                <a:off x="4709549" y="2895189"/>
                <a:ext cx="2273812" cy="526435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CA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1.602∗1</m:t>
                      </m:r>
                      <m:sSup>
                        <m:sSupPr>
                          <m:ctrlPr>
                            <a:rPr lang="en-CA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sup>
                          <m:r>
                            <a:rPr lang="en-CA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−19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CA" sz="20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C</m:t>
                      </m:r>
                      <m:r>
                        <a:rPr lang="en-CA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CA" sz="2000" dirty="0"/>
              </a:p>
            </p:txBody>
          </p:sp>
        </mc:Choice>
        <mc:Fallback xmlns="">
          <p:sp>
            <p:nvSpPr>
              <p:cNvPr id="5" name="Object 4">
                <a:extLst>
                  <a:ext uri="{FF2B5EF4-FFF2-40B4-BE49-F238E27FC236}">
                    <a16:creationId xmlns:a16="http://schemas.microsoft.com/office/drawing/2014/main" id="{ACD8D2BA-F558-41C0-9621-332EECAE1B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9549" y="2895189"/>
                <a:ext cx="2273812" cy="52643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D6A539-4B59-4EDF-95CE-C28145F8F1D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42900" y="3865419"/>
            <a:ext cx="4900689" cy="592931"/>
          </a:xfrm>
        </p:spPr>
        <p:txBody>
          <a:bodyPr/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/>
              <a:t>One Coulomb is quite large,</a:t>
            </a:r>
            <a:endParaRPr lang="en-US" noProof="0" dirty="0"/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BE22AC9C-7E87-4393-BCD9-BD15A29D197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6319516"/>
              </p:ext>
            </p:extLst>
          </p:nvPr>
        </p:nvGraphicFramePr>
        <p:xfrm>
          <a:off x="4913799" y="3858872"/>
          <a:ext cx="3134179" cy="5641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269720" imgH="228600" progId="Equation.DSMT4">
                  <p:embed/>
                </p:oleObj>
              </mc:Choice>
              <mc:Fallback>
                <p:oleObj name="Equation" r:id="rId3" imgW="1269720" imgH="228600" progId="Equation.DSMT4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BE22AC9C-7E87-4393-BCD9-BD15A29D197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913799" y="3858872"/>
                        <a:ext cx="3134179" cy="56415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914F5A04-AAC8-77D3-6D47-F07B3CD4D5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742" y="4889090"/>
            <a:ext cx="8967020" cy="1084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00717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4D5FD-4B60-4DD6-A0B9-ABDD2EE9C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noProof="0" dirty="0"/>
              <a:t>Charge II</a:t>
            </a:r>
            <a:endParaRPr lang="en-US" noProof="0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4"/>
          </p:nvPr>
        </p:nvSpPr>
        <p:spPr>
          <a:xfrm>
            <a:off x="342900" y="1879600"/>
            <a:ext cx="8690264" cy="3670300"/>
          </a:xfrm>
        </p:spPr>
        <p:txBody>
          <a:bodyPr>
            <a:normAutofit/>
          </a:bodyPr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3200" noProof="0" dirty="0"/>
              <a:t>Charge is always multiple of electron charge.</a:t>
            </a:r>
          </a:p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3200" i="1" u="sng" noProof="0" dirty="0"/>
              <a:t>Charge cannot be created or destroyed, only transferred.</a:t>
            </a:r>
            <a:endParaRPr lang="en-US" sz="3200" i="1" u="sng" noProof="0" dirty="0"/>
          </a:p>
        </p:txBody>
      </p:sp>
    </p:spTree>
    <p:extLst>
      <p:ext uri="{BB962C8B-B14F-4D97-AF65-F5344CB8AC3E}">
        <p14:creationId xmlns:p14="http://schemas.microsoft.com/office/powerpoint/2010/main" val="15344023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13A8DFD6-B0C2-4F97-9A57-DACA87439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noProof="0" dirty="0"/>
              <a:t>Current</a:t>
            </a:r>
            <a:endParaRPr lang="en-US" sz="1000" b="0" noProof="0" dirty="0"/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5060E02F-0818-4736-9E82-657A0E24268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1276709"/>
            <a:ext cx="8458200" cy="2723791"/>
          </a:xfrm>
        </p:spPr>
        <p:txBody>
          <a:bodyPr>
            <a:normAutofit/>
          </a:bodyPr>
          <a:lstStyle/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600" noProof="0" dirty="0"/>
              <a:t>The movement of charge is called a current.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600" noProof="0" dirty="0"/>
              <a:t>Historically the moving charges were thought to be positive.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600" noProof="0" dirty="0"/>
              <a:t>Thus, we always note the direction of the equivalent positive charges, even if the moving charges are negative.</a:t>
            </a:r>
            <a:endParaRPr lang="en-US" sz="2600" noProof="0" dirty="0"/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682D477B-ABFE-42C7-A263-A5BB3E1172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0453" y="3279587"/>
            <a:ext cx="4033822" cy="20445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5A4EEEA-CBE5-443E-05C6-15A0B3CC42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38019"/>
            <a:ext cx="9144000" cy="960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41418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CC1D9-AB6A-47F5-BABB-4F4AF03E6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noProof="0" dirty="0"/>
              <a:t>Current II</a:t>
            </a:r>
            <a:endParaRPr lang="en-US" sz="4000" noProof="0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BAD2E98-7480-4FC1-AC02-66046117B18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1276709"/>
            <a:ext cx="8458200" cy="1147836"/>
          </a:xfrm>
        </p:spPr>
        <p:txBody>
          <a:bodyPr>
            <a:normAutofit/>
          </a:bodyPr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3200" noProof="0" dirty="0"/>
              <a:t>Current, </a:t>
            </a:r>
            <a:r>
              <a:rPr lang="en-US" altLang="en-US" sz="3200" i="1" noProof="0" dirty="0" err="1"/>
              <a:t>i</a:t>
            </a:r>
            <a:r>
              <a:rPr lang="en-US" altLang="en-US" sz="3200" noProof="0" dirty="0"/>
              <a:t>, is measured as charge moved per unit time through an element.</a:t>
            </a:r>
            <a:endParaRPr lang="en-US" sz="3200" noProof="0" dirty="0"/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E86CF0C5-394F-49CD-B5B3-E92EEFE4028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1329069"/>
              </p:ext>
            </p:extLst>
          </p:nvPr>
        </p:nvGraphicFramePr>
        <p:xfrm>
          <a:off x="1796657" y="2666785"/>
          <a:ext cx="1195741" cy="1123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19040" imgH="393480" progId="Equation.DSMT4">
                  <p:embed/>
                </p:oleObj>
              </mc:Choice>
              <mc:Fallback>
                <p:oleObj name="Equation" r:id="rId3" imgW="419040" imgH="393480" progId="Equation.DSMT4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E86CF0C5-394F-49CD-B5B3-E92EEFE4028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96657" y="2666785"/>
                        <a:ext cx="1195741" cy="11232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D934CCFF-DA98-4DA9-A0EE-8F2AC6DC3D6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50274" y="4087663"/>
            <a:ext cx="8458200" cy="643665"/>
          </a:xfrm>
        </p:spPr>
        <p:txBody>
          <a:bodyPr>
            <a:normAutofit/>
          </a:bodyPr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3200" noProof="0" dirty="0"/>
              <a:t>Unit is Ampere (A), is one Coulomb/second.</a:t>
            </a:r>
            <a:endParaRPr lang="en-US" sz="3200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FE3F51-60AA-2024-B471-9AA4C089F4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815" y="4866270"/>
            <a:ext cx="1827519" cy="148112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49FFF88-03B9-E887-28E2-69C6728CCF6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98885" y="4669984"/>
            <a:ext cx="2257740" cy="438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2797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4E60F-727A-4A2B-A4D6-C9FDE2734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D</a:t>
            </a:r>
            <a:r>
              <a:rPr lang="en-US" sz="100" noProof="0" dirty="0"/>
              <a:t> </a:t>
            </a:r>
            <a:r>
              <a:rPr lang="en-US" noProof="0" dirty="0"/>
              <a:t>C versus A</a:t>
            </a:r>
            <a:r>
              <a:rPr lang="en-US" sz="100" noProof="0" dirty="0"/>
              <a:t> </a:t>
            </a:r>
            <a:r>
              <a:rPr lang="en-US" noProof="0" dirty="0"/>
              <a:t>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2FF0FE-013B-48E4-A2A6-D4DA91E9F45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73294" y="1025988"/>
            <a:ext cx="5204237" cy="4999400"/>
          </a:xfrm>
        </p:spPr>
        <p:txBody>
          <a:bodyPr>
            <a:normAutofit/>
          </a:bodyPr>
          <a:lstStyle/>
          <a:p>
            <a:pPr marL="291600" indent="-291600">
              <a:spcBef>
                <a:spcPts val="8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noProof="0" dirty="0"/>
              <a:t>A current that remains constant with time is called Direct Current (D</a:t>
            </a:r>
            <a:r>
              <a:rPr lang="en-US" altLang="en-US" sz="100" noProof="0" dirty="0"/>
              <a:t> </a:t>
            </a:r>
            <a:r>
              <a:rPr lang="en-US" altLang="en-US" sz="2400" noProof="0" dirty="0"/>
              <a:t>C).</a:t>
            </a:r>
          </a:p>
          <a:p>
            <a:pPr marL="291600" indent="-291600">
              <a:spcBef>
                <a:spcPts val="8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noProof="0" dirty="0"/>
              <a:t>Such current is represented by the capital </a:t>
            </a:r>
            <a:r>
              <a:rPr lang="en-US" altLang="en-US" sz="2400" i="1" noProof="0" dirty="0"/>
              <a:t>I</a:t>
            </a:r>
            <a:r>
              <a:rPr lang="en-US" altLang="en-US" sz="2400" noProof="0" dirty="0"/>
              <a:t>, time varying current uses the lowercase, </a:t>
            </a:r>
            <a:r>
              <a:rPr lang="en-US" altLang="en-US" sz="2400" i="1" noProof="0" dirty="0" err="1"/>
              <a:t>i</a:t>
            </a:r>
            <a:r>
              <a:rPr lang="en-US" altLang="en-US" sz="2400" noProof="0" dirty="0"/>
              <a:t>.</a:t>
            </a:r>
          </a:p>
          <a:p>
            <a:pPr marL="291600" indent="-291600">
              <a:spcBef>
                <a:spcPts val="8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noProof="0" dirty="0"/>
              <a:t>A common source of D</a:t>
            </a:r>
            <a:r>
              <a:rPr lang="en-US" altLang="en-US" sz="100" noProof="0" dirty="0"/>
              <a:t> </a:t>
            </a:r>
            <a:r>
              <a:rPr lang="en-US" altLang="en-US" sz="2400" noProof="0" dirty="0"/>
              <a:t>C is a battery.</a:t>
            </a:r>
          </a:p>
          <a:p>
            <a:pPr marL="291600" indent="-291600">
              <a:spcBef>
                <a:spcPts val="8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noProof="0" dirty="0"/>
              <a:t>A current that varies sinusoidally with time is called Alternating Current (A</a:t>
            </a:r>
            <a:r>
              <a:rPr lang="en-US" altLang="en-US" sz="100" noProof="0" dirty="0"/>
              <a:t> </a:t>
            </a:r>
            <a:r>
              <a:rPr lang="en-US" altLang="en-US" sz="2400" noProof="0" dirty="0"/>
              <a:t>C).</a:t>
            </a:r>
          </a:p>
          <a:p>
            <a:pPr marL="291600" indent="-291600">
              <a:spcBef>
                <a:spcPts val="8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noProof="0" dirty="0"/>
              <a:t>Mains power is an example of A</a:t>
            </a:r>
            <a:r>
              <a:rPr lang="en-US" altLang="en-US" sz="100" noProof="0" dirty="0"/>
              <a:t> </a:t>
            </a:r>
            <a:r>
              <a:rPr lang="en-US" altLang="en-US" sz="2400" noProof="0" dirty="0"/>
              <a:t>C.</a:t>
            </a:r>
            <a:endParaRPr lang="en-US" sz="2400" noProof="0" dirty="0"/>
          </a:p>
        </p:txBody>
      </p:sp>
      <p:pic>
        <p:nvPicPr>
          <p:cNvPr id="7" name="Picture 5">
            <a:extLst>
              <a:ext uri="{FF2B5EF4-FFF2-40B4-BE49-F238E27FC236}">
                <a16:creationId xmlns:a16="http://schemas.microsoft.com/office/drawing/2014/main" id="{3E761C3A-8991-466A-B43C-CEC51E5B0C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9999" y="1082373"/>
            <a:ext cx="3047782" cy="42114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B469AC0-3374-C8D5-6FB6-ED37EA9FB9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265174"/>
            <a:ext cx="9144000" cy="80908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E6544A0-3CD0-FAFB-499A-D9D86B0CFD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999678"/>
            <a:ext cx="9144000" cy="610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75250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EC548-5619-4A39-92F9-50F76D01AA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noProof="0" dirty="0"/>
              <a:t>Direction of Current</a:t>
            </a:r>
            <a:endParaRPr lang="en-US" sz="1000" b="0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F1D4D9-CE76-41DC-8E2B-1544A645CB8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1276709"/>
            <a:ext cx="8204200" cy="4311291"/>
          </a:xfrm>
        </p:spPr>
        <p:txBody>
          <a:bodyPr>
            <a:normAutofit/>
          </a:bodyPr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3200" noProof="0" dirty="0"/>
              <a:t>The sign of the current indicates the direction in which the charge is moving with reference to the direction of interest we define.</a:t>
            </a:r>
          </a:p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3200" noProof="0" dirty="0"/>
              <a:t>We need not use the direction that the charge moves in as our reference and often have no choice in the matter.</a:t>
            </a:r>
            <a:endParaRPr lang="en-US" sz="3200" noProof="0" dirty="0"/>
          </a:p>
        </p:txBody>
      </p:sp>
    </p:spTree>
    <p:extLst>
      <p:ext uri="{BB962C8B-B14F-4D97-AF65-F5344CB8AC3E}">
        <p14:creationId xmlns:p14="http://schemas.microsoft.com/office/powerpoint/2010/main" val="23182220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F6107-CF9E-42C6-8CF7-4779112AB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noProof="0" dirty="0"/>
              <a:t>Direction of Current II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0644F-BBDC-4198-8587-2CD7D056BC6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1276709"/>
            <a:ext cx="8458200" cy="1618891"/>
          </a:xfrm>
        </p:spPr>
        <p:txBody>
          <a:bodyPr>
            <a:normAutofit/>
          </a:bodyPr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3200" noProof="0" dirty="0"/>
              <a:t>A positive current through a component is the same as a negative current flowing in the opposite direction.</a:t>
            </a:r>
            <a:endParaRPr lang="en-US" sz="3200" noProof="0" dirty="0"/>
          </a:p>
        </p:txBody>
      </p:sp>
      <p:pic>
        <p:nvPicPr>
          <p:cNvPr id="8" name="Picture 5">
            <a:extLst>
              <a:ext uri="{FF2B5EF4-FFF2-40B4-BE49-F238E27FC236}">
                <a16:creationId xmlns:a16="http://schemas.microsoft.com/office/drawing/2014/main" id="{C9BDD65F-0DD3-482D-8C2F-A38CAE7B93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8303" y="3341250"/>
            <a:ext cx="5394393" cy="28398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801216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0D133-39AD-DDA6-AD27-AE064B0AA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51" y="238433"/>
            <a:ext cx="8458200" cy="678611"/>
          </a:xfrm>
        </p:spPr>
        <p:txBody>
          <a:bodyPr/>
          <a:lstStyle/>
          <a:p>
            <a:r>
              <a:rPr lang="en-US" dirty="0"/>
              <a:t>Examples</a:t>
            </a:r>
            <a:endParaRPr lang="en-CA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855C9EDA-DEBB-5298-EC80-919C10DBA199}"/>
                  </a:ext>
                </a:extLst>
              </p14:cNvPr>
              <p14:cNvContentPartPr/>
              <p14:nvPr/>
            </p14:nvContentPartPr>
            <p14:xfrm>
              <a:off x="2164459" y="2211526"/>
              <a:ext cx="967320" cy="1281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855C9EDA-DEBB-5298-EC80-919C10DBA19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160139" y="2207206"/>
                <a:ext cx="975960" cy="13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E177A02F-913A-93A5-1A8E-BE8339B8E947}"/>
                  </a:ext>
                </a:extLst>
              </p14:cNvPr>
              <p14:cNvContentPartPr/>
              <p14:nvPr/>
            </p14:nvContentPartPr>
            <p14:xfrm>
              <a:off x="2788153" y="1910798"/>
              <a:ext cx="3240" cy="154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E177A02F-913A-93A5-1A8E-BE8339B8E94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783833" y="1906478"/>
                <a:ext cx="11880" cy="2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CB35D9BD-978F-8CC9-148E-10CC98C24EE0}"/>
                  </a:ext>
                </a:extLst>
              </p14:cNvPr>
              <p14:cNvContentPartPr/>
              <p14:nvPr/>
            </p14:nvContentPartPr>
            <p14:xfrm>
              <a:off x="1759993" y="1740518"/>
              <a:ext cx="1216800" cy="1656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CB35D9BD-978F-8CC9-148E-10CC98C24EE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755673" y="1736198"/>
                <a:ext cx="1225440" cy="17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3337AD9B-BEE4-5CB3-7890-37B4CAB2E27B}"/>
                  </a:ext>
                </a:extLst>
              </p14:cNvPr>
              <p14:cNvContentPartPr/>
              <p14:nvPr/>
            </p14:nvContentPartPr>
            <p14:xfrm>
              <a:off x="251593" y="1701638"/>
              <a:ext cx="3454920" cy="18324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3337AD9B-BEE4-5CB3-7890-37B4CAB2E27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88593" y="1638998"/>
                <a:ext cx="3580560" cy="30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BA5EE62D-E3E0-9C76-1D26-366B41A38159}"/>
                  </a:ext>
                </a:extLst>
              </p14:cNvPr>
              <p14:cNvContentPartPr/>
              <p14:nvPr/>
            </p14:nvContentPartPr>
            <p14:xfrm>
              <a:off x="311539" y="4294846"/>
              <a:ext cx="3354120" cy="18252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BA5EE62D-E3E0-9C76-1D26-366B41A38159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48539" y="4232206"/>
                <a:ext cx="3479760" cy="308160"/>
              </a:xfrm>
              <a:prstGeom prst="rect">
                <a:avLst/>
              </a:prstGeom>
            </p:spPr>
          </p:pic>
        </mc:Fallback>
      </mc:AlternateContent>
      <p:grpSp>
        <p:nvGrpSpPr>
          <p:cNvPr id="29" name="Group 28">
            <a:extLst>
              <a:ext uri="{FF2B5EF4-FFF2-40B4-BE49-F238E27FC236}">
                <a16:creationId xmlns:a16="http://schemas.microsoft.com/office/drawing/2014/main" id="{52189380-AF22-F2B6-405B-217FD90DD74E}"/>
              </a:ext>
            </a:extLst>
          </p:cNvPr>
          <p:cNvGrpSpPr/>
          <p:nvPr/>
        </p:nvGrpSpPr>
        <p:grpSpPr>
          <a:xfrm>
            <a:off x="0" y="960635"/>
            <a:ext cx="9144000" cy="3834513"/>
            <a:chOff x="-36871" y="805777"/>
            <a:chExt cx="9144000" cy="3834513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43F0F495-56A3-81F1-830E-17EE88AC9107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-36871" y="805777"/>
              <a:ext cx="8937523" cy="1251623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F13D1546-DBC7-C412-A229-8C43B6FE2839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0" y="3429000"/>
              <a:ext cx="9107129" cy="1098755"/>
            </a:xfrm>
            <a:prstGeom prst="rect">
              <a:avLst/>
            </a:prstGeom>
          </p:spPr>
        </p:pic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C72B9A5E-0947-EFC5-2822-A7BB4CF58691}"/>
                    </a:ext>
                  </a:extLst>
                </p14:cNvPr>
                <p14:cNvContentPartPr/>
                <p14:nvPr/>
              </p14:nvContentPartPr>
              <p14:xfrm>
                <a:off x="2127588" y="2204152"/>
                <a:ext cx="967320" cy="1281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C72B9A5E-0947-EFC5-2822-A7BB4CF58691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123268" y="2199832"/>
                  <a:ext cx="97596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275FE578-A8DC-ACBD-517B-D214B8F45689}"/>
                    </a:ext>
                  </a:extLst>
                </p14:cNvPr>
                <p14:cNvContentPartPr/>
                <p14:nvPr/>
              </p14:nvContentPartPr>
              <p14:xfrm>
                <a:off x="2751282" y="1903424"/>
                <a:ext cx="3240" cy="154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275FE578-A8DC-ACBD-517B-D214B8F4568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746962" y="1899104"/>
                  <a:ext cx="1188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E0D56B0D-D082-A055-20E9-453DB2695B07}"/>
                    </a:ext>
                  </a:extLst>
                </p14:cNvPr>
                <p14:cNvContentPartPr/>
                <p14:nvPr/>
              </p14:nvContentPartPr>
              <p14:xfrm>
                <a:off x="1723122" y="1733144"/>
                <a:ext cx="1216800" cy="1656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E0D56B0D-D082-A055-20E9-453DB2695B0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718802" y="1728824"/>
                  <a:ext cx="122544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E9F74446-6A19-661F-F4CF-4BD1BFC7E48A}"/>
                    </a:ext>
                  </a:extLst>
                </p14:cNvPr>
                <p14:cNvContentPartPr/>
                <p14:nvPr/>
              </p14:nvContentPartPr>
              <p14:xfrm>
                <a:off x="214722" y="1694264"/>
                <a:ext cx="3454920" cy="18324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E9F74446-6A19-661F-F4CF-4BD1BFC7E48A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51722" y="1631624"/>
                  <a:ext cx="3580560" cy="308880"/>
                </a:xfrm>
                <a:prstGeom prst="rect">
                  <a:avLst/>
                </a:prstGeom>
              </p:spPr>
            </p:pic>
          </mc:Fallback>
        </mc:AlternateContent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B68F3A5F-6E95-333B-B47B-E5C5DC019A17}"/>
                </a:ext>
              </a:extLst>
            </p:cNvPr>
            <p:cNvSpPr txBox="1"/>
            <p:nvPr/>
          </p:nvSpPr>
          <p:spPr>
            <a:xfrm>
              <a:off x="140109" y="1726861"/>
              <a:ext cx="544215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/>
                <a:t>How much charge is represented by 4,600 electrons?</a:t>
              </a:r>
              <a:endParaRPr lang="en-CA" dirty="0"/>
            </a:p>
          </p:txBody>
        </p:sp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21CB112D-6231-0CD8-2474-9A03F3EB7A82}"/>
                    </a:ext>
                  </a:extLst>
                </p14:cNvPr>
                <p14:cNvContentPartPr/>
                <p14:nvPr/>
              </p14:nvContentPartPr>
              <p14:xfrm>
                <a:off x="274668" y="4287472"/>
                <a:ext cx="3354120" cy="1825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21CB112D-6231-0CD8-2474-9A03F3EB7A8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11668" y="4224832"/>
                  <a:ext cx="3479760" cy="308160"/>
                </a:xfrm>
                <a:prstGeom prst="rect">
                  <a:avLst/>
                </a:prstGeom>
              </p:spPr>
            </p:pic>
          </mc:Fallback>
        </mc:AlternateContent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A0595844-0DBF-6AD1-3C9D-62388C5E849D}"/>
                </a:ext>
              </a:extLst>
            </p:cNvPr>
            <p:cNvSpPr txBox="1"/>
            <p:nvPr/>
          </p:nvSpPr>
          <p:spPr>
            <a:xfrm>
              <a:off x="154858" y="4270958"/>
              <a:ext cx="657040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/>
                <a:t>Calculate the amount of charge represented by 10 billion protons.</a:t>
              </a:r>
              <a:endParaRPr lang="en-CA" dirty="0"/>
            </a:p>
          </p:txBody>
        </p:sp>
      </p:grpSp>
    </p:spTree>
    <p:extLst>
      <p:ext uri="{BB962C8B-B14F-4D97-AF65-F5344CB8AC3E}">
        <p14:creationId xmlns:p14="http://schemas.microsoft.com/office/powerpoint/2010/main" val="16188693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0D133-39AD-DDA6-AD27-AE064B0AA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  <a:endParaRPr lang="en-CA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18163B5-9CDE-F56C-8634-ED571966D214}"/>
              </a:ext>
            </a:extLst>
          </p:cNvPr>
          <p:cNvGrpSpPr/>
          <p:nvPr/>
        </p:nvGrpSpPr>
        <p:grpSpPr>
          <a:xfrm>
            <a:off x="132736" y="852128"/>
            <a:ext cx="9011264" cy="2267156"/>
            <a:chOff x="81116" y="874249"/>
            <a:chExt cx="9011265" cy="2290783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E23AD650-63B9-0446-2D3B-20A732875ED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1116" y="874249"/>
              <a:ext cx="9011265" cy="843937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E90C3FF8-0629-C5DF-A5F9-86B94E3F558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26556" y="1421714"/>
              <a:ext cx="5569560" cy="1743318"/>
            </a:xfrm>
            <a:prstGeom prst="rect">
              <a:avLst/>
            </a:prstGeom>
          </p:spPr>
        </p:pic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1CE5720-CB66-7C46-4E93-0B886FF6ABC3}"/>
              </a:ext>
            </a:extLst>
          </p:cNvPr>
          <p:cNvGrpSpPr/>
          <p:nvPr/>
        </p:nvGrpSpPr>
        <p:grpSpPr>
          <a:xfrm>
            <a:off x="0" y="4026310"/>
            <a:ext cx="9018639" cy="1858295"/>
            <a:chOff x="51619" y="4628338"/>
            <a:chExt cx="9144000" cy="1652017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1D601C76-A3D3-3FA1-52EA-B873FD5DB28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1619" y="4628338"/>
              <a:ext cx="9144000" cy="727982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66874B28-15E6-A3BC-4D19-93EBA78E2EF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67847" y="5106518"/>
              <a:ext cx="4418901" cy="117383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599265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0D133-39AD-DDA6-AD27-AE064B0AA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674" y="231058"/>
            <a:ext cx="8458200" cy="678611"/>
          </a:xfrm>
        </p:spPr>
        <p:txBody>
          <a:bodyPr/>
          <a:lstStyle/>
          <a:p>
            <a:r>
              <a:rPr lang="en-US" dirty="0"/>
              <a:t>Examples</a:t>
            </a:r>
            <a:endParaRPr lang="en-CA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E9D17B1-611F-C083-27F6-4FAF4381CE19}"/>
              </a:ext>
            </a:extLst>
          </p:cNvPr>
          <p:cNvGrpSpPr/>
          <p:nvPr/>
        </p:nvGrpSpPr>
        <p:grpSpPr>
          <a:xfrm>
            <a:off x="0" y="824488"/>
            <a:ext cx="9144000" cy="2355913"/>
            <a:chOff x="0" y="824488"/>
            <a:chExt cx="9144000" cy="2355913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B43704F4-1DBA-9206-9A07-85B8116BA34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824488"/>
              <a:ext cx="9144000" cy="799253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AA8ACF6D-6736-AFE1-F29C-57E692D9AED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7696" y="1297700"/>
              <a:ext cx="6792427" cy="1882701"/>
            </a:xfrm>
            <a:prstGeom prst="rect">
              <a:avLst/>
            </a:prstGeom>
          </p:spPr>
        </p:pic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6B389861-7312-C100-D462-C256025A0788}"/>
              </a:ext>
            </a:extLst>
          </p:cNvPr>
          <p:cNvGrpSpPr/>
          <p:nvPr/>
        </p:nvGrpSpPr>
        <p:grpSpPr>
          <a:xfrm>
            <a:off x="0" y="3797892"/>
            <a:ext cx="9144000" cy="2689097"/>
            <a:chOff x="0" y="3797892"/>
            <a:chExt cx="9144000" cy="2689097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889A17C4-F0D7-A9C5-3286-2AFB405491C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3797892"/>
              <a:ext cx="9144000" cy="1607210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C12D0DB8-5FB4-0059-670F-78CCB92EB5D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1117" y="4224763"/>
              <a:ext cx="5921477" cy="226222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673236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91825-E461-4129-A805-91933AA5F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noProof="0" dirty="0"/>
              <a:t>Voltage</a:t>
            </a:r>
            <a:endParaRPr lang="en-US" sz="1000" b="0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9BAAE9-63D7-46EF-81BC-A61D79312FC6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3200" noProof="0" dirty="0"/>
              <a:t>Electrons move when there is a difference in charge between two locations.</a:t>
            </a:r>
          </a:p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3200" noProof="0" dirty="0"/>
              <a:t>This difference is expressed at the potential difference, or voltage (V).</a:t>
            </a:r>
          </a:p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3200" noProof="0" dirty="0"/>
              <a:t>It is always expressed with reference to two locations.</a:t>
            </a:r>
            <a:endParaRPr lang="en-US" sz="3200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CADB9E-BB7E-F8CB-636E-110F04EA89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3287" y="1742571"/>
            <a:ext cx="1254913" cy="76018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9BDC068-3528-D279-FFBD-016338C087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1138" y="4273929"/>
            <a:ext cx="6547235" cy="71839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92060AA-ECDD-E4A2-F88F-00390843E7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052070"/>
            <a:ext cx="9144000" cy="1149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8556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91825-E461-4129-A805-91933AA5F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noProof="0" dirty="0"/>
              <a:t>Voltage II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9BAAE9-63D7-46EF-81BC-A61D79312FC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88042" y="937496"/>
            <a:ext cx="8458200" cy="4349391"/>
          </a:xfrm>
        </p:spPr>
        <p:txBody>
          <a:bodyPr>
            <a:normAutofit/>
          </a:bodyPr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3200" noProof="0" dirty="0"/>
              <a:t>It is equal to the energy needed to move a unit charge between the locations.</a:t>
            </a:r>
          </a:p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3200" noProof="0" dirty="0"/>
              <a:t>Positive charge moving from a higher potential to a lower yields energy.</a:t>
            </a:r>
          </a:p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3200" noProof="0" dirty="0"/>
              <a:t>Moving from negative to positive requires energy.</a:t>
            </a:r>
            <a:endParaRPr lang="en-US" sz="3200" noProof="0" dirty="0"/>
          </a:p>
        </p:txBody>
      </p:sp>
    </p:spTree>
    <p:extLst>
      <p:ext uri="{BB962C8B-B14F-4D97-AF65-F5344CB8AC3E}">
        <p14:creationId xmlns:p14="http://schemas.microsoft.com/office/powerpoint/2010/main" val="222846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91825-E461-4129-A805-91933AA5F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noProof="0" dirty="0"/>
              <a:t>Voltage II</a:t>
            </a:r>
            <a:r>
              <a:rPr lang="en-US" altLang="en-US" dirty="0"/>
              <a:t>I</a:t>
            </a:r>
            <a:endParaRPr lang="en-US" noProof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ADB8EF9-455D-E2BA-FA15-A99093E77A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5330" y="244504"/>
            <a:ext cx="2381863" cy="290289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EEF94AE-683F-0F29-7353-4A83F05240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935" y="3318863"/>
            <a:ext cx="8000910" cy="258786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D30AD97-1F76-FCEE-F135-073E2D0E8C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766619"/>
            <a:ext cx="9144000" cy="75926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0E2ACC5-48B2-B9CF-6069-CB69FC7EBD76}"/>
              </a:ext>
            </a:extLst>
          </p:cNvPr>
          <p:cNvSpPr txBox="1"/>
          <p:nvPr/>
        </p:nvSpPr>
        <p:spPr>
          <a:xfrm>
            <a:off x="309715" y="974904"/>
            <a:ext cx="558963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/>
              <a:t>For example, in Fig. 1.7, we have two representations of the same voltage. In Fig. 1.7(a), point a is +9 V above point b; in Fig. 1.7(b), point b is −9 V above point a. We may say that in Fig. 1.7(a), there is a 9-V voltage drop from a to b or equivalently a 9-V voltage rise from b to a. In other words, a voltage drop from a to b is equivalent to a voltage rise from b to a.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9834220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CB7AE-C58A-42C4-BB54-0A51B264BF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304800"/>
            <a:ext cx="8458200" cy="678611"/>
          </a:xfrm>
        </p:spPr>
        <p:txBody>
          <a:bodyPr/>
          <a:lstStyle/>
          <a:p>
            <a:r>
              <a:rPr lang="en-US" altLang="en-US" noProof="0" dirty="0"/>
              <a:t>Power and Energy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CDBAC7-76F4-4CAB-BA43-431B2AFB0099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61783" y="937497"/>
            <a:ext cx="8458200" cy="1688164"/>
          </a:xfrm>
        </p:spPr>
        <p:txBody>
          <a:bodyPr>
            <a:normAutofit/>
          </a:bodyPr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/>
              <a:t>Voltage alone does not equal power.</a:t>
            </a:r>
          </a:p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/>
              <a:t>It requires the movement of charge, </a:t>
            </a:r>
            <a:r>
              <a:rPr lang="en-US" altLang="en-US" i="1" noProof="0" dirty="0"/>
              <a:t>that is,</a:t>
            </a:r>
            <a:r>
              <a:rPr lang="en-US" altLang="en-US" noProof="0" dirty="0"/>
              <a:t> a current.</a:t>
            </a:r>
          </a:p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/>
              <a:t>Power is the product of voltage and current.</a:t>
            </a:r>
            <a:endParaRPr lang="en-US" noProof="0" dirty="0"/>
          </a:p>
        </p:txBody>
      </p:sp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B4DB45DE-9595-47BA-A3A2-3E46C8D2E7F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2105665"/>
              </p:ext>
            </p:extLst>
          </p:nvPr>
        </p:nvGraphicFramePr>
        <p:xfrm>
          <a:off x="764196" y="2705429"/>
          <a:ext cx="1638007" cy="7678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06080" imgH="190440" progId="Equation.DSMT4">
                  <p:embed/>
                </p:oleObj>
              </mc:Choice>
              <mc:Fallback>
                <p:oleObj name="Equation" r:id="rId2" imgW="406080" imgH="190440" progId="Equation.DSMT4">
                  <p:embed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B4DB45DE-9595-47BA-A3A2-3E46C8D2E7F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64196" y="2705429"/>
                        <a:ext cx="1638007" cy="7678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749547-AC9B-4B32-90A6-6067164C67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17538" y="3731707"/>
            <a:ext cx="8458200" cy="1558636"/>
          </a:xfrm>
        </p:spPr>
        <p:txBody>
          <a:bodyPr/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/>
              <a:t>It is equal to the rate of energy provided or consumed per unit time.</a:t>
            </a:r>
          </a:p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/>
              <a:t>It is measured in Watts (W).</a:t>
            </a:r>
            <a:endParaRPr lang="en-US" noProof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1E51C71-8715-2052-87C2-BFD63EEBF1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6929" y="2449686"/>
            <a:ext cx="1501504" cy="139834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37E8284-5C7C-18A1-2D8E-D73310EF48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47186" y="2665724"/>
            <a:ext cx="3181199" cy="96238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B73C9F4-44BF-C222-0CDE-C5D19A2D205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5840779"/>
            <a:ext cx="9144000" cy="677587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9CCEFEFC-AD0D-81C1-628E-0F54EAE326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9700" y="4214509"/>
            <a:ext cx="2553468" cy="16835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261327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91825-E461-4129-A805-91933AA5F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noProof="0" dirty="0"/>
              <a:t>Passive Sign Convention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9BAAE9-63D7-46EF-81BC-A61D79312FC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5308" y="1180846"/>
            <a:ext cx="5032886" cy="4128574"/>
          </a:xfrm>
        </p:spPr>
        <p:txBody>
          <a:bodyPr>
            <a:normAutofit/>
          </a:bodyPr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noProof="0" dirty="0"/>
              <a:t>By convention, we say that an element being supplied power has positive power.</a:t>
            </a:r>
          </a:p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noProof="0" dirty="0"/>
              <a:t>A power source, such as a battery has negative power.</a:t>
            </a:r>
          </a:p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noProof="0" dirty="0"/>
              <a:t>Passive sign convention is satisfied if the direction of current is selected such that current enters through the terminal that is more positively biased.</a:t>
            </a:r>
            <a:endParaRPr lang="en-US" sz="2400" noProof="0" dirty="0"/>
          </a:p>
        </p:txBody>
      </p:sp>
      <p:pic>
        <p:nvPicPr>
          <p:cNvPr id="4" name="Picture 5">
            <a:extLst>
              <a:ext uri="{FF2B5EF4-FFF2-40B4-BE49-F238E27FC236}">
                <a16:creationId xmlns:a16="http://schemas.microsoft.com/office/drawing/2014/main" id="{308F2A6B-6654-4C4A-893B-66A2F8A0BB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0280" y="1433724"/>
            <a:ext cx="3807559" cy="34145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D679E7D-7E97-EA69-FA20-A596CE48FB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30658"/>
            <a:ext cx="9144000" cy="59349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FE37106-9102-5AF8-1741-C1DFF32497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721902"/>
            <a:ext cx="9144000" cy="797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19757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7D1CD-DA7E-4E1E-A786-BB9CFBF49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noProof="0" dirty="0"/>
              <a:t>Conservation of Energy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61D5C-86B4-41D8-80C2-087794DAFAB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1276709"/>
            <a:ext cx="8458200" cy="4692291"/>
          </a:xfrm>
        </p:spPr>
        <p:txBody>
          <a:bodyPr>
            <a:normAutofit/>
          </a:bodyPr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3200" noProof="0" dirty="0"/>
              <a:t>In a circuit, energy cannot be created or destroyed.</a:t>
            </a:r>
          </a:p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3200" noProof="0" dirty="0"/>
              <a:t>Thus power also must be conserved.</a:t>
            </a:r>
          </a:p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3200" noProof="0" dirty="0"/>
              <a:t>The sum of all power supplied must be absorbed by the other elements.</a:t>
            </a:r>
          </a:p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3200" noProof="0" dirty="0"/>
              <a:t>Energy can be described as watts x time.</a:t>
            </a:r>
          </a:p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3200" noProof="0" dirty="0"/>
              <a:t>Power companies usually measure energy in watt-hours.</a:t>
            </a:r>
            <a:endParaRPr lang="en-US" sz="3200" noProof="0" dirty="0"/>
          </a:p>
        </p:txBody>
      </p:sp>
    </p:spTree>
    <p:extLst>
      <p:ext uri="{BB962C8B-B14F-4D97-AF65-F5344CB8AC3E}">
        <p14:creationId xmlns:p14="http://schemas.microsoft.com/office/powerpoint/2010/main" val="14873648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15B165EB-864C-CAC7-5859-D56FEA1A4A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312" y="324465"/>
            <a:ext cx="7992702" cy="534229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E891825-E461-4129-A805-91933AA5F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8994" y="319549"/>
            <a:ext cx="8458200" cy="678611"/>
          </a:xfrm>
        </p:spPr>
        <p:txBody>
          <a:bodyPr/>
          <a:lstStyle/>
          <a:p>
            <a:r>
              <a:rPr lang="en-US" dirty="0"/>
              <a:t>Power and Energy</a:t>
            </a:r>
            <a:endParaRPr lang="en-US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819B20-1500-C7D2-CFC1-F7400AAA2EFA}"/>
              </a:ext>
            </a:extLst>
          </p:cNvPr>
          <p:cNvSpPr txBox="1"/>
          <p:nvPr/>
        </p:nvSpPr>
        <p:spPr>
          <a:xfrm>
            <a:off x="335526" y="5719885"/>
            <a:ext cx="855037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In fact, the </a:t>
            </a:r>
            <a:r>
              <a:rPr lang="en-US" b="1" dirty="0"/>
              <a:t>law of conservation of energy</a:t>
            </a:r>
            <a:r>
              <a:rPr lang="en-US" dirty="0"/>
              <a:t> must be obeyed in any electric circuit. For this reason, the algebraic sum of power in a circuit, at any instant of time, must be zero:</a:t>
            </a:r>
          </a:p>
          <a:p>
            <a:pPr>
              <a:buNone/>
            </a:pPr>
            <a:r>
              <a:rPr lang="en-US" dirty="0"/>
              <a:t>∑p=0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8760325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91825-E461-4129-A805-91933AA5F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042" y="172065"/>
            <a:ext cx="8458200" cy="678611"/>
          </a:xfrm>
        </p:spPr>
        <p:txBody>
          <a:bodyPr/>
          <a:lstStyle/>
          <a:p>
            <a:r>
              <a:rPr lang="en-US" dirty="0"/>
              <a:t>Power and Energy</a:t>
            </a:r>
            <a:endParaRPr lang="en-US" noProof="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0619412-956A-5019-FA46-058138A477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5173" y="840659"/>
            <a:ext cx="3341050" cy="110894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D92C57A-3CD9-B325-DB7A-911FCD4DE8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20529"/>
            <a:ext cx="9144000" cy="1434317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887F1E1C-31F5-D042-97DC-8D77B755208F}"/>
              </a:ext>
            </a:extLst>
          </p:cNvPr>
          <p:cNvGrpSpPr/>
          <p:nvPr/>
        </p:nvGrpSpPr>
        <p:grpSpPr>
          <a:xfrm>
            <a:off x="0" y="3605980"/>
            <a:ext cx="9144000" cy="1272978"/>
            <a:chOff x="0" y="3716593"/>
            <a:chExt cx="9144000" cy="1272978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207C1992-F2FC-E1CE-8CD5-4E0C0804C70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3716593"/>
              <a:ext cx="9144000" cy="1106129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618C18ED-2713-DD90-22D4-50F194EDCA3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0" y="4346160"/>
              <a:ext cx="9144000" cy="64341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15742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91825-E461-4129-A805-91933AA5F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042" y="172065"/>
            <a:ext cx="8458200" cy="678611"/>
          </a:xfrm>
        </p:spPr>
        <p:txBody>
          <a:bodyPr/>
          <a:lstStyle/>
          <a:p>
            <a:r>
              <a:rPr lang="en-US" dirty="0"/>
              <a:t>Power and Energy Examples</a:t>
            </a:r>
            <a:endParaRPr lang="en-US" noProof="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9E0E1A4-3E9E-6766-061A-0473577C11B5}"/>
              </a:ext>
            </a:extLst>
          </p:cNvPr>
          <p:cNvGrpSpPr/>
          <p:nvPr/>
        </p:nvGrpSpPr>
        <p:grpSpPr>
          <a:xfrm>
            <a:off x="0" y="1017501"/>
            <a:ext cx="9144000" cy="2265060"/>
            <a:chOff x="0" y="1017501"/>
            <a:chExt cx="9144000" cy="226506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F152ED3-4ADC-DBA7-6D1F-32D47E75655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1017501"/>
              <a:ext cx="9144000" cy="840796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015BC3AD-5C79-C89F-0051-081F78CACB7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2869" y="1510664"/>
              <a:ext cx="8650299" cy="1771897"/>
            </a:xfrm>
            <a:prstGeom prst="rect">
              <a:avLst/>
            </a:prstGeom>
          </p:spPr>
        </p:pic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64726552-E905-4E18-118A-9C02133D5C3F}"/>
              </a:ext>
            </a:extLst>
          </p:cNvPr>
          <p:cNvGrpSpPr/>
          <p:nvPr/>
        </p:nvGrpSpPr>
        <p:grpSpPr>
          <a:xfrm>
            <a:off x="0" y="3802307"/>
            <a:ext cx="9144000" cy="2802186"/>
            <a:chOff x="0" y="3802307"/>
            <a:chExt cx="9144000" cy="2802186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7B1D849E-CB99-CE27-9F14-6E645914695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3802307"/>
              <a:ext cx="9144000" cy="1647222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74E97BC6-C6C1-2F6D-62B2-D1966ABFC03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3239" y="4256977"/>
              <a:ext cx="8782665" cy="234751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484005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91825-E461-4129-A805-91933AA5F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042" y="172065"/>
            <a:ext cx="8458200" cy="678611"/>
          </a:xfrm>
        </p:spPr>
        <p:txBody>
          <a:bodyPr/>
          <a:lstStyle/>
          <a:p>
            <a:r>
              <a:rPr lang="en-US" dirty="0"/>
              <a:t>Power and Energy Examples</a:t>
            </a:r>
            <a:endParaRPr lang="en-US" noProof="0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A5E2DB5-F10C-1F50-D2EB-D5A53C63D240}"/>
              </a:ext>
            </a:extLst>
          </p:cNvPr>
          <p:cNvGrpSpPr/>
          <p:nvPr/>
        </p:nvGrpSpPr>
        <p:grpSpPr>
          <a:xfrm>
            <a:off x="0" y="854289"/>
            <a:ext cx="9144000" cy="3336913"/>
            <a:chOff x="0" y="854289"/>
            <a:chExt cx="9144000" cy="3336913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0816BAC2-1CCC-21BB-8CA8-1E5FA723C28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854289"/>
              <a:ext cx="9144000" cy="1137859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C72981FE-9729-3ED3-9AAC-DAE1AA972B1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5530" y="1295198"/>
              <a:ext cx="7258663" cy="2896004"/>
            </a:xfrm>
            <a:prstGeom prst="rect">
              <a:avLst/>
            </a:prstGeom>
          </p:spPr>
        </p:pic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2162BE85-321B-C0F9-9AA3-74C5FEF2C56C}"/>
              </a:ext>
            </a:extLst>
          </p:cNvPr>
          <p:cNvGrpSpPr/>
          <p:nvPr/>
        </p:nvGrpSpPr>
        <p:grpSpPr>
          <a:xfrm>
            <a:off x="0" y="4484183"/>
            <a:ext cx="9144000" cy="1094442"/>
            <a:chOff x="0" y="4484183"/>
            <a:chExt cx="9144000" cy="1094442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E7A978BE-FC25-8A8C-2CA5-8760FDD5926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4484183"/>
              <a:ext cx="9144000" cy="677080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0B8E03AC-28FB-98A7-1C77-851382CBFDD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73225" y="4892729"/>
              <a:ext cx="7573432" cy="68589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557770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91825-E461-4129-A805-91933AA5F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042" y="172065"/>
            <a:ext cx="8458200" cy="678611"/>
          </a:xfrm>
        </p:spPr>
        <p:txBody>
          <a:bodyPr/>
          <a:lstStyle/>
          <a:p>
            <a:r>
              <a:rPr lang="en-US" dirty="0"/>
              <a:t>Power and Energy Examples</a:t>
            </a:r>
            <a:endParaRPr lang="en-US" noProof="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2537498-370A-9174-6437-C02AEE1130B0}"/>
              </a:ext>
            </a:extLst>
          </p:cNvPr>
          <p:cNvGrpSpPr/>
          <p:nvPr/>
        </p:nvGrpSpPr>
        <p:grpSpPr>
          <a:xfrm>
            <a:off x="0" y="1165795"/>
            <a:ext cx="9144000" cy="1047345"/>
            <a:chOff x="0" y="1165795"/>
            <a:chExt cx="9144000" cy="1047345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26C56862-075F-C762-7993-97486746118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1165795"/>
              <a:ext cx="9144000" cy="677080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6A49C4B7-866D-178E-C194-F79BD4DAF91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1606691"/>
              <a:ext cx="9144000" cy="60644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024998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7D1CD-DA7E-4E1E-A786-BB9CFBF49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noProof="0" dirty="0"/>
              <a:t>Circuit Elements</a:t>
            </a:r>
            <a:endParaRPr lang="en-US" sz="1000" b="0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61D5C-86B4-41D8-80C2-087794DAFAB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1" y="1276709"/>
            <a:ext cx="4944396" cy="1580791"/>
          </a:xfrm>
        </p:spPr>
        <p:txBody>
          <a:bodyPr>
            <a:normAutofit fontScale="92500" lnSpcReduction="20000"/>
          </a:bodyPr>
          <a:lstStyle/>
          <a:p>
            <a:pPr>
              <a:spcBef>
                <a:spcPts val="1000"/>
              </a:spcBef>
              <a:spcAft>
                <a:spcPts val="0"/>
              </a:spcAft>
            </a:pPr>
            <a:r>
              <a:rPr lang="en-US" altLang="en-US" noProof="0" dirty="0"/>
              <a:t>Two types:</a:t>
            </a:r>
          </a:p>
          <a:p>
            <a:pPr marL="291600" lvl="1" indent="-291600">
              <a:spcBef>
                <a:spcPts val="1000"/>
              </a:spcBef>
              <a:spcAft>
                <a:spcPts val="0"/>
              </a:spcAft>
            </a:pPr>
            <a:r>
              <a:rPr lang="en-US" altLang="en-US" sz="2400" noProof="0" dirty="0"/>
              <a:t>Active</a:t>
            </a:r>
            <a:r>
              <a:rPr lang="en-US" altLang="en-US" sz="2400" dirty="0"/>
              <a:t>: Active elements can generate energy. </a:t>
            </a:r>
            <a:endParaRPr lang="en-US" altLang="en-US" sz="2400" noProof="0" dirty="0"/>
          </a:p>
          <a:p>
            <a:pPr marL="291600" lvl="1" indent="-291600">
              <a:spcBef>
                <a:spcPts val="1000"/>
              </a:spcBef>
              <a:spcAft>
                <a:spcPts val="0"/>
              </a:spcAft>
            </a:pPr>
            <a:r>
              <a:rPr lang="en-US" altLang="en-US" sz="2400" noProof="0" dirty="0"/>
              <a:t>Passive.</a:t>
            </a:r>
            <a:endParaRPr lang="en-US" sz="3200" noProof="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428A04-6A24-4A03-A4CB-EE84DB907BF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42900" y="3295116"/>
            <a:ext cx="4826410" cy="2602302"/>
          </a:xfrm>
        </p:spPr>
        <p:txBody>
          <a:bodyPr>
            <a:normAutofit/>
          </a:bodyPr>
          <a:lstStyle/>
          <a:p>
            <a:pPr algn="just">
              <a:spcBef>
                <a:spcPts val="1000"/>
              </a:spcBef>
              <a:spcAft>
                <a:spcPts val="0"/>
              </a:spcAft>
            </a:pPr>
            <a:r>
              <a:rPr lang="en-US" altLang="en-US" sz="1900" noProof="0" dirty="0"/>
              <a:t>The most important active elements are voltage and current sources.</a:t>
            </a:r>
          </a:p>
          <a:p>
            <a:pPr algn="just">
              <a:spcBef>
                <a:spcPts val="1000"/>
              </a:spcBef>
              <a:spcAft>
                <a:spcPts val="0"/>
              </a:spcAft>
            </a:pPr>
            <a:r>
              <a:rPr lang="en-US" altLang="en-US" sz="1900" dirty="0"/>
              <a:t>Active elements examples:</a:t>
            </a:r>
            <a:endParaRPr lang="en-US" altLang="en-US" sz="1900" noProof="0" dirty="0"/>
          </a:p>
          <a:p>
            <a:pPr marL="291600" lvl="1" indent="-291600">
              <a:spcBef>
                <a:spcPts val="1000"/>
              </a:spcBef>
              <a:spcAft>
                <a:spcPts val="0"/>
              </a:spcAft>
            </a:pPr>
            <a:r>
              <a:rPr lang="en-US" altLang="en-US" sz="2400" noProof="0" dirty="0"/>
              <a:t>Generators.</a:t>
            </a:r>
          </a:p>
          <a:p>
            <a:pPr marL="291600" lvl="1" indent="-291600">
              <a:spcBef>
                <a:spcPts val="1000"/>
              </a:spcBef>
              <a:spcAft>
                <a:spcPts val="0"/>
              </a:spcAft>
            </a:pPr>
            <a:r>
              <a:rPr lang="en-US" altLang="en-US" sz="2400" noProof="0" dirty="0"/>
              <a:t>Batteries.</a:t>
            </a:r>
          </a:p>
          <a:p>
            <a:pPr marL="291600" lvl="1" indent="-291600">
              <a:spcBef>
                <a:spcPts val="1000"/>
              </a:spcBef>
              <a:spcAft>
                <a:spcPts val="0"/>
              </a:spcAft>
            </a:pPr>
            <a:r>
              <a:rPr lang="en-US" altLang="en-US" sz="2400" noProof="0" dirty="0"/>
              <a:t>Operational Amplifiers.</a:t>
            </a:r>
            <a:endParaRPr lang="en-US" sz="2400" noProof="0" dirty="0"/>
          </a:p>
        </p:txBody>
      </p:sp>
      <p:pic>
        <p:nvPicPr>
          <p:cNvPr id="8" name="Picture 6">
            <a:extLst>
              <a:ext uri="{FF2B5EF4-FFF2-40B4-BE49-F238E27FC236}">
                <a16:creationId xmlns:a16="http://schemas.microsoft.com/office/drawing/2014/main" id="{67F2DC4D-34BA-45CA-B7C3-91A6801C2F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9952" y="4103550"/>
            <a:ext cx="3567022" cy="2245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5">
            <a:extLst>
              <a:ext uri="{FF2B5EF4-FFF2-40B4-BE49-F238E27FC236}">
                <a16:creationId xmlns:a16="http://schemas.microsoft.com/office/drawing/2014/main" id="{44CF556B-39CB-7D5D-1E8A-7C64C6B402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9798" y="1276709"/>
            <a:ext cx="3036729" cy="2200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575313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D8784-2FBC-43D6-87BC-2E4A3FBBF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noProof="0" dirty="0"/>
              <a:t>Circuit Elements II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D73B99-9605-4D34-9D27-291CDA8AC66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1276709"/>
            <a:ext cx="8458200" cy="2270055"/>
          </a:xfrm>
        </p:spPr>
        <p:txBody>
          <a:bodyPr/>
          <a:lstStyle/>
          <a:p>
            <a:pPr>
              <a:spcBef>
                <a:spcPts val="1000"/>
              </a:spcBef>
              <a:spcAft>
                <a:spcPts val="0"/>
              </a:spcAft>
            </a:pPr>
            <a:r>
              <a:rPr lang="en-US" altLang="en-US" sz="3200" noProof="0" dirty="0"/>
              <a:t>Passives absorb energy.</a:t>
            </a:r>
          </a:p>
          <a:p>
            <a:pPr marL="291600" lvl="1" indent="-291600">
              <a:spcBef>
                <a:spcPts val="1000"/>
              </a:spcBef>
              <a:spcAft>
                <a:spcPts val="0"/>
              </a:spcAft>
            </a:pPr>
            <a:r>
              <a:rPr lang="en-US" altLang="en-US" sz="2800" noProof="0" dirty="0"/>
              <a:t>Resistors.</a:t>
            </a:r>
          </a:p>
          <a:p>
            <a:pPr marL="291600" lvl="1" indent="-291600">
              <a:spcBef>
                <a:spcPts val="1000"/>
              </a:spcBef>
              <a:spcAft>
                <a:spcPts val="0"/>
              </a:spcAft>
            </a:pPr>
            <a:r>
              <a:rPr lang="en-US" altLang="en-US" sz="2800" noProof="0" dirty="0"/>
              <a:t>Capacitors.</a:t>
            </a:r>
          </a:p>
          <a:p>
            <a:pPr marL="291600" lvl="1" indent="-291600">
              <a:spcBef>
                <a:spcPts val="1000"/>
              </a:spcBef>
              <a:spcAft>
                <a:spcPts val="0"/>
              </a:spcAft>
            </a:pPr>
            <a:r>
              <a:rPr lang="en-US" altLang="en-US" sz="2800" noProof="0" dirty="0"/>
              <a:t>Inductors.</a:t>
            </a:r>
            <a:endParaRPr lang="en-US" sz="2800" noProof="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6C6088-D1FC-4862-833E-A5265CA24C9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42900" y="3835391"/>
            <a:ext cx="8458200" cy="1697182"/>
          </a:xfrm>
        </p:spPr>
        <p:txBody>
          <a:bodyPr>
            <a:normAutofit/>
          </a:bodyPr>
          <a:lstStyle/>
          <a:p>
            <a:pPr algn="just">
              <a:spcBef>
                <a:spcPts val="200"/>
              </a:spcBef>
            </a:pPr>
            <a:r>
              <a:rPr lang="en-US" altLang="en-US" sz="3200" noProof="0" dirty="0"/>
              <a:t>But it should be noted that only the resistor dissipates energy ideally.</a:t>
            </a:r>
          </a:p>
          <a:p>
            <a:pPr algn="just">
              <a:spcBef>
                <a:spcPts val="200"/>
              </a:spcBef>
            </a:pPr>
            <a:r>
              <a:rPr lang="en-US" altLang="en-US" sz="3200" noProof="0" dirty="0"/>
              <a:t>The inductor and capacitor do not.</a:t>
            </a:r>
            <a:endParaRPr lang="en-US" sz="3200" noProof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93E95C1-1E30-E7C3-1D3F-50E3D54E1E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68" y="5648632"/>
            <a:ext cx="9144000" cy="849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228705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7D1CD-DA7E-4E1E-A786-BB9CFBF49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noProof="0" dirty="0"/>
              <a:t>Ideal Voltage Source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61D5C-86B4-41D8-80C2-087794DAFABB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3200" noProof="0" dirty="0"/>
              <a:t>An ideal voltage source has no internal resistance.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3200" noProof="0" dirty="0"/>
              <a:t>It also is capable of producing any amount of current needed to establish the desired voltage at its terminals.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3200" noProof="0" dirty="0"/>
              <a:t>Thus, we can know the voltage at its terminals, but we don’t know in advance the current.</a:t>
            </a:r>
            <a:endParaRPr lang="en-US" sz="3200" noProof="0" dirty="0"/>
          </a:p>
        </p:txBody>
      </p:sp>
    </p:spTree>
    <p:extLst>
      <p:ext uri="{BB962C8B-B14F-4D97-AF65-F5344CB8AC3E}">
        <p14:creationId xmlns:p14="http://schemas.microsoft.com/office/powerpoint/2010/main" val="99590523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60FBFEC-074D-4588-88BC-70773A724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noProof="0" dirty="0"/>
              <a:t>Ideal Current Source</a:t>
            </a:r>
            <a:endParaRPr lang="en-US" noProof="0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8C16463-87C5-48BB-A8EE-68A8DC8E981B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3200" noProof="0" dirty="0"/>
              <a:t>Current sources are the opposite of the voltage source: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3200" noProof="0" dirty="0"/>
              <a:t>They have infinite resistance.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3200" noProof="0" dirty="0"/>
              <a:t>They will generate any voltage to establish the desired current through them.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3200" noProof="0" dirty="0"/>
              <a:t>We can know the current through them in advance, but not the voltage.</a:t>
            </a:r>
            <a:endParaRPr lang="en-US" sz="3200" noProof="0" dirty="0"/>
          </a:p>
        </p:txBody>
      </p:sp>
    </p:spTree>
    <p:extLst>
      <p:ext uri="{BB962C8B-B14F-4D97-AF65-F5344CB8AC3E}">
        <p14:creationId xmlns:p14="http://schemas.microsoft.com/office/powerpoint/2010/main" val="40413463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C0260-DB44-4DFE-B1C9-C080EEFCF5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noProof="0" dirty="0"/>
              <a:t>Ideal sources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780E99-05CB-436D-90AC-41FAD0E88BDD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3200" noProof="0" dirty="0"/>
              <a:t>Both the voltage and current source ideally can generate infinite power.</a:t>
            </a:r>
          </a:p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3200" noProof="0" dirty="0"/>
              <a:t>They are also capable of absorbing power from the circuit.</a:t>
            </a:r>
          </a:p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3200" noProof="0" dirty="0"/>
              <a:t>It is important to remember that these sources do have limits in reality:</a:t>
            </a:r>
          </a:p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3200" noProof="0" dirty="0"/>
              <a:t>Voltage sources have an upper current limit.</a:t>
            </a:r>
          </a:p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3200" noProof="0" dirty="0"/>
              <a:t>Current sources have an upper voltage limit.</a:t>
            </a:r>
            <a:endParaRPr lang="en-US" sz="3200" noProof="0" dirty="0"/>
          </a:p>
        </p:txBody>
      </p:sp>
    </p:spTree>
    <p:extLst>
      <p:ext uri="{BB962C8B-B14F-4D97-AF65-F5344CB8AC3E}">
        <p14:creationId xmlns:p14="http://schemas.microsoft.com/office/powerpoint/2010/main" val="213964337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36180F-5A5B-4B47-BEE4-335F18B87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797" y="68826"/>
            <a:ext cx="8458200" cy="678611"/>
          </a:xfrm>
        </p:spPr>
        <p:txBody>
          <a:bodyPr/>
          <a:lstStyle/>
          <a:p>
            <a:r>
              <a:rPr lang="en-US" altLang="en-US" noProof="0" dirty="0"/>
              <a:t>Dependent Sources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70067D-D3C1-4176-9BDD-3BFBCA5A96A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06925" y="731019"/>
            <a:ext cx="5172998" cy="5124091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  <a:spcAft>
                <a:spcPts val="100"/>
              </a:spcAft>
            </a:pPr>
            <a:r>
              <a:rPr lang="en-US" altLang="en-US" sz="2400" noProof="0" dirty="0"/>
              <a:t>A dependent source has its output controlled by an input value.</a:t>
            </a:r>
          </a:p>
          <a:p>
            <a:pPr>
              <a:spcBef>
                <a:spcPts val="1000"/>
              </a:spcBef>
              <a:spcAft>
                <a:spcPts val="100"/>
              </a:spcAft>
            </a:pPr>
            <a:r>
              <a:rPr lang="en-US" altLang="en-US" sz="2400" noProof="0" dirty="0"/>
              <a:t>Symbolically represented as a diamond.</a:t>
            </a:r>
          </a:p>
          <a:p>
            <a:pPr>
              <a:spcBef>
                <a:spcPts val="1000"/>
              </a:spcBef>
              <a:spcAft>
                <a:spcPts val="100"/>
              </a:spcAft>
            </a:pPr>
            <a:r>
              <a:rPr lang="en-US" altLang="en-US" sz="2400" noProof="0" dirty="0"/>
              <a:t>Four types:</a:t>
            </a:r>
          </a:p>
          <a:p>
            <a:pPr marL="291600" lvl="1" indent="-291600">
              <a:spcBef>
                <a:spcPts val="1000"/>
              </a:spcBef>
              <a:spcAft>
                <a:spcPts val="100"/>
              </a:spcAft>
            </a:pPr>
            <a:r>
              <a:rPr lang="en-US" altLang="en-US" sz="2000" noProof="0" dirty="0"/>
              <a:t>A voltage-controlled voltage source (V</a:t>
            </a:r>
            <a:r>
              <a:rPr lang="en-US" altLang="en-US" sz="100" noProof="0" dirty="0"/>
              <a:t> </a:t>
            </a:r>
            <a:r>
              <a:rPr lang="en-US" altLang="en-US" sz="2000" noProof="0" dirty="0"/>
              <a:t>C</a:t>
            </a:r>
            <a:r>
              <a:rPr lang="en-US" altLang="en-US" sz="100" noProof="0" dirty="0"/>
              <a:t> </a:t>
            </a:r>
            <a:r>
              <a:rPr lang="en-US" altLang="en-US" sz="2000" noProof="0" dirty="0"/>
              <a:t>V</a:t>
            </a:r>
            <a:r>
              <a:rPr lang="en-US" altLang="en-US" sz="100" noProof="0" dirty="0"/>
              <a:t> </a:t>
            </a:r>
            <a:r>
              <a:rPr lang="en-US" altLang="en-US" sz="2000" noProof="0" dirty="0"/>
              <a:t>S).</a:t>
            </a:r>
          </a:p>
          <a:p>
            <a:pPr marL="291600" lvl="1" indent="-291600">
              <a:spcBef>
                <a:spcPts val="1000"/>
              </a:spcBef>
              <a:spcAft>
                <a:spcPts val="100"/>
              </a:spcAft>
            </a:pPr>
            <a:r>
              <a:rPr lang="en-US" altLang="en-US" sz="2000" noProof="0" dirty="0"/>
              <a:t>A current-controlled voltage source (C</a:t>
            </a:r>
            <a:r>
              <a:rPr lang="en-US" altLang="en-US" sz="100" noProof="0" dirty="0"/>
              <a:t> </a:t>
            </a:r>
            <a:r>
              <a:rPr lang="en-US" altLang="en-US" sz="2000" noProof="0" dirty="0" err="1"/>
              <a:t>C</a:t>
            </a:r>
            <a:r>
              <a:rPr lang="en-US" altLang="en-US" sz="100" noProof="0" dirty="0"/>
              <a:t> </a:t>
            </a:r>
            <a:r>
              <a:rPr lang="en-US" altLang="en-US" sz="2000" noProof="0" dirty="0"/>
              <a:t>V</a:t>
            </a:r>
            <a:r>
              <a:rPr lang="en-US" altLang="en-US" sz="100" noProof="0" dirty="0"/>
              <a:t> </a:t>
            </a:r>
            <a:r>
              <a:rPr lang="en-US" altLang="en-US" sz="2000" noProof="0" dirty="0"/>
              <a:t>S).</a:t>
            </a:r>
          </a:p>
          <a:p>
            <a:pPr marL="291600" lvl="1" indent="-291600">
              <a:spcBef>
                <a:spcPts val="1000"/>
              </a:spcBef>
              <a:spcAft>
                <a:spcPts val="100"/>
              </a:spcAft>
            </a:pPr>
            <a:r>
              <a:rPr lang="en-US" altLang="en-US" sz="2000" noProof="0" dirty="0"/>
              <a:t>A voltage-controlled current source (V</a:t>
            </a:r>
            <a:r>
              <a:rPr lang="en-US" altLang="en-US" sz="100" noProof="0" dirty="0"/>
              <a:t> </a:t>
            </a:r>
            <a:r>
              <a:rPr lang="en-US" altLang="en-US" sz="2000" noProof="0" dirty="0"/>
              <a:t>C</a:t>
            </a:r>
            <a:r>
              <a:rPr lang="en-US" altLang="en-US" sz="100" noProof="0" dirty="0"/>
              <a:t> </a:t>
            </a:r>
            <a:r>
              <a:rPr lang="en-US" altLang="en-US" sz="2000" noProof="0" dirty="0" err="1"/>
              <a:t>C</a:t>
            </a:r>
            <a:r>
              <a:rPr lang="en-US" altLang="en-US" sz="100" noProof="0" dirty="0"/>
              <a:t> </a:t>
            </a:r>
            <a:r>
              <a:rPr lang="en-US" altLang="en-US" sz="2000" noProof="0" dirty="0"/>
              <a:t>S).</a:t>
            </a:r>
          </a:p>
          <a:p>
            <a:pPr marL="291600" lvl="1" indent="-291600">
              <a:spcBef>
                <a:spcPts val="1000"/>
              </a:spcBef>
              <a:spcAft>
                <a:spcPts val="100"/>
              </a:spcAft>
            </a:pPr>
            <a:r>
              <a:rPr lang="en-US" altLang="en-US" sz="2000" noProof="0" dirty="0"/>
              <a:t>A current-controlled current source (C</a:t>
            </a:r>
            <a:r>
              <a:rPr lang="en-US" altLang="en-US" sz="100" noProof="0" dirty="0"/>
              <a:t> </a:t>
            </a:r>
            <a:r>
              <a:rPr lang="en-US" altLang="en-US" sz="2000" noProof="0" dirty="0" err="1"/>
              <a:t>C</a:t>
            </a:r>
            <a:r>
              <a:rPr lang="en-US" altLang="en-US" sz="100" noProof="0" dirty="0"/>
              <a:t> </a:t>
            </a:r>
            <a:r>
              <a:rPr lang="en-US" altLang="en-US" sz="2000" noProof="0" dirty="0" err="1"/>
              <a:t>C</a:t>
            </a:r>
            <a:r>
              <a:rPr lang="en-US" altLang="en-US" sz="100" noProof="0" dirty="0"/>
              <a:t> </a:t>
            </a:r>
            <a:r>
              <a:rPr lang="en-US" altLang="en-US" sz="2000" noProof="0" dirty="0"/>
              <a:t>S).</a:t>
            </a:r>
          </a:p>
        </p:txBody>
      </p:sp>
      <p:pic>
        <p:nvPicPr>
          <p:cNvPr id="8" name="Picture 5">
            <a:extLst>
              <a:ext uri="{FF2B5EF4-FFF2-40B4-BE49-F238E27FC236}">
                <a16:creationId xmlns:a16="http://schemas.microsoft.com/office/drawing/2014/main" id="{F4FD35C5-3FF3-403F-9A48-FCFD1CEB34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9137" y="1197602"/>
            <a:ext cx="3225149" cy="23031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F082D04-40DF-459D-CC12-45C2CB0E7A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19" y="6024582"/>
            <a:ext cx="9144000" cy="619699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A7CAAC79-42F8-2F50-B340-CF4BCD63E6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9032" y="4287354"/>
            <a:ext cx="4324968" cy="1729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830966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36180F-5A5B-4B47-BEE4-335F18B87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noProof="0" dirty="0"/>
              <a:t>Dependent Source example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70067D-D3C1-4176-9BDD-3BFBCA5A96A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1276709"/>
            <a:ext cx="8458200" cy="2270055"/>
          </a:xfrm>
        </p:spPr>
        <p:txBody>
          <a:bodyPr>
            <a:normAutofit/>
          </a:bodyPr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3200" noProof="0" dirty="0"/>
              <a:t>The circuit shown below is an example of using a dependent source.</a:t>
            </a:r>
          </a:p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3200" noProof="0" dirty="0"/>
              <a:t>The source on the right is controlled by the current passing through element C.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ED564580-6544-4CA3-9992-A8B1963333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8423" y="3720920"/>
            <a:ext cx="5167154" cy="2648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9576861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4783C-41C0-4598-B7F7-4F4CD5E9D0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192490"/>
            <a:ext cx="8458200" cy="903231"/>
          </a:xfrm>
        </p:spPr>
        <p:txBody>
          <a:bodyPr>
            <a:normAutofit/>
          </a:bodyPr>
          <a:lstStyle/>
          <a:p>
            <a:r>
              <a:rPr lang="en-US" altLang="en-US" noProof="0" dirty="0"/>
              <a:t>Circuit Elements Example</a:t>
            </a:r>
            <a:endParaRPr lang="en-US" noProof="0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F6492EA-41DE-D740-6F5A-2F5051A5DDF3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2"/>
          <a:stretch>
            <a:fillRect/>
          </a:stretch>
        </p:blipFill>
        <p:spPr>
          <a:xfrm>
            <a:off x="0" y="886608"/>
            <a:ext cx="9144000" cy="3471539"/>
          </a:xfrm>
        </p:spPr>
      </p:pic>
    </p:spTree>
    <p:extLst>
      <p:ext uri="{BB962C8B-B14F-4D97-AF65-F5344CB8AC3E}">
        <p14:creationId xmlns:p14="http://schemas.microsoft.com/office/powerpoint/2010/main" val="234859933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DEC0A-5E3C-CC75-EBEA-D29BBADAA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Extra Examples for charge and current</a:t>
            </a:r>
            <a:endParaRPr lang="en-CA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29A87D5-1BF6-2342-0938-5266726170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309" y="2462981"/>
            <a:ext cx="3033383" cy="1856083"/>
          </a:xfrm>
          <a:prstGeom prst="rect">
            <a:avLst/>
          </a:prstGeom>
        </p:spPr>
      </p:pic>
      <p:sp>
        <p:nvSpPr>
          <p:cNvPr id="10" name="Rectangle 1">
            <a:extLst>
              <a:ext uri="{FF2B5EF4-FFF2-40B4-BE49-F238E27FC236}">
                <a16:creationId xmlns:a16="http://schemas.microsoft.com/office/drawing/2014/main" id="{BF3E3438-B663-2AB8-05F0-55E87EBFB4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9716" y="1022159"/>
            <a:ext cx="7241458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The charge entering a certain element is shown in the figure below.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Find the current at: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</a:b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(a)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t = 2 ms  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(b)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t = 6 ms  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(c)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t = 8 ms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(Assume q(t) is in mC and t is in ms.) and </a:t>
            </a:r>
            <a:r>
              <a:rPr lang="en-US" dirty="0"/>
              <a:t>Sketch the corresponding current.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F464374-0DA5-3B83-DC2F-DE2AC21CFF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7926" y="4729925"/>
            <a:ext cx="3279938" cy="1788365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AD8CCAD5-AEC3-9419-599E-805537F5DB4A}"/>
              </a:ext>
            </a:extLst>
          </p:cNvPr>
          <p:cNvGrpSpPr/>
          <p:nvPr/>
        </p:nvGrpSpPr>
        <p:grpSpPr>
          <a:xfrm>
            <a:off x="1807017" y="5130508"/>
            <a:ext cx="272160" cy="10080"/>
            <a:chOff x="1807017" y="5130508"/>
            <a:chExt cx="272160" cy="1008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28325CA1-0C92-B664-FCBA-30A094C429BE}"/>
                    </a:ext>
                  </a:extLst>
                </p14:cNvPr>
                <p14:cNvContentPartPr/>
                <p14:nvPr/>
              </p14:nvContentPartPr>
              <p14:xfrm>
                <a:off x="1840857" y="5140228"/>
                <a:ext cx="360" cy="3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28325CA1-0C92-B664-FCBA-30A094C429BE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832217" y="5086588"/>
                  <a:ext cx="1800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65968A0C-AACC-D406-6789-6D9E67D42D95}"/>
                    </a:ext>
                  </a:extLst>
                </p14:cNvPr>
                <p14:cNvContentPartPr/>
                <p14:nvPr/>
              </p14:nvContentPartPr>
              <p14:xfrm>
                <a:off x="1807017" y="5130508"/>
                <a:ext cx="272160" cy="97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65968A0C-AACC-D406-6789-6D9E67D42D95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798017" y="5076868"/>
                  <a:ext cx="289800" cy="117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F592B9F6-8D4D-8AD3-A594-E54A37C7538C}"/>
                  </a:ext>
                </a:extLst>
              </p14:cNvPr>
              <p14:cNvContentPartPr/>
              <p14:nvPr/>
            </p14:nvContentPartPr>
            <p14:xfrm>
              <a:off x="1882977" y="5135548"/>
              <a:ext cx="330480" cy="3240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F592B9F6-8D4D-8AD3-A594-E54A37C7538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819977" y="5072548"/>
                <a:ext cx="456120" cy="158040"/>
              </a:xfrm>
              <a:prstGeom prst="rect">
                <a:avLst/>
              </a:prstGeom>
            </p:spPr>
          </p:pic>
        </mc:Fallback>
      </mc:AlternateContent>
      <p:grpSp>
        <p:nvGrpSpPr>
          <p:cNvPr id="24" name="Group 23">
            <a:extLst>
              <a:ext uri="{FF2B5EF4-FFF2-40B4-BE49-F238E27FC236}">
                <a16:creationId xmlns:a16="http://schemas.microsoft.com/office/drawing/2014/main" id="{5BD7160D-A6DE-A97D-D5DC-DE7A832E855A}"/>
              </a:ext>
            </a:extLst>
          </p:cNvPr>
          <p:cNvGrpSpPr/>
          <p:nvPr/>
        </p:nvGrpSpPr>
        <p:grpSpPr>
          <a:xfrm>
            <a:off x="2263137" y="5157868"/>
            <a:ext cx="2369520" cy="1041480"/>
            <a:chOff x="2263137" y="5157868"/>
            <a:chExt cx="2369520" cy="1041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E1B96EBE-1200-8B76-7FA6-C48A9EF15B16}"/>
                    </a:ext>
                  </a:extLst>
                </p14:cNvPr>
                <p14:cNvContentPartPr/>
                <p14:nvPr/>
              </p14:nvContentPartPr>
              <p14:xfrm>
                <a:off x="2263137" y="5157868"/>
                <a:ext cx="1397880" cy="7124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E1B96EBE-1200-8B76-7FA6-C48A9EF15B1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200137" y="5094868"/>
                  <a:ext cx="1523520" cy="83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403832F5-24A3-B456-AF34-D4AA6CB88417}"/>
                    </a:ext>
                  </a:extLst>
                </p14:cNvPr>
                <p14:cNvContentPartPr/>
                <p14:nvPr/>
              </p14:nvContentPartPr>
              <p14:xfrm>
                <a:off x="3653097" y="5955988"/>
                <a:ext cx="979560" cy="2433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403832F5-24A3-B456-AF34-D4AA6CB8841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590097" y="5893348"/>
                  <a:ext cx="1105200" cy="369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BA4836F3-11E0-0A47-48A1-F1D7E2E9F2CA}"/>
              </a:ext>
            </a:extLst>
          </p:cNvPr>
          <p:cNvGrpSpPr/>
          <p:nvPr/>
        </p:nvGrpSpPr>
        <p:grpSpPr>
          <a:xfrm>
            <a:off x="2271777" y="5436508"/>
            <a:ext cx="8280" cy="162360"/>
            <a:chOff x="2271777" y="5436508"/>
            <a:chExt cx="8280" cy="16236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EBC8F2B9-63C1-7225-CC8F-1BC3524712C4}"/>
                    </a:ext>
                  </a:extLst>
                </p14:cNvPr>
                <p14:cNvContentPartPr/>
                <p14:nvPr/>
              </p14:nvContentPartPr>
              <p14:xfrm>
                <a:off x="2271777" y="5520028"/>
                <a:ext cx="720" cy="104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EBC8F2B9-63C1-7225-CC8F-1BC3524712C4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263137" y="5466388"/>
                  <a:ext cx="1836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31343A90-B5DC-8F85-85A1-9147715C4DD8}"/>
                    </a:ext>
                  </a:extLst>
                </p14:cNvPr>
                <p14:cNvContentPartPr/>
                <p14:nvPr/>
              </p14:nvContentPartPr>
              <p14:xfrm>
                <a:off x="2275017" y="5592028"/>
                <a:ext cx="5040" cy="68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31343A90-B5DC-8F85-85A1-9147715C4DD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266377" y="5538028"/>
                  <a:ext cx="2268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656F9100-956D-22DC-EE13-0F26CAF8407D}"/>
                    </a:ext>
                  </a:extLst>
                </p14:cNvPr>
                <p14:cNvContentPartPr/>
                <p14:nvPr/>
              </p14:nvContentPartPr>
              <p14:xfrm>
                <a:off x="2279697" y="5436508"/>
                <a:ext cx="360" cy="576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656F9100-956D-22DC-EE13-0F26CAF8407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271057" y="5382868"/>
                  <a:ext cx="18000" cy="113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9B22F02B-6351-FB94-75DC-50EA83212179}"/>
              </a:ext>
            </a:extLst>
          </p:cNvPr>
          <p:cNvGrpSpPr/>
          <p:nvPr/>
        </p:nvGrpSpPr>
        <p:grpSpPr>
          <a:xfrm>
            <a:off x="2257017" y="5133028"/>
            <a:ext cx="33840" cy="189720"/>
            <a:chOff x="2257017" y="5133028"/>
            <a:chExt cx="33840" cy="18972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B9A36877-B927-2500-8668-B2945CB7A4AB}"/>
                    </a:ext>
                  </a:extLst>
                </p14:cNvPr>
                <p14:cNvContentPartPr/>
                <p14:nvPr/>
              </p14:nvContentPartPr>
              <p14:xfrm>
                <a:off x="2267817" y="5134108"/>
                <a:ext cx="720" cy="72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B9A36877-B927-2500-8668-B2945CB7A4A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258817" y="5080108"/>
                  <a:ext cx="1836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71EDAF02-6891-CD9C-B67B-84F251934AB3}"/>
                    </a:ext>
                  </a:extLst>
                </p14:cNvPr>
                <p14:cNvContentPartPr/>
                <p14:nvPr/>
              </p14:nvContentPartPr>
              <p14:xfrm>
                <a:off x="2280777" y="5210428"/>
                <a:ext cx="720" cy="64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71EDAF02-6891-CD9C-B67B-84F251934AB3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272137" y="5156428"/>
                  <a:ext cx="1836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352C9616-27F2-402A-7EAD-C154E199591B}"/>
                    </a:ext>
                  </a:extLst>
                </p14:cNvPr>
                <p14:cNvContentPartPr/>
                <p14:nvPr/>
              </p14:nvContentPartPr>
              <p14:xfrm>
                <a:off x="2257017" y="5163268"/>
                <a:ext cx="1440" cy="79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352C9616-27F2-402A-7EAD-C154E199591B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248377" y="5109628"/>
                  <a:ext cx="1908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AF66E8AB-9CA4-3B6C-EBFF-35997500B845}"/>
                    </a:ext>
                  </a:extLst>
                </p14:cNvPr>
                <p14:cNvContentPartPr/>
                <p14:nvPr/>
              </p14:nvContentPartPr>
              <p14:xfrm>
                <a:off x="2272137" y="5229868"/>
                <a:ext cx="720" cy="21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AF66E8AB-9CA4-3B6C-EBFF-35997500B845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263137" y="5175868"/>
                  <a:ext cx="1836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32415AD8-D3F0-1FCE-064F-C1292FEAD3B3}"/>
                    </a:ext>
                  </a:extLst>
                </p14:cNvPr>
                <p14:cNvContentPartPr/>
                <p14:nvPr/>
              </p14:nvContentPartPr>
              <p14:xfrm>
                <a:off x="2288697" y="5279188"/>
                <a:ext cx="2160" cy="435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32415AD8-D3F0-1FCE-064F-C1292FEAD3B3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280057" y="5225188"/>
                  <a:ext cx="1980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3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83BB45C4-D829-4FC4-3FA3-0E2D369295FD}"/>
                    </a:ext>
                  </a:extLst>
                </p14:cNvPr>
                <p14:cNvContentPartPr/>
                <p14:nvPr/>
              </p14:nvContentPartPr>
              <p14:xfrm>
                <a:off x="2269977" y="5133028"/>
                <a:ext cx="11160" cy="601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83BB45C4-D829-4FC4-3FA3-0E2D369295FD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260977" y="5079388"/>
                  <a:ext cx="28800" cy="167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2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5C5F6715-D333-4D6B-2864-66DDF0CD5CE1}"/>
                  </a:ext>
                </a:extLst>
              </p14:cNvPr>
              <p14:cNvContentPartPr/>
              <p14:nvPr/>
            </p14:nvContentPartPr>
            <p14:xfrm>
              <a:off x="2564817" y="5843308"/>
              <a:ext cx="14400" cy="216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5C5F6715-D333-4D6B-2864-66DDF0CD5CE1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2555817" y="5789308"/>
                <a:ext cx="32040" cy="109800"/>
              </a:xfrm>
              <a:prstGeom prst="rect">
                <a:avLst/>
              </a:prstGeom>
            </p:spPr>
          </p:pic>
        </mc:Fallback>
      </mc:AlternateContent>
      <p:grpSp>
        <p:nvGrpSpPr>
          <p:cNvPr id="67" name="Group 66">
            <a:extLst>
              <a:ext uri="{FF2B5EF4-FFF2-40B4-BE49-F238E27FC236}">
                <a16:creationId xmlns:a16="http://schemas.microsoft.com/office/drawing/2014/main" id="{29102683-D727-51CE-9A75-C6B8A0791E9B}"/>
              </a:ext>
            </a:extLst>
          </p:cNvPr>
          <p:cNvGrpSpPr/>
          <p:nvPr/>
        </p:nvGrpSpPr>
        <p:grpSpPr>
          <a:xfrm>
            <a:off x="2234337" y="5767708"/>
            <a:ext cx="176040" cy="127080"/>
            <a:chOff x="2234337" y="5767708"/>
            <a:chExt cx="176040" cy="12708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3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CD77CC70-80F1-E030-57C6-E63E45AAAA0C}"/>
                    </a:ext>
                  </a:extLst>
                </p14:cNvPr>
                <p14:cNvContentPartPr/>
                <p14:nvPr/>
              </p14:nvContentPartPr>
              <p14:xfrm>
                <a:off x="2278257" y="5887228"/>
                <a:ext cx="4680" cy="75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CD77CC70-80F1-E030-57C6-E63E45AAAA0C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269617" y="5833228"/>
                  <a:ext cx="2232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3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EF81E818-8A85-AF86-6BA3-0234E97318FA}"/>
                    </a:ext>
                  </a:extLst>
                </p14:cNvPr>
                <p14:cNvContentPartPr/>
                <p14:nvPr/>
              </p14:nvContentPartPr>
              <p14:xfrm>
                <a:off x="2277897" y="5851588"/>
                <a:ext cx="720" cy="61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EF81E818-8A85-AF86-6BA3-0234E97318FA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269257" y="5797588"/>
                  <a:ext cx="1836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3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595FFA27-2A77-0E20-7F93-768BAA5DC6C3}"/>
                    </a:ext>
                  </a:extLst>
                </p14:cNvPr>
                <p14:cNvContentPartPr/>
                <p14:nvPr/>
              </p14:nvContentPartPr>
              <p14:xfrm>
                <a:off x="2272137" y="5786068"/>
                <a:ext cx="4320" cy="313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595FFA27-2A77-0E20-7F93-768BAA5DC6C3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263137" y="5732428"/>
                  <a:ext cx="2196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4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7C17E568-A7FA-B892-9E09-B3A0BB9DBEAB}"/>
                    </a:ext>
                  </a:extLst>
                </p14:cNvPr>
                <p14:cNvContentPartPr/>
                <p14:nvPr/>
              </p14:nvContentPartPr>
              <p14:xfrm>
                <a:off x="2269257" y="5767708"/>
                <a:ext cx="720" cy="21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7C17E568-A7FA-B892-9E09-B3A0BB9DBEAB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260257" y="5713708"/>
                  <a:ext cx="1836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4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E4416503-992C-9BEC-DFD4-7E6075FE1DC4}"/>
                    </a:ext>
                  </a:extLst>
                </p14:cNvPr>
                <p14:cNvContentPartPr/>
                <p14:nvPr/>
              </p14:nvContentPartPr>
              <p14:xfrm>
                <a:off x="2234337" y="5828908"/>
                <a:ext cx="11160" cy="36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E4416503-992C-9BEC-DFD4-7E6075FE1DC4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225697" y="5775268"/>
                  <a:ext cx="2880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4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EC7DA621-ADFF-5633-2BD2-083C2D056D85}"/>
                    </a:ext>
                  </a:extLst>
                </p14:cNvPr>
                <p14:cNvContentPartPr/>
                <p14:nvPr/>
              </p14:nvContentPartPr>
              <p14:xfrm>
                <a:off x="2342697" y="5845828"/>
                <a:ext cx="3240" cy="21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EC7DA621-ADFF-5633-2BD2-083C2D056D85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334057" y="5791828"/>
                  <a:ext cx="2088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4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2C99BBB5-B7CE-B347-294F-5D138EA76518}"/>
                    </a:ext>
                  </a:extLst>
                </p14:cNvPr>
                <p14:cNvContentPartPr/>
                <p14:nvPr/>
              </p14:nvContentPartPr>
              <p14:xfrm>
                <a:off x="2404617" y="5850148"/>
                <a:ext cx="5760" cy="72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2C99BBB5-B7CE-B347-294F-5D138EA76518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395617" y="5796148"/>
                  <a:ext cx="23400" cy="108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8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90518208-C8F3-AFA1-DE6E-80FDBCF4D020}"/>
                  </a:ext>
                </a:extLst>
              </p14:cNvPr>
              <p14:cNvContentPartPr/>
              <p14:nvPr/>
            </p14:nvContentPartPr>
            <p14:xfrm>
              <a:off x="2545017" y="5853028"/>
              <a:ext cx="1800" cy="180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90518208-C8F3-AFA1-DE6E-80FDBCF4D020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2536377" y="5799388"/>
                <a:ext cx="19440" cy="109440"/>
              </a:xfrm>
              <a:prstGeom prst="rect">
                <a:avLst/>
              </a:prstGeom>
            </p:spPr>
          </p:pic>
        </mc:Fallback>
      </mc:AlternateContent>
      <p:grpSp>
        <p:nvGrpSpPr>
          <p:cNvPr id="66" name="Group 65">
            <a:extLst>
              <a:ext uri="{FF2B5EF4-FFF2-40B4-BE49-F238E27FC236}">
                <a16:creationId xmlns:a16="http://schemas.microsoft.com/office/drawing/2014/main" id="{021959C0-54AC-9F0B-EE9C-01840CFF6E11}"/>
              </a:ext>
            </a:extLst>
          </p:cNvPr>
          <p:cNvGrpSpPr/>
          <p:nvPr/>
        </p:nvGrpSpPr>
        <p:grpSpPr>
          <a:xfrm>
            <a:off x="2683977" y="5841148"/>
            <a:ext cx="225360" cy="25560"/>
            <a:chOff x="2683977" y="5841148"/>
            <a:chExt cx="225360" cy="2556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5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E5EA42A4-D6BD-F4E3-5627-C65F5EC101F5}"/>
                    </a:ext>
                  </a:extLst>
                </p14:cNvPr>
                <p14:cNvContentPartPr/>
                <p14:nvPr/>
              </p14:nvContentPartPr>
              <p14:xfrm>
                <a:off x="2732217" y="5865268"/>
                <a:ext cx="5400" cy="14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E5EA42A4-D6BD-F4E3-5627-C65F5EC101F5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723577" y="5811628"/>
                  <a:ext cx="2304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5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5B9A6738-EB70-52EE-10B5-5AE672AADA7A}"/>
                    </a:ext>
                  </a:extLst>
                </p14:cNvPr>
                <p14:cNvContentPartPr/>
                <p14:nvPr/>
              </p14:nvContentPartPr>
              <p14:xfrm>
                <a:off x="2830137" y="5858788"/>
                <a:ext cx="12240" cy="25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5B9A6738-EB70-52EE-10B5-5AE672AADA7A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821497" y="5805148"/>
                  <a:ext cx="2988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5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19EA3A0A-F319-7F4A-7EA1-80416A318BD9}"/>
                    </a:ext>
                  </a:extLst>
                </p14:cNvPr>
                <p14:cNvContentPartPr/>
                <p14:nvPr/>
              </p14:nvContentPartPr>
              <p14:xfrm>
                <a:off x="2683977" y="5841148"/>
                <a:ext cx="10080" cy="3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19EA3A0A-F319-7F4A-7EA1-80416A318BD9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674977" y="5787508"/>
                  <a:ext cx="2772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5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2652624D-7E76-BD5D-1E50-778681CC7808}"/>
                    </a:ext>
                  </a:extLst>
                </p14:cNvPr>
                <p14:cNvContentPartPr/>
                <p14:nvPr/>
              </p14:nvContentPartPr>
              <p14:xfrm>
                <a:off x="2800977" y="5855548"/>
                <a:ext cx="1800" cy="36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2652624D-7E76-BD5D-1E50-778681CC7808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791977" y="5801908"/>
                  <a:ext cx="1944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5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226CEC30-9317-90A3-6681-A1C5EF262863}"/>
                    </a:ext>
                  </a:extLst>
                </p14:cNvPr>
                <p14:cNvContentPartPr/>
                <p14:nvPr/>
              </p14:nvContentPartPr>
              <p14:xfrm>
                <a:off x="2905017" y="5849788"/>
                <a:ext cx="4320" cy="108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226CEC30-9317-90A3-6681-A1C5EF262863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896017" y="5795788"/>
                  <a:ext cx="21960" cy="108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60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E39D2C04-9B90-5E3B-DDDE-A271FD65CB90}"/>
                  </a:ext>
                </a:extLst>
              </p14:cNvPr>
              <p14:cNvContentPartPr/>
              <p14:nvPr/>
            </p14:nvContentPartPr>
            <p14:xfrm>
              <a:off x="3050097" y="5844028"/>
              <a:ext cx="7200" cy="72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E39D2C04-9B90-5E3B-DDDE-A271FD65CB90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3041097" y="5790388"/>
                <a:ext cx="24840" cy="10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62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91C84E86-0B6D-8A89-97F7-15E250B537B9}"/>
                  </a:ext>
                </a:extLst>
              </p14:cNvPr>
              <p14:cNvContentPartPr/>
              <p14:nvPr/>
            </p14:nvContentPartPr>
            <p14:xfrm>
              <a:off x="3177897" y="5842948"/>
              <a:ext cx="3600" cy="72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91C84E86-0B6D-8A89-97F7-15E250B537B9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3169257" y="5788948"/>
                <a:ext cx="21240" cy="10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64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78133116-06ED-CABD-6963-C338FD4ACBFA}"/>
                  </a:ext>
                </a:extLst>
              </p14:cNvPr>
              <p14:cNvContentPartPr/>
              <p14:nvPr/>
            </p14:nvContentPartPr>
            <p14:xfrm>
              <a:off x="3320097" y="5836828"/>
              <a:ext cx="12600" cy="36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78133116-06ED-CABD-6963-C338FD4ACBFA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3311097" y="5783188"/>
                <a:ext cx="30240" cy="10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66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0BA789CA-56DF-1556-02F2-4F8CAAD1E83A}"/>
                  </a:ext>
                </a:extLst>
              </p14:cNvPr>
              <p14:cNvContentPartPr/>
              <p14:nvPr/>
            </p14:nvContentPartPr>
            <p14:xfrm>
              <a:off x="3491097" y="5820988"/>
              <a:ext cx="11880" cy="1080"/>
            </p14:xfrm>
          </p:contentPart>
        </mc:Choice>
        <mc:Fallback xmlns=""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0BA789CA-56DF-1556-02F2-4F8CAAD1E83A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3482097" y="5766988"/>
                <a:ext cx="29520" cy="108720"/>
              </a:xfrm>
              <a:prstGeom prst="rect">
                <a:avLst/>
              </a:prstGeom>
            </p:spPr>
          </p:pic>
        </mc:Fallback>
      </mc:AlternateContent>
      <p:grpSp>
        <p:nvGrpSpPr>
          <p:cNvPr id="74" name="Group 73">
            <a:extLst>
              <a:ext uri="{FF2B5EF4-FFF2-40B4-BE49-F238E27FC236}">
                <a16:creationId xmlns:a16="http://schemas.microsoft.com/office/drawing/2014/main" id="{E0AD2388-BD13-9407-8B32-8625A480031D}"/>
              </a:ext>
            </a:extLst>
          </p:cNvPr>
          <p:cNvGrpSpPr/>
          <p:nvPr/>
        </p:nvGrpSpPr>
        <p:grpSpPr>
          <a:xfrm>
            <a:off x="3653097" y="5822068"/>
            <a:ext cx="27000" cy="184320"/>
            <a:chOff x="3653097" y="5822068"/>
            <a:chExt cx="27000" cy="18432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68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059A60B1-0B9D-A9DC-6FE2-56F7D1E56383}"/>
                    </a:ext>
                  </a:extLst>
                </p14:cNvPr>
                <p14:cNvContentPartPr/>
                <p14:nvPr/>
              </p14:nvContentPartPr>
              <p14:xfrm>
                <a:off x="3664977" y="5822068"/>
                <a:ext cx="5760" cy="108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059A60B1-0B9D-A9DC-6FE2-56F7D1E56383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656337" y="5768428"/>
                  <a:ext cx="2340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7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673E62B9-73DF-F7CC-2E15-0AB3D5460E31}"/>
                    </a:ext>
                  </a:extLst>
                </p14:cNvPr>
                <p14:cNvContentPartPr/>
                <p14:nvPr/>
              </p14:nvContentPartPr>
              <p14:xfrm>
                <a:off x="3675417" y="5830708"/>
                <a:ext cx="4680" cy="360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673E62B9-73DF-F7CC-2E15-0AB3D5460E31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666777" y="5777068"/>
                  <a:ext cx="2232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7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990ECCCC-56EC-8D88-83FB-7B14EC00B19A}"/>
                    </a:ext>
                  </a:extLst>
                </p14:cNvPr>
                <p14:cNvContentPartPr/>
                <p14:nvPr/>
              </p14:nvContentPartPr>
              <p14:xfrm>
                <a:off x="3661737" y="5928988"/>
                <a:ext cx="360" cy="252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990ECCCC-56EC-8D88-83FB-7B14EC00B19A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652737" y="5874988"/>
                  <a:ext cx="1800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7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78060FEC-D315-FC67-9DFE-AF526FD315EB}"/>
                    </a:ext>
                  </a:extLst>
                </p14:cNvPr>
                <p14:cNvContentPartPr/>
                <p14:nvPr/>
              </p14:nvContentPartPr>
              <p14:xfrm>
                <a:off x="3653097" y="6003148"/>
                <a:ext cx="360" cy="324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78060FEC-D315-FC67-9DFE-AF526FD315EB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644457" y="5949508"/>
                  <a:ext cx="18000" cy="110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5144E745-5DBF-2244-5D97-F99440DD4D1D}"/>
              </a:ext>
            </a:extLst>
          </p:cNvPr>
          <p:cNvGrpSpPr/>
          <p:nvPr/>
        </p:nvGrpSpPr>
        <p:grpSpPr>
          <a:xfrm>
            <a:off x="3663177" y="6165148"/>
            <a:ext cx="22320" cy="81360"/>
            <a:chOff x="3663177" y="6165148"/>
            <a:chExt cx="22320" cy="8136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7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542C60F5-0237-D60B-9497-A4798257CBFE}"/>
                    </a:ext>
                  </a:extLst>
                </p14:cNvPr>
                <p14:cNvContentPartPr/>
                <p14:nvPr/>
              </p14:nvContentPartPr>
              <p14:xfrm>
                <a:off x="3663177" y="6165148"/>
                <a:ext cx="1440" cy="504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542C60F5-0237-D60B-9497-A4798257CBFE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654537" y="6111148"/>
                  <a:ext cx="1908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7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3F9EA945-BEF3-22AA-17AE-2EB53EDE8120}"/>
                    </a:ext>
                  </a:extLst>
                </p14:cNvPr>
                <p14:cNvContentPartPr/>
                <p14:nvPr/>
              </p14:nvContentPartPr>
              <p14:xfrm>
                <a:off x="3682617" y="6239668"/>
                <a:ext cx="2880" cy="684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3F9EA945-BEF3-22AA-17AE-2EB53EDE8120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3673617" y="6186028"/>
                  <a:ext cx="20520" cy="114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4023EBC6-4B0D-3C6A-FFF3-C1E3875C5772}"/>
              </a:ext>
            </a:extLst>
          </p:cNvPr>
          <p:cNvGrpSpPr/>
          <p:nvPr/>
        </p:nvGrpSpPr>
        <p:grpSpPr>
          <a:xfrm>
            <a:off x="3198417" y="5809468"/>
            <a:ext cx="14040" cy="90720"/>
            <a:chOff x="3198417" y="5809468"/>
            <a:chExt cx="14040" cy="9072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80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7F06F33D-4351-E96C-41B0-3548DDB5DAB5}"/>
                    </a:ext>
                  </a:extLst>
                </p14:cNvPr>
                <p14:cNvContentPartPr/>
                <p14:nvPr/>
              </p14:nvContentPartPr>
              <p14:xfrm>
                <a:off x="3198417" y="5809468"/>
                <a:ext cx="4320" cy="900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7F06F33D-4351-E96C-41B0-3548DDB5DAB5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3189417" y="5755828"/>
                  <a:ext cx="2196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82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8D3D5EDE-F719-4685-E555-AA4EDD8EAF07}"/>
                    </a:ext>
                  </a:extLst>
                </p14:cNvPr>
                <p14:cNvContentPartPr/>
                <p14:nvPr/>
              </p14:nvContentPartPr>
              <p14:xfrm>
                <a:off x="3204537" y="5873548"/>
                <a:ext cx="6480" cy="936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8D3D5EDE-F719-4685-E555-AA4EDD8EAF07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3195537" y="5819548"/>
                  <a:ext cx="2412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84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4742B722-DD0A-5B3F-790F-98B16352D2B9}"/>
                    </a:ext>
                  </a:extLst>
                </p14:cNvPr>
                <p14:cNvContentPartPr/>
                <p14:nvPr/>
              </p14:nvContentPartPr>
              <p14:xfrm>
                <a:off x="3211737" y="5893348"/>
                <a:ext cx="720" cy="684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4742B722-DD0A-5B3F-790F-98B16352D2B9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202737" y="5839708"/>
                  <a:ext cx="18360" cy="114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86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794BAC17-0D6E-FC5D-A8D4-FBB0A9605D18}"/>
                  </a:ext>
                </a:extLst>
              </p14:cNvPr>
              <p14:cNvContentPartPr/>
              <p14:nvPr/>
            </p14:nvContentPartPr>
            <p14:xfrm>
              <a:off x="1879737" y="5137348"/>
              <a:ext cx="16200" cy="4680"/>
            </p14:xfrm>
          </p:contentPart>
        </mc:Choice>
        <mc:Fallback xmlns=""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794BAC17-0D6E-FC5D-A8D4-FBB0A9605D18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1870737" y="5083708"/>
                <a:ext cx="33840" cy="11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88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168904F5-C157-5193-49E4-3619F14E68C5}"/>
                  </a:ext>
                </a:extLst>
              </p14:cNvPr>
              <p14:cNvContentPartPr/>
              <p14:nvPr/>
            </p14:nvContentPartPr>
            <p14:xfrm>
              <a:off x="1998537" y="5143828"/>
              <a:ext cx="3960" cy="4320"/>
            </p14:xfrm>
          </p:contentPart>
        </mc:Choice>
        <mc:Fallback xmlns=""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168904F5-C157-5193-49E4-3619F14E68C5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1989897" y="5089828"/>
                <a:ext cx="21600" cy="11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90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61B80431-ADBC-6142-DE2A-FD74C36A7A7E}"/>
                  </a:ext>
                </a:extLst>
              </p14:cNvPr>
              <p14:cNvContentPartPr/>
              <p14:nvPr/>
            </p14:nvContentPartPr>
            <p14:xfrm>
              <a:off x="2099337" y="5151748"/>
              <a:ext cx="9360" cy="360"/>
            </p14:xfrm>
          </p:contentPart>
        </mc:Choice>
        <mc:Fallback xmlns=""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61B80431-ADBC-6142-DE2A-FD74C36A7A7E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2090337" y="5097748"/>
                <a:ext cx="27000" cy="10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92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35EEF335-56FE-A795-3FD3-798363F968FC}"/>
                  </a:ext>
                </a:extLst>
              </p14:cNvPr>
              <p14:cNvContentPartPr/>
              <p14:nvPr/>
            </p14:nvContentPartPr>
            <p14:xfrm>
              <a:off x="2185737" y="5152108"/>
              <a:ext cx="21960" cy="3240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35EEF335-56FE-A795-3FD3-798363F968FC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2176737" y="5098108"/>
                <a:ext cx="39600" cy="11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94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F39FB0A5-77DE-A881-5D11-635EC5D9BEA5}"/>
                  </a:ext>
                </a:extLst>
              </p14:cNvPr>
              <p14:cNvContentPartPr/>
              <p14:nvPr/>
            </p14:nvContentPartPr>
            <p14:xfrm>
              <a:off x="1872897" y="5136268"/>
              <a:ext cx="3240" cy="7200"/>
            </p14:xfrm>
          </p:contentPart>
        </mc:Choice>
        <mc:Fallback xmlns=""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F39FB0A5-77DE-A881-5D11-635EC5D9BEA5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1863897" y="5082268"/>
                <a:ext cx="20880" cy="11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96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1F75776E-A7AA-E1FE-2742-4DF3EEF1A91A}"/>
                  </a:ext>
                </a:extLst>
              </p14:cNvPr>
              <p14:cNvContentPartPr/>
              <p14:nvPr/>
            </p14:nvContentPartPr>
            <p14:xfrm>
              <a:off x="1985577" y="5147068"/>
              <a:ext cx="8640" cy="5400"/>
            </p14:xfrm>
          </p:contentPart>
        </mc:Choice>
        <mc:Fallback xmlns=""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1F75776E-A7AA-E1FE-2742-4DF3EEF1A91A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1976937" y="5093068"/>
                <a:ext cx="26280" cy="11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98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F6D8A8DB-9983-BCB5-DF2D-56CCE5107494}"/>
                  </a:ext>
                </a:extLst>
              </p14:cNvPr>
              <p14:cNvContentPartPr/>
              <p14:nvPr/>
            </p14:nvContentPartPr>
            <p14:xfrm>
              <a:off x="2157657" y="5138068"/>
              <a:ext cx="7920" cy="6120"/>
            </p14:xfrm>
          </p:contentPart>
        </mc:Choice>
        <mc:Fallback xmlns=""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F6D8A8DB-9983-BCB5-DF2D-56CCE5107494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2148657" y="5084428"/>
                <a:ext cx="25560" cy="113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4513142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CF992-017B-B92D-F44B-ECEDD9C2B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  <a:endParaRPr lang="en-CA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E54F4AB-D8D2-1AF8-66C6-D1446A4EE6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108" y="1059857"/>
            <a:ext cx="5055821" cy="184090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92E5F49-E6C3-4C45-1B1E-7CCA19E980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5788" y="906427"/>
            <a:ext cx="3473246" cy="1994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53706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657148" y="0"/>
            <a:ext cx="1485479" cy="6858000"/>
          </a:xfrm>
          <a:prstGeom prst="rect">
            <a:avLst/>
          </a:prstGeom>
          <a:solidFill>
            <a:srgbClr val="E21A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4692" y="0"/>
            <a:ext cx="1485479" cy="6858000"/>
          </a:xfrm>
          <a:prstGeom prst="rect">
            <a:avLst/>
          </a:prstGeom>
        </p:spPr>
      </p:pic>
      <p:pic>
        <p:nvPicPr>
          <p:cNvPr id="5" name="Picture 4" descr="logo_sm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1091" y="6398056"/>
            <a:ext cx="274326" cy="27432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94609" y="6441033"/>
            <a:ext cx="124955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Times New Roman"/>
              </a:rPr>
              <a:t>© McGraw Hill LLC.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2834" y="1005840"/>
            <a:ext cx="1832503" cy="183250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97566" y="3796588"/>
            <a:ext cx="4261667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Because learning changes everything.®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51796" y="5329123"/>
            <a:ext cx="195457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Times New Roman"/>
              </a:rPr>
              <a:t>www.mheducation.com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itle Slides Master">
  <a:themeElements>
    <a:clrScheme name="MHE PPT Theme Colors 06 15 18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E21A23"/>
      </a:accent1>
      <a:accent2>
        <a:srgbClr val="FFB600"/>
      </a:accent2>
      <a:accent3>
        <a:srgbClr val="625D9C"/>
      </a:accent3>
      <a:accent4>
        <a:srgbClr val="AF1858"/>
      </a:accent4>
      <a:accent5>
        <a:srgbClr val="692146"/>
      </a:accent5>
      <a:accent6>
        <a:srgbClr val="EC7700"/>
      </a:accent6>
      <a:hlink>
        <a:srgbClr val="625D9C"/>
      </a:hlink>
      <a:folHlink>
        <a:srgbClr val="373A3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MHHE_Generic Accessible PPT Template_Editorial_v9_2019.potx" id="{41975DA0-F041-4DB0-8948-AC3BFD0C25BA}" vid="{84F6219E-3D47-41AC-9893-1108D06AA07D}"/>
    </a:ext>
  </a:extLst>
</a:theme>
</file>

<file path=ppt/theme/theme2.xml><?xml version="1.0" encoding="utf-8"?>
<a:theme xmlns:a="http://schemas.openxmlformats.org/drawingml/2006/main" name="MainContentSlideMaster">
  <a:themeElements>
    <a:clrScheme name="MHE PPT Theme Colors 06 15 18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E21A23"/>
      </a:accent1>
      <a:accent2>
        <a:srgbClr val="FFB600"/>
      </a:accent2>
      <a:accent3>
        <a:srgbClr val="625D9C"/>
      </a:accent3>
      <a:accent4>
        <a:srgbClr val="AF1858"/>
      </a:accent4>
      <a:accent5>
        <a:srgbClr val="692146"/>
      </a:accent5>
      <a:accent6>
        <a:srgbClr val="EC7700"/>
      </a:accent6>
      <a:hlink>
        <a:srgbClr val="625D9C"/>
      </a:hlink>
      <a:folHlink>
        <a:srgbClr val="373A36"/>
      </a:folHlink>
    </a:clrScheme>
    <a:fontScheme name="Custom 1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MHHE_Generic Accessible PPT Template_Editorial_v9_2019.potx" id="{41975DA0-F041-4DB0-8948-AC3BFD0C25BA}" vid="{B385948E-CF34-4CE8-9AC7-28DE40FDC656}"/>
    </a:ext>
  </a:extLst>
</a:theme>
</file>

<file path=ppt/theme/theme3.xml><?xml version="1.0" encoding="utf-8"?>
<a:theme xmlns:a="http://schemas.openxmlformats.org/drawingml/2006/main" name="ClosingMaster">
  <a:themeElements>
    <a:clrScheme name="MHE PPT Theme Colors 06 15 18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E21A23"/>
      </a:accent1>
      <a:accent2>
        <a:srgbClr val="FFB600"/>
      </a:accent2>
      <a:accent3>
        <a:srgbClr val="625D9C"/>
      </a:accent3>
      <a:accent4>
        <a:srgbClr val="AF1858"/>
      </a:accent4>
      <a:accent5>
        <a:srgbClr val="692146"/>
      </a:accent5>
      <a:accent6>
        <a:srgbClr val="EC7700"/>
      </a:accent6>
      <a:hlink>
        <a:srgbClr val="625D9C"/>
      </a:hlink>
      <a:folHlink>
        <a:srgbClr val="373A3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MHHE_Generic Accessible PPT Template_Editorial_v9_2019.potx" id="{41975DA0-F041-4DB0-8948-AC3BFD0C25BA}" vid="{FEE61EC3-6634-45B5-BF77-FBC9B835BC79}"/>
    </a:ext>
  </a:extLst>
</a:theme>
</file>

<file path=ppt/theme/theme4.xml><?xml version="1.0" encoding="utf-8"?>
<a:theme xmlns:a="http://schemas.openxmlformats.org/drawingml/2006/main" name="DividerSlideMaster">
  <a:themeElements>
    <a:clrScheme name="MHE PPT Theme Colors 06 15 18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E21A23"/>
      </a:accent1>
      <a:accent2>
        <a:srgbClr val="FFB600"/>
      </a:accent2>
      <a:accent3>
        <a:srgbClr val="625D9C"/>
      </a:accent3>
      <a:accent4>
        <a:srgbClr val="AF1858"/>
      </a:accent4>
      <a:accent5>
        <a:srgbClr val="692146"/>
      </a:accent5>
      <a:accent6>
        <a:srgbClr val="EC7700"/>
      </a:accent6>
      <a:hlink>
        <a:srgbClr val="625D9C"/>
      </a:hlink>
      <a:folHlink>
        <a:srgbClr val="373A3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MHHE_Generic Accessible PPT Template_Editorial_v9_2019.potx" id="{41975DA0-F041-4DB0-8948-AC3BFD0C25BA}" vid="{A15A20A0-BEE6-47A5-BC6B-F87134FBF13C}"/>
    </a:ext>
  </a:extLst>
</a:theme>
</file>

<file path=ppt/theme/theme5.xml><?xml version="1.0" encoding="utf-8"?>
<a:theme xmlns:a="http://schemas.openxmlformats.org/drawingml/2006/main" name="ImageDescriptionAppendixSlideMaster">
  <a:themeElements>
    <a:clrScheme name="MHE PPT Theme Colors 06 15 18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E21A23"/>
      </a:accent1>
      <a:accent2>
        <a:srgbClr val="FFB600"/>
      </a:accent2>
      <a:accent3>
        <a:srgbClr val="625D9C"/>
      </a:accent3>
      <a:accent4>
        <a:srgbClr val="AF1858"/>
      </a:accent4>
      <a:accent5>
        <a:srgbClr val="692146"/>
      </a:accent5>
      <a:accent6>
        <a:srgbClr val="EC7700"/>
      </a:accent6>
      <a:hlink>
        <a:srgbClr val="625D9C"/>
      </a:hlink>
      <a:folHlink>
        <a:srgbClr val="373A3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MHHE_Generic Accessible PPT Template_Editorial_v9_2019.potx" id="{41975DA0-F041-4DB0-8948-AC3BFD0C25BA}" vid="{22313DF8-AA3F-4A8D-9652-6DDC53D759ED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MHHE_Generic Accessible PPT Template_Editorial_v9_2019</Template>
  <TotalTime>4734</TotalTime>
  <Words>1301</Words>
  <Application>Microsoft Office PowerPoint</Application>
  <PresentationFormat>On-screen Show (4:3)</PresentationFormat>
  <Paragraphs>138</Paragraphs>
  <Slides>36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5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6" baseType="lpstr">
      <vt:lpstr>Arial</vt:lpstr>
      <vt:lpstr>Calibri</vt:lpstr>
      <vt:lpstr>Cambria Math</vt:lpstr>
      <vt:lpstr>Times New Roman</vt:lpstr>
      <vt:lpstr>Title Slides Master</vt:lpstr>
      <vt:lpstr>MainContentSlideMaster</vt:lpstr>
      <vt:lpstr>ClosingMaster</vt:lpstr>
      <vt:lpstr>DividerSlideMaster</vt:lpstr>
      <vt:lpstr>ImageDescriptionAppendixSlideMaster</vt:lpstr>
      <vt:lpstr>Equation</vt:lpstr>
      <vt:lpstr>PowerPoint Presentation</vt:lpstr>
      <vt:lpstr>Introduction</vt:lpstr>
      <vt:lpstr>What is a circuit?</vt:lpstr>
      <vt:lpstr>Units</vt:lpstr>
      <vt:lpstr>Charge</vt:lpstr>
      <vt:lpstr>Charge II</vt:lpstr>
      <vt:lpstr>Current</vt:lpstr>
      <vt:lpstr>Current II</vt:lpstr>
      <vt:lpstr>D C versus A C</vt:lpstr>
      <vt:lpstr>Direction of Current</vt:lpstr>
      <vt:lpstr>Direction of Current II</vt:lpstr>
      <vt:lpstr>Examples</vt:lpstr>
      <vt:lpstr>Examples</vt:lpstr>
      <vt:lpstr>Examples</vt:lpstr>
      <vt:lpstr>Voltage</vt:lpstr>
      <vt:lpstr>Voltage II</vt:lpstr>
      <vt:lpstr>Voltage III</vt:lpstr>
      <vt:lpstr>Power and Energy</vt:lpstr>
      <vt:lpstr>Passive Sign Convention</vt:lpstr>
      <vt:lpstr>Conservation of Energy</vt:lpstr>
      <vt:lpstr>Power and Energy</vt:lpstr>
      <vt:lpstr>Power and Energy</vt:lpstr>
      <vt:lpstr>Power and Energy Examples</vt:lpstr>
      <vt:lpstr>Power and Energy Examples</vt:lpstr>
      <vt:lpstr>Power and Energy Examples</vt:lpstr>
      <vt:lpstr>Circuit Elements</vt:lpstr>
      <vt:lpstr>Circuit Elements II</vt:lpstr>
      <vt:lpstr>Ideal Voltage Source</vt:lpstr>
      <vt:lpstr>Ideal Current Source</vt:lpstr>
      <vt:lpstr>Ideal sources</vt:lpstr>
      <vt:lpstr>Dependent Sources</vt:lpstr>
      <vt:lpstr>Dependent Source example</vt:lpstr>
      <vt:lpstr>Circuit Elements Example</vt:lpstr>
      <vt:lpstr>Extra Examples for charge and current</vt:lpstr>
      <vt:lpstr>Example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>PPT</cp:keywords>
  <cp:lastModifiedBy>Mozhgan Moazzen Zadeh-Bacon</cp:lastModifiedBy>
  <cp:revision>109</cp:revision>
  <dcterms:created xsi:type="dcterms:W3CDTF">2019-12-14T02:10:23Z</dcterms:created>
  <dcterms:modified xsi:type="dcterms:W3CDTF">2026-09-12T03:57:08Z</dcterms:modified>
</cp:coreProperties>
</file>