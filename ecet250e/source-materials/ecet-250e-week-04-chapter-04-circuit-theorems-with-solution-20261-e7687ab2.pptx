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9" r:id="rId4"/>
    <p:sldMasterId id="2147483691" r:id="rId5"/>
    <p:sldMasterId id="2147483684" r:id="rId6"/>
    <p:sldMasterId id="2147483686" r:id="rId7"/>
    <p:sldMasterId id="2147483701" r:id="rId8"/>
  </p:sldMasterIdLst>
  <p:notesMasterIdLst>
    <p:notesMasterId r:id="rId74"/>
  </p:notesMasterIdLst>
  <p:sldIdLst>
    <p:sldId id="406" r:id="rId9"/>
    <p:sldId id="266" r:id="rId10"/>
    <p:sldId id="314" r:id="rId11"/>
    <p:sldId id="342" r:id="rId12"/>
    <p:sldId id="343" r:id="rId13"/>
    <p:sldId id="267" r:id="rId14"/>
    <p:sldId id="344" r:id="rId15"/>
    <p:sldId id="347" r:id="rId16"/>
    <p:sldId id="402" r:id="rId17"/>
    <p:sldId id="315" r:id="rId18"/>
    <p:sldId id="316" r:id="rId19"/>
    <p:sldId id="317" r:id="rId20"/>
    <p:sldId id="318" r:id="rId21"/>
    <p:sldId id="319" r:id="rId22"/>
    <p:sldId id="353" r:id="rId23"/>
    <p:sldId id="352" r:id="rId24"/>
    <p:sldId id="351" r:id="rId25"/>
    <p:sldId id="354" r:id="rId26"/>
    <p:sldId id="355" r:id="rId27"/>
    <p:sldId id="358" r:id="rId28"/>
    <p:sldId id="320" r:id="rId29"/>
    <p:sldId id="321" r:id="rId30"/>
    <p:sldId id="322" r:id="rId31"/>
    <p:sldId id="323" r:id="rId32"/>
    <p:sldId id="324" r:id="rId33"/>
    <p:sldId id="325" r:id="rId34"/>
    <p:sldId id="361" r:id="rId35"/>
    <p:sldId id="362" r:id="rId36"/>
    <p:sldId id="363" r:id="rId37"/>
    <p:sldId id="364" r:id="rId38"/>
    <p:sldId id="366" r:id="rId39"/>
    <p:sldId id="367" r:id="rId40"/>
    <p:sldId id="368" r:id="rId41"/>
    <p:sldId id="369" r:id="rId42"/>
    <p:sldId id="370" r:id="rId43"/>
    <p:sldId id="371" r:id="rId44"/>
    <p:sldId id="372" r:id="rId45"/>
    <p:sldId id="403" r:id="rId46"/>
    <p:sldId id="326" r:id="rId47"/>
    <p:sldId id="327" r:id="rId48"/>
    <p:sldId id="328" r:id="rId49"/>
    <p:sldId id="329" r:id="rId50"/>
    <p:sldId id="379" r:id="rId51"/>
    <p:sldId id="380" r:id="rId52"/>
    <p:sldId id="381" r:id="rId53"/>
    <p:sldId id="382" r:id="rId54"/>
    <p:sldId id="383" r:id="rId55"/>
    <p:sldId id="385" r:id="rId56"/>
    <p:sldId id="386" r:id="rId57"/>
    <p:sldId id="387" r:id="rId58"/>
    <p:sldId id="388" r:id="rId59"/>
    <p:sldId id="390" r:id="rId60"/>
    <p:sldId id="391" r:id="rId61"/>
    <p:sldId id="405" r:id="rId62"/>
    <p:sldId id="330" r:id="rId63"/>
    <p:sldId id="331" r:id="rId64"/>
    <p:sldId id="332" r:id="rId65"/>
    <p:sldId id="394" r:id="rId66"/>
    <p:sldId id="395" r:id="rId67"/>
    <p:sldId id="389" r:id="rId68"/>
    <p:sldId id="396" r:id="rId69"/>
    <p:sldId id="397" r:id="rId70"/>
    <p:sldId id="398" r:id="rId71"/>
    <p:sldId id="401" r:id="rId72"/>
    <p:sldId id="407" r:id="rId7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ain Content" id="{5973D931-3BAC-4F30-9C16-B7461F574E40}">
          <p14:sldIdLst>
            <p14:sldId id="406"/>
            <p14:sldId id="266"/>
            <p14:sldId id="314"/>
            <p14:sldId id="342"/>
            <p14:sldId id="343"/>
            <p14:sldId id="267"/>
            <p14:sldId id="344"/>
            <p14:sldId id="347"/>
            <p14:sldId id="402"/>
            <p14:sldId id="315"/>
            <p14:sldId id="316"/>
            <p14:sldId id="317"/>
            <p14:sldId id="318"/>
            <p14:sldId id="319"/>
            <p14:sldId id="353"/>
            <p14:sldId id="352"/>
            <p14:sldId id="351"/>
            <p14:sldId id="354"/>
            <p14:sldId id="355"/>
            <p14:sldId id="358"/>
            <p14:sldId id="320"/>
            <p14:sldId id="321"/>
            <p14:sldId id="322"/>
            <p14:sldId id="323"/>
            <p14:sldId id="324"/>
            <p14:sldId id="325"/>
            <p14:sldId id="361"/>
            <p14:sldId id="362"/>
            <p14:sldId id="363"/>
            <p14:sldId id="364"/>
            <p14:sldId id="366"/>
            <p14:sldId id="367"/>
            <p14:sldId id="368"/>
            <p14:sldId id="369"/>
            <p14:sldId id="370"/>
            <p14:sldId id="371"/>
            <p14:sldId id="372"/>
            <p14:sldId id="403"/>
            <p14:sldId id="326"/>
            <p14:sldId id="327"/>
            <p14:sldId id="328"/>
            <p14:sldId id="329"/>
            <p14:sldId id="379"/>
            <p14:sldId id="380"/>
            <p14:sldId id="381"/>
            <p14:sldId id="382"/>
            <p14:sldId id="383"/>
            <p14:sldId id="385"/>
            <p14:sldId id="386"/>
            <p14:sldId id="387"/>
            <p14:sldId id="388"/>
            <p14:sldId id="390"/>
            <p14:sldId id="391"/>
            <p14:sldId id="405"/>
            <p14:sldId id="330"/>
            <p14:sldId id="331"/>
            <p14:sldId id="332"/>
            <p14:sldId id="394"/>
            <p14:sldId id="395"/>
            <p14:sldId id="389"/>
            <p14:sldId id="396"/>
            <p14:sldId id="397"/>
            <p14:sldId id="398"/>
            <p14:sldId id="401"/>
            <p14:sldId id="407"/>
          </p14:sldIdLst>
        </p14:section>
      </p14:sectionLst>
    </p:ext>
    <p:ext uri="{EFAFB233-063F-42B5-8137-9DF3F51BA10A}">
      <p15:sldGuideLst xmlns:p15="http://schemas.microsoft.com/office/powerpoint/2012/main">
        <p15:guide id="2" pos="3264" userDrawn="1">
          <p15:clr>
            <a:srgbClr val="A4A3A4"/>
          </p15:clr>
        </p15:guide>
        <p15:guide id="3" orient="horz" pos="2256" userDrawn="1">
          <p15:clr>
            <a:srgbClr val="A4A3A4"/>
          </p15:clr>
        </p15:guide>
        <p15:guide id="4" pos="56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iporen, Laura" initials="CL" lastIdx="4" clrIdx="0">
    <p:extLst>
      <p:ext uri="{19B8F6BF-5375-455C-9EA6-DF929625EA0E}">
        <p15:presenceInfo xmlns:p15="http://schemas.microsoft.com/office/powerpoint/2012/main" userId="S-1-5-21-1645522239-1123561945-839522115-1006658" providerId="AD"/>
      </p:ext>
    </p:extLst>
  </p:cmAuthor>
  <p:cmAuthor id="2" name="Ciporen, Laura" initials="CL [2]" lastIdx="2" clrIdx="1">
    <p:extLst>
      <p:ext uri="{19B8F6BF-5375-455C-9EA6-DF929625EA0E}">
        <p15:presenceInfo xmlns:p15="http://schemas.microsoft.com/office/powerpoint/2012/main" userId="S::laura.ciporen@mheducation.com::567f631f-0624-4179-9d16-569ddce4882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725F85-1680-4BC5-B6EA-52F90951CF7B}" v="12" dt="2026-09-27T05:14:02.1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42" autoAdjust="0"/>
    <p:restoredTop sz="93837" autoAdjust="0"/>
  </p:normalViewPr>
  <p:slideViewPr>
    <p:cSldViewPr snapToGrid="0" showGuides="1">
      <p:cViewPr>
        <p:scale>
          <a:sx n="75" d="100"/>
          <a:sy n="75" d="100"/>
        </p:scale>
        <p:origin x="940" y="-192"/>
      </p:cViewPr>
      <p:guideLst>
        <p:guide pos="3264"/>
        <p:guide orient="horz" pos="2256"/>
        <p:guide pos="5640"/>
      </p:guideLst>
    </p:cSldViewPr>
  </p:slideViewPr>
  <p:outlineViewPr>
    <p:cViewPr>
      <p:scale>
        <a:sx n="66" d="100"/>
        <a:sy n="66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8.xml"/><Relationship Id="rId21" Type="http://schemas.openxmlformats.org/officeDocument/2006/relationships/slide" Target="slides/slide13.xml"/><Relationship Id="rId42" Type="http://schemas.openxmlformats.org/officeDocument/2006/relationships/slide" Target="slides/slide34.xml"/><Relationship Id="rId47" Type="http://schemas.openxmlformats.org/officeDocument/2006/relationships/slide" Target="slides/slide39.xml"/><Relationship Id="rId63" Type="http://schemas.openxmlformats.org/officeDocument/2006/relationships/slide" Target="slides/slide55.xml"/><Relationship Id="rId68" Type="http://schemas.openxmlformats.org/officeDocument/2006/relationships/slide" Target="slides/slide60.xml"/><Relationship Id="rId16" Type="http://schemas.openxmlformats.org/officeDocument/2006/relationships/slide" Target="slides/slide8.xml"/><Relationship Id="rId11" Type="http://schemas.openxmlformats.org/officeDocument/2006/relationships/slide" Target="slides/slide3.xml"/><Relationship Id="rId32" Type="http://schemas.openxmlformats.org/officeDocument/2006/relationships/slide" Target="slides/slide24.xml"/><Relationship Id="rId37" Type="http://schemas.openxmlformats.org/officeDocument/2006/relationships/slide" Target="slides/slide29.xml"/><Relationship Id="rId53" Type="http://schemas.openxmlformats.org/officeDocument/2006/relationships/slide" Target="slides/slide45.xml"/><Relationship Id="rId58" Type="http://schemas.openxmlformats.org/officeDocument/2006/relationships/slide" Target="slides/slide50.xml"/><Relationship Id="rId74" Type="http://schemas.openxmlformats.org/officeDocument/2006/relationships/notesMaster" Target="notesMasters/notesMaster1.xml"/><Relationship Id="rId79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61" Type="http://schemas.openxmlformats.org/officeDocument/2006/relationships/slide" Target="slides/slide53.xml"/><Relationship Id="rId19" Type="http://schemas.openxmlformats.org/officeDocument/2006/relationships/slide" Target="slides/slide1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slide" Target="slides/slide27.xml"/><Relationship Id="rId43" Type="http://schemas.openxmlformats.org/officeDocument/2006/relationships/slide" Target="slides/slide35.xml"/><Relationship Id="rId48" Type="http://schemas.openxmlformats.org/officeDocument/2006/relationships/slide" Target="slides/slide40.xml"/><Relationship Id="rId56" Type="http://schemas.openxmlformats.org/officeDocument/2006/relationships/slide" Target="slides/slide48.xml"/><Relationship Id="rId64" Type="http://schemas.openxmlformats.org/officeDocument/2006/relationships/slide" Target="slides/slide56.xml"/><Relationship Id="rId69" Type="http://schemas.openxmlformats.org/officeDocument/2006/relationships/slide" Target="slides/slide61.xml"/><Relationship Id="rId77" Type="http://schemas.openxmlformats.org/officeDocument/2006/relationships/viewProps" Target="viewProps.xml"/><Relationship Id="rId8" Type="http://schemas.openxmlformats.org/officeDocument/2006/relationships/slideMaster" Target="slideMasters/slideMaster5.xml"/><Relationship Id="rId51" Type="http://schemas.openxmlformats.org/officeDocument/2006/relationships/slide" Target="slides/slide43.xml"/><Relationship Id="rId72" Type="http://schemas.openxmlformats.org/officeDocument/2006/relationships/slide" Target="slides/slide64.xml"/><Relationship Id="rId80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slide" Target="slides/slide30.xml"/><Relationship Id="rId46" Type="http://schemas.openxmlformats.org/officeDocument/2006/relationships/slide" Target="slides/slide38.xml"/><Relationship Id="rId59" Type="http://schemas.openxmlformats.org/officeDocument/2006/relationships/slide" Target="slides/slide51.xml"/><Relationship Id="rId67" Type="http://schemas.openxmlformats.org/officeDocument/2006/relationships/slide" Target="slides/slide59.xml"/><Relationship Id="rId20" Type="http://schemas.openxmlformats.org/officeDocument/2006/relationships/slide" Target="slides/slide12.xml"/><Relationship Id="rId41" Type="http://schemas.openxmlformats.org/officeDocument/2006/relationships/slide" Target="slides/slide33.xml"/><Relationship Id="rId54" Type="http://schemas.openxmlformats.org/officeDocument/2006/relationships/slide" Target="slides/slide46.xml"/><Relationship Id="rId62" Type="http://schemas.openxmlformats.org/officeDocument/2006/relationships/slide" Target="slides/slide54.xml"/><Relationship Id="rId70" Type="http://schemas.openxmlformats.org/officeDocument/2006/relationships/slide" Target="slides/slide62.xml"/><Relationship Id="rId75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slide" Target="slides/slide28.xml"/><Relationship Id="rId49" Type="http://schemas.openxmlformats.org/officeDocument/2006/relationships/slide" Target="slides/slide41.xml"/><Relationship Id="rId57" Type="http://schemas.openxmlformats.org/officeDocument/2006/relationships/slide" Target="slides/slide49.xml"/><Relationship Id="rId10" Type="http://schemas.openxmlformats.org/officeDocument/2006/relationships/slide" Target="slides/slide2.xml"/><Relationship Id="rId31" Type="http://schemas.openxmlformats.org/officeDocument/2006/relationships/slide" Target="slides/slide23.xml"/><Relationship Id="rId44" Type="http://schemas.openxmlformats.org/officeDocument/2006/relationships/slide" Target="slides/slide36.xml"/><Relationship Id="rId52" Type="http://schemas.openxmlformats.org/officeDocument/2006/relationships/slide" Target="slides/slide44.xml"/><Relationship Id="rId60" Type="http://schemas.openxmlformats.org/officeDocument/2006/relationships/slide" Target="slides/slide52.xml"/><Relationship Id="rId65" Type="http://schemas.openxmlformats.org/officeDocument/2006/relationships/slide" Target="slides/slide57.xml"/><Relationship Id="rId73" Type="http://schemas.openxmlformats.org/officeDocument/2006/relationships/slide" Target="slides/slide65.xml"/><Relationship Id="rId78" Type="http://schemas.openxmlformats.org/officeDocument/2006/relationships/theme" Target="theme/theme1.xml"/><Relationship Id="rId8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39" Type="http://schemas.openxmlformats.org/officeDocument/2006/relationships/slide" Target="slides/slide31.xml"/><Relationship Id="rId34" Type="http://schemas.openxmlformats.org/officeDocument/2006/relationships/slide" Target="slides/slide26.xml"/><Relationship Id="rId50" Type="http://schemas.openxmlformats.org/officeDocument/2006/relationships/slide" Target="slides/slide42.xml"/><Relationship Id="rId55" Type="http://schemas.openxmlformats.org/officeDocument/2006/relationships/slide" Target="slides/slide47.xml"/><Relationship Id="rId76" Type="http://schemas.openxmlformats.org/officeDocument/2006/relationships/presProps" Target="presProps.xml"/><Relationship Id="rId7" Type="http://schemas.openxmlformats.org/officeDocument/2006/relationships/slideMaster" Target="slideMasters/slideMaster4.xml"/><Relationship Id="rId71" Type="http://schemas.openxmlformats.org/officeDocument/2006/relationships/slide" Target="slides/slide63.xml"/><Relationship Id="rId2" Type="http://schemas.openxmlformats.org/officeDocument/2006/relationships/customXml" Target="../customXml/item2.xml"/><Relationship Id="rId29" Type="http://schemas.openxmlformats.org/officeDocument/2006/relationships/slide" Target="slides/slide21.xml"/><Relationship Id="rId24" Type="http://schemas.openxmlformats.org/officeDocument/2006/relationships/slide" Target="slides/slide16.xml"/><Relationship Id="rId40" Type="http://schemas.openxmlformats.org/officeDocument/2006/relationships/slide" Target="slides/slide32.xml"/><Relationship Id="rId45" Type="http://schemas.openxmlformats.org/officeDocument/2006/relationships/slide" Target="slides/slide37.xml"/><Relationship Id="rId66" Type="http://schemas.openxmlformats.org/officeDocument/2006/relationships/slide" Target="slides/slide5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zhgan Moazzen Zadeh-Bacon" userId="87017a61-33d9-4952-aa6c-e009fac81f23" providerId="ADAL" clId="{447EDA8B-4EC7-4A76-95DB-62723156D1EE}"/>
    <pc:docChg chg="undo custSel delSld modSld modSection">
      <pc:chgData name="Mozhgan Moazzen Zadeh-Bacon" userId="87017a61-33d9-4952-aa6c-e009fac81f23" providerId="ADAL" clId="{447EDA8B-4EC7-4A76-95DB-62723156D1EE}" dt="2026-09-27T05:17:12.903" v="211" actId="14100"/>
      <pc:docMkLst>
        <pc:docMk/>
      </pc:docMkLst>
      <pc:sldChg chg="addSp delSp modSp mod">
        <pc:chgData name="Mozhgan Moazzen Zadeh-Bacon" userId="87017a61-33d9-4952-aa6c-e009fac81f23" providerId="ADAL" clId="{447EDA8B-4EC7-4A76-95DB-62723156D1EE}" dt="2026-09-27T05:17:12.903" v="211" actId="14100"/>
        <pc:sldMkLst>
          <pc:docMk/>
          <pc:sldMk cId="2182134013" sldId="397"/>
        </pc:sldMkLst>
        <pc:spChg chg="add mod">
          <ac:chgData name="Mozhgan Moazzen Zadeh-Bacon" userId="87017a61-33d9-4952-aa6c-e009fac81f23" providerId="ADAL" clId="{447EDA8B-4EC7-4A76-95DB-62723156D1EE}" dt="2026-09-21T19:24:18.905" v="11" actId="34902"/>
          <ac:spMkLst>
            <pc:docMk/>
            <pc:sldMk cId="2182134013" sldId="397"/>
            <ac:spMk id="31" creationId="{B82C5C15-7D4A-6F52-7658-ADC40ABB292F}"/>
          </ac:spMkLst>
        </pc:spChg>
        <pc:grpChg chg="mod">
          <ac:chgData name="Mozhgan Moazzen Zadeh-Bacon" userId="87017a61-33d9-4952-aa6c-e009fac81f23" providerId="ADAL" clId="{447EDA8B-4EC7-4A76-95DB-62723156D1EE}" dt="2026-09-27T05:16:57.695" v="208" actId="1076"/>
          <ac:grpSpMkLst>
            <pc:docMk/>
            <pc:sldMk cId="2182134013" sldId="397"/>
            <ac:grpSpMk id="24" creationId="{2913E2CD-F73D-6154-A379-B25572E75679}"/>
          </ac:grpSpMkLst>
        </pc:grpChg>
        <pc:grpChg chg="del mod">
          <ac:chgData name="Mozhgan Moazzen Zadeh-Bacon" userId="87017a61-33d9-4952-aa6c-e009fac81f23" providerId="ADAL" clId="{447EDA8B-4EC7-4A76-95DB-62723156D1EE}" dt="2026-09-27T05:17:01.208" v="209" actId="478"/>
          <ac:grpSpMkLst>
            <pc:docMk/>
            <pc:sldMk cId="2182134013" sldId="397"/>
            <ac:grpSpMk id="29" creationId="{97FD350A-2F97-D78F-6597-55065A7EDB21}"/>
          </ac:grpSpMkLst>
        </pc:grpChg>
        <pc:picChg chg="mod">
          <ac:chgData name="Mozhgan Moazzen Zadeh-Bacon" userId="87017a61-33d9-4952-aa6c-e009fac81f23" providerId="ADAL" clId="{447EDA8B-4EC7-4A76-95DB-62723156D1EE}" dt="2026-09-21T19:24:11.242" v="8" actId="1076"/>
          <ac:picMkLst>
            <pc:docMk/>
            <pc:sldMk cId="2182134013" sldId="397"/>
            <ac:picMk id="2" creationId="{7BCEBB43-BCD2-443B-B278-0507B5AA0CF8}"/>
          </ac:picMkLst>
        </pc:picChg>
        <pc:picChg chg="mod">
          <ac:chgData name="Mozhgan Moazzen Zadeh-Bacon" userId="87017a61-33d9-4952-aa6c-e009fac81f23" providerId="ADAL" clId="{447EDA8B-4EC7-4A76-95DB-62723156D1EE}" dt="2026-09-27T05:17:12.903" v="211" actId="14100"/>
          <ac:picMkLst>
            <pc:docMk/>
            <pc:sldMk cId="2182134013" sldId="397"/>
            <ac:picMk id="5" creationId="{68EF70BC-E2AF-4974-8DB7-4E57915DCBA4}"/>
          </ac:picMkLst>
        </pc:picChg>
        <pc:inkChg chg="add">
          <ac:chgData name="Mozhgan Moazzen Zadeh-Bacon" userId="87017a61-33d9-4952-aa6c-e009fac81f23" providerId="ADAL" clId="{447EDA8B-4EC7-4A76-95DB-62723156D1EE}" dt="2026-09-21T19:24:35.352" v="12" actId="9405"/>
          <ac:inkMkLst>
            <pc:docMk/>
            <pc:sldMk cId="2182134013" sldId="397"/>
            <ac:inkMk id="32" creationId="{263874CC-1750-4D15-A286-262AEC3346A8}"/>
          </ac:inkMkLst>
        </pc:inkChg>
        <pc:inkChg chg="add">
          <ac:chgData name="Mozhgan Moazzen Zadeh-Bacon" userId="87017a61-33d9-4952-aa6c-e009fac81f23" providerId="ADAL" clId="{447EDA8B-4EC7-4A76-95DB-62723156D1EE}" dt="2026-09-21T19:24:42.320" v="13" actId="9405"/>
          <ac:inkMkLst>
            <pc:docMk/>
            <pc:sldMk cId="2182134013" sldId="397"/>
            <ac:inkMk id="33" creationId="{CBB12C6B-790C-A940-69E8-AA9EF532DF49}"/>
          </ac:inkMkLst>
        </pc:inkChg>
      </pc:sldChg>
      <pc:sldChg chg="addSp delSp modSp mod">
        <pc:chgData name="Mozhgan Moazzen Zadeh-Bacon" userId="87017a61-33d9-4952-aa6c-e009fac81f23" providerId="ADAL" clId="{447EDA8B-4EC7-4A76-95DB-62723156D1EE}" dt="2026-09-27T04:43:23.700" v="69" actId="14100"/>
        <pc:sldMkLst>
          <pc:docMk/>
          <pc:sldMk cId="256592371" sldId="402"/>
        </pc:sldMkLst>
        <pc:spChg chg="del mod">
          <ac:chgData name="Mozhgan Moazzen Zadeh-Bacon" userId="87017a61-33d9-4952-aa6c-e009fac81f23" providerId="ADAL" clId="{447EDA8B-4EC7-4A76-95DB-62723156D1EE}" dt="2026-09-27T04:41:32.065" v="34" actId="478"/>
          <ac:spMkLst>
            <pc:docMk/>
            <pc:sldMk cId="256592371" sldId="402"/>
            <ac:spMk id="8" creationId="{8730A0E2-C442-4CC8-8762-4E39D40176F3}"/>
          </ac:spMkLst>
        </pc:spChg>
        <pc:spChg chg="add mod">
          <ac:chgData name="Mozhgan Moazzen Zadeh-Bacon" userId="87017a61-33d9-4952-aa6c-e009fac81f23" providerId="ADAL" clId="{447EDA8B-4EC7-4A76-95DB-62723156D1EE}" dt="2026-09-27T04:42:53.404" v="65" actId="20577"/>
          <ac:spMkLst>
            <pc:docMk/>
            <pc:sldMk cId="256592371" sldId="402"/>
            <ac:spMk id="14" creationId="{B1E4559F-4520-3D53-D1F3-7613AAB36506}"/>
          </ac:spMkLst>
        </pc:spChg>
        <pc:picChg chg="add mod">
          <ac:chgData name="Mozhgan Moazzen Zadeh-Bacon" userId="87017a61-33d9-4952-aa6c-e009fac81f23" providerId="ADAL" clId="{447EDA8B-4EC7-4A76-95DB-62723156D1EE}" dt="2026-09-27T04:43:00.637" v="66" actId="1076"/>
          <ac:picMkLst>
            <pc:docMk/>
            <pc:sldMk cId="256592371" sldId="402"/>
            <ac:picMk id="3" creationId="{EFF9D9A7-338D-0437-78DD-19FC5B4A1EEA}"/>
          </ac:picMkLst>
        </pc:picChg>
        <pc:picChg chg="add mod">
          <ac:chgData name="Mozhgan Moazzen Zadeh-Bacon" userId="87017a61-33d9-4952-aa6c-e009fac81f23" providerId="ADAL" clId="{447EDA8B-4EC7-4A76-95DB-62723156D1EE}" dt="2026-09-27T04:41:36.245" v="35" actId="1076"/>
          <ac:picMkLst>
            <pc:docMk/>
            <pc:sldMk cId="256592371" sldId="402"/>
            <ac:picMk id="5" creationId="{32F3AACB-4FEE-EA44-59E4-29E8FFD23951}"/>
          </ac:picMkLst>
        </pc:picChg>
        <pc:picChg chg="add del mod">
          <ac:chgData name="Mozhgan Moazzen Zadeh-Bacon" userId="87017a61-33d9-4952-aa6c-e009fac81f23" providerId="ADAL" clId="{447EDA8B-4EC7-4A76-95DB-62723156D1EE}" dt="2026-09-27T04:40:55.144" v="22" actId="22"/>
          <ac:picMkLst>
            <pc:docMk/>
            <pc:sldMk cId="256592371" sldId="402"/>
            <ac:picMk id="9" creationId="{E2EAD663-B9BE-7D2C-DD2E-16A0DC84E425}"/>
          </ac:picMkLst>
        </pc:picChg>
        <pc:picChg chg="add mod">
          <ac:chgData name="Mozhgan Moazzen Zadeh-Bacon" userId="87017a61-33d9-4952-aa6c-e009fac81f23" providerId="ADAL" clId="{447EDA8B-4EC7-4A76-95DB-62723156D1EE}" dt="2026-09-27T04:41:39.134" v="36" actId="1076"/>
          <ac:picMkLst>
            <pc:docMk/>
            <pc:sldMk cId="256592371" sldId="402"/>
            <ac:picMk id="11" creationId="{FA23C4A4-F990-0F34-E3FD-82CE6B30A39E}"/>
          </ac:picMkLst>
        </pc:picChg>
        <pc:picChg chg="del">
          <ac:chgData name="Mozhgan Moazzen Zadeh-Bacon" userId="87017a61-33d9-4952-aa6c-e009fac81f23" providerId="ADAL" clId="{447EDA8B-4EC7-4A76-95DB-62723156D1EE}" dt="2026-09-27T04:41:02.806" v="23" actId="478"/>
          <ac:picMkLst>
            <pc:docMk/>
            <pc:sldMk cId="256592371" sldId="402"/>
            <ac:picMk id="12" creationId="{8FF76234-20C7-4675-8B04-D1BFEBD3C365}"/>
          </ac:picMkLst>
        </pc:picChg>
        <pc:picChg chg="mod">
          <ac:chgData name="Mozhgan Moazzen Zadeh-Bacon" userId="87017a61-33d9-4952-aa6c-e009fac81f23" providerId="ADAL" clId="{447EDA8B-4EC7-4A76-95DB-62723156D1EE}" dt="2026-09-27T04:43:23.700" v="69" actId="14100"/>
          <ac:picMkLst>
            <pc:docMk/>
            <pc:sldMk cId="256592371" sldId="402"/>
            <ac:picMk id="13" creationId="{6D425AB4-6E75-4D40-A0CC-3FD97A8C2144}"/>
          </ac:picMkLst>
        </pc:picChg>
        <pc:inkChg chg="del">
          <ac:chgData name="Mozhgan Moazzen Zadeh-Bacon" userId="87017a61-33d9-4952-aa6c-e009fac81f23" providerId="ADAL" clId="{447EDA8B-4EC7-4A76-95DB-62723156D1EE}" dt="2026-09-27T04:41:07.170" v="25" actId="478"/>
          <ac:inkMkLst>
            <pc:docMk/>
            <pc:sldMk cId="256592371" sldId="402"/>
            <ac:inkMk id="65" creationId="{65A41D8C-B07A-4CCB-8BA7-40006DAE26F6}"/>
          </ac:inkMkLst>
        </pc:inkChg>
        <pc:inkChg chg="del">
          <ac:chgData name="Mozhgan Moazzen Zadeh-Bacon" userId="87017a61-33d9-4952-aa6c-e009fac81f23" providerId="ADAL" clId="{447EDA8B-4EC7-4A76-95DB-62723156D1EE}" dt="2026-09-27T04:41:05.796" v="24" actId="478"/>
          <ac:inkMkLst>
            <pc:docMk/>
            <pc:sldMk cId="256592371" sldId="402"/>
            <ac:inkMk id="66" creationId="{299A7F7D-A9FA-4A12-B4E3-3CF7DDB9014E}"/>
          </ac:inkMkLst>
        </pc:inkChg>
        <pc:inkChg chg="del">
          <ac:chgData name="Mozhgan Moazzen Zadeh-Bacon" userId="87017a61-33d9-4952-aa6c-e009fac81f23" providerId="ADAL" clId="{447EDA8B-4EC7-4A76-95DB-62723156D1EE}" dt="2026-09-27T04:41:22.355" v="30" actId="478"/>
          <ac:inkMkLst>
            <pc:docMk/>
            <pc:sldMk cId="256592371" sldId="402"/>
            <ac:inkMk id="70" creationId="{5991BEB9-5583-4718-842F-7B9D514636AD}"/>
          </ac:inkMkLst>
        </pc:inkChg>
      </pc:sldChg>
      <pc:sldChg chg="addSp delSp modSp mod">
        <pc:chgData name="Mozhgan Moazzen Zadeh-Bacon" userId="87017a61-33d9-4952-aa6c-e009fac81f23" providerId="ADAL" clId="{447EDA8B-4EC7-4A76-95DB-62723156D1EE}" dt="2026-09-27T05:16:42.241" v="206" actId="14100"/>
        <pc:sldMkLst>
          <pc:docMk/>
          <pc:sldMk cId="435936586" sldId="405"/>
        </pc:sldMkLst>
        <pc:spChg chg="mod">
          <ac:chgData name="Mozhgan Moazzen Zadeh-Bacon" userId="87017a61-33d9-4952-aa6c-e009fac81f23" providerId="ADAL" clId="{447EDA8B-4EC7-4A76-95DB-62723156D1EE}" dt="2026-09-27T04:49:09.400" v="73" actId="1076"/>
          <ac:spMkLst>
            <pc:docMk/>
            <pc:sldMk cId="435936586" sldId="405"/>
            <ac:spMk id="7" creationId="{B9E57457-5E5A-4C00-B535-72AC0F61C26D}"/>
          </ac:spMkLst>
        </pc:spChg>
        <pc:spChg chg="mod">
          <ac:chgData name="Mozhgan Moazzen Zadeh-Bacon" userId="87017a61-33d9-4952-aa6c-e009fac81f23" providerId="ADAL" clId="{447EDA8B-4EC7-4A76-95DB-62723156D1EE}" dt="2026-09-27T05:11:21.290" v="148" actId="14100"/>
          <ac:spMkLst>
            <pc:docMk/>
            <pc:sldMk cId="435936586" sldId="405"/>
            <ac:spMk id="28" creationId="{00000000-0000-0000-0000-000000000000}"/>
          </ac:spMkLst>
        </pc:spChg>
        <pc:spChg chg="add mod">
          <ac:chgData name="Mozhgan Moazzen Zadeh-Bacon" userId="87017a61-33d9-4952-aa6c-e009fac81f23" providerId="ADAL" clId="{447EDA8B-4EC7-4A76-95DB-62723156D1EE}" dt="2026-09-27T05:14:33.916" v="197" actId="20577"/>
          <ac:spMkLst>
            <pc:docMk/>
            <pc:sldMk cId="435936586" sldId="405"/>
            <ac:spMk id="39" creationId="{D382DD4D-2BAB-F8FE-7E53-B848DFE36450}"/>
          </ac:spMkLst>
        </pc:spChg>
        <pc:spChg chg="add mod">
          <ac:chgData name="Mozhgan Moazzen Zadeh-Bacon" userId="87017a61-33d9-4952-aa6c-e009fac81f23" providerId="ADAL" clId="{447EDA8B-4EC7-4A76-95DB-62723156D1EE}" dt="2026-09-27T05:14:18.745" v="196" actId="1076"/>
          <ac:spMkLst>
            <pc:docMk/>
            <pc:sldMk cId="435936586" sldId="405"/>
            <ac:spMk id="40" creationId="{8F5AF0E8-B11C-3B95-E4FE-717DE5C4B522}"/>
          </ac:spMkLst>
        </pc:spChg>
        <pc:grpChg chg="del mod">
          <ac:chgData name="Mozhgan Moazzen Zadeh-Bacon" userId="87017a61-33d9-4952-aa6c-e009fac81f23" providerId="ADAL" clId="{447EDA8B-4EC7-4A76-95DB-62723156D1EE}" dt="2026-09-27T05:01:29.663" v="88"/>
          <ac:grpSpMkLst>
            <pc:docMk/>
            <pc:sldMk cId="435936586" sldId="405"/>
            <ac:grpSpMk id="14" creationId="{B64C4235-5AAF-A919-DE91-5B55260311DD}"/>
          </ac:grpSpMkLst>
        </pc:grpChg>
        <pc:grpChg chg="mod">
          <ac:chgData name="Mozhgan Moazzen Zadeh-Bacon" userId="87017a61-33d9-4952-aa6c-e009fac81f23" providerId="ADAL" clId="{447EDA8B-4EC7-4A76-95DB-62723156D1EE}" dt="2026-09-27T05:04:33.162" v="111" actId="1076"/>
          <ac:grpSpMkLst>
            <pc:docMk/>
            <pc:sldMk cId="435936586" sldId="405"/>
            <ac:grpSpMk id="15" creationId="{FE7C9374-7BAD-9F37-7100-3301A38BB24A}"/>
          </ac:grpSpMkLst>
        </pc:grpChg>
        <pc:grpChg chg="del mod">
          <ac:chgData name="Mozhgan Moazzen Zadeh-Bacon" userId="87017a61-33d9-4952-aa6c-e009fac81f23" providerId="ADAL" clId="{447EDA8B-4EC7-4A76-95DB-62723156D1EE}" dt="2026-09-27T05:01:51.289" v="98"/>
          <ac:grpSpMkLst>
            <pc:docMk/>
            <pc:sldMk cId="435936586" sldId="405"/>
            <ac:grpSpMk id="23" creationId="{25C2FD12-C4DF-1481-9981-3E1D3E1BE561}"/>
          </ac:grpSpMkLst>
        </pc:grpChg>
        <pc:grpChg chg="mod">
          <ac:chgData name="Mozhgan Moazzen Zadeh-Bacon" userId="87017a61-33d9-4952-aa6c-e009fac81f23" providerId="ADAL" clId="{447EDA8B-4EC7-4A76-95DB-62723156D1EE}" dt="2026-09-27T05:04:33.162" v="111" actId="1076"/>
          <ac:grpSpMkLst>
            <pc:docMk/>
            <pc:sldMk cId="435936586" sldId="405"/>
            <ac:grpSpMk id="25" creationId="{12FB4529-6E88-A979-6B01-D29923747443}"/>
          </ac:grpSpMkLst>
        </pc:grpChg>
        <pc:grpChg chg="mod">
          <ac:chgData name="Mozhgan Moazzen Zadeh-Bacon" userId="87017a61-33d9-4952-aa6c-e009fac81f23" providerId="ADAL" clId="{447EDA8B-4EC7-4A76-95DB-62723156D1EE}" dt="2026-09-27T05:04:33.162" v="111" actId="1076"/>
          <ac:grpSpMkLst>
            <pc:docMk/>
            <pc:sldMk cId="435936586" sldId="405"/>
            <ac:grpSpMk id="35" creationId="{173BA625-9686-9FBA-082C-4498310F4F71}"/>
          </ac:grpSpMkLst>
        </pc:grpChg>
        <pc:grpChg chg="mod">
          <ac:chgData name="Mozhgan Moazzen Zadeh-Bacon" userId="87017a61-33d9-4952-aa6c-e009fac81f23" providerId="ADAL" clId="{447EDA8B-4EC7-4A76-95DB-62723156D1EE}" dt="2026-09-27T05:04:33.162" v="111" actId="1076"/>
          <ac:grpSpMkLst>
            <pc:docMk/>
            <pc:sldMk cId="435936586" sldId="405"/>
            <ac:grpSpMk id="36" creationId="{75550B38-2EEE-561D-7D21-CED6EC00A017}"/>
          </ac:grpSpMkLst>
        </pc:grpChg>
        <pc:picChg chg="add mod">
          <ac:chgData name="Mozhgan Moazzen Zadeh-Bacon" userId="87017a61-33d9-4952-aa6c-e009fac81f23" providerId="ADAL" clId="{447EDA8B-4EC7-4A76-95DB-62723156D1EE}" dt="2026-09-27T05:16:42.241" v="206" actId="14100"/>
          <ac:picMkLst>
            <pc:docMk/>
            <pc:sldMk cId="435936586" sldId="405"/>
            <ac:picMk id="3" creationId="{4F5DA40F-F365-B029-17D8-851F2D4C7801}"/>
          </ac:picMkLst>
        </pc:picChg>
        <pc:picChg chg="mod">
          <ac:chgData name="Mozhgan Moazzen Zadeh-Bacon" userId="87017a61-33d9-4952-aa6c-e009fac81f23" providerId="ADAL" clId="{447EDA8B-4EC7-4A76-95DB-62723156D1EE}" dt="2026-09-27T05:05:03.905" v="112" actId="14100"/>
          <ac:picMkLst>
            <pc:docMk/>
            <pc:sldMk cId="435936586" sldId="405"/>
            <ac:picMk id="12" creationId="{D5DAA977-2751-40B0-B82F-00C6A5981FBE}"/>
          </ac:picMkLst>
        </pc:picChg>
        <pc:picChg chg="add del mod">
          <ac:chgData name="Mozhgan Moazzen Zadeh-Bacon" userId="87017a61-33d9-4952-aa6c-e009fac81f23" providerId="ADAL" clId="{447EDA8B-4EC7-4A76-95DB-62723156D1EE}" dt="2026-09-27T05:15:55.670" v="199" actId="478"/>
          <ac:picMkLst>
            <pc:docMk/>
            <pc:sldMk cId="435936586" sldId="405"/>
            <ac:picMk id="38" creationId="{B13DFD1D-A558-A698-6A95-6336F7FBBF8A}"/>
          </ac:picMkLst>
        </pc:picChg>
        <pc:picChg chg="add mod">
          <ac:chgData name="Mozhgan Moazzen Zadeh-Bacon" userId="87017a61-33d9-4952-aa6c-e009fac81f23" providerId="ADAL" clId="{447EDA8B-4EC7-4A76-95DB-62723156D1EE}" dt="2026-09-27T05:16:26.792" v="205" actId="14100"/>
          <ac:picMkLst>
            <pc:docMk/>
            <pc:sldMk cId="435936586" sldId="405"/>
            <ac:picMk id="42" creationId="{9FC20C62-88FD-55D9-7CAA-4071A5ED6658}"/>
          </ac:picMkLst>
        </pc:picChg>
        <pc:inkChg chg="add mod">
          <ac:chgData name="Mozhgan Moazzen Zadeh-Bacon" userId="87017a61-33d9-4952-aa6c-e009fac81f23" providerId="ADAL" clId="{447EDA8B-4EC7-4A76-95DB-62723156D1EE}" dt="2026-09-27T05:01:29.663" v="88"/>
          <ac:inkMkLst>
            <pc:docMk/>
            <pc:sldMk cId="435936586" sldId="405"/>
            <ac:inkMk id="4" creationId="{11B1221A-3BA9-9354-B5F8-4B51277E8267}"/>
          </ac:inkMkLst>
        </pc:inkChg>
        <pc:inkChg chg="add mod">
          <ac:chgData name="Mozhgan Moazzen Zadeh-Bacon" userId="87017a61-33d9-4952-aa6c-e009fac81f23" providerId="ADAL" clId="{447EDA8B-4EC7-4A76-95DB-62723156D1EE}" dt="2026-09-27T05:01:29.663" v="88"/>
          <ac:inkMkLst>
            <pc:docMk/>
            <pc:sldMk cId="435936586" sldId="405"/>
            <ac:inkMk id="5" creationId="{007007B5-B8EF-130F-1D94-710456A6AB80}"/>
          </ac:inkMkLst>
        </pc:inkChg>
        <pc:inkChg chg="add mod">
          <ac:chgData name="Mozhgan Moazzen Zadeh-Bacon" userId="87017a61-33d9-4952-aa6c-e009fac81f23" providerId="ADAL" clId="{447EDA8B-4EC7-4A76-95DB-62723156D1EE}" dt="2026-09-27T05:01:29.663" v="88"/>
          <ac:inkMkLst>
            <pc:docMk/>
            <pc:sldMk cId="435936586" sldId="405"/>
            <ac:inkMk id="6" creationId="{16B78979-E112-5FAD-5CEB-863C72D6C723}"/>
          </ac:inkMkLst>
        </pc:inkChg>
        <pc:inkChg chg="add mod">
          <ac:chgData name="Mozhgan Moazzen Zadeh-Bacon" userId="87017a61-33d9-4952-aa6c-e009fac81f23" providerId="ADAL" clId="{447EDA8B-4EC7-4A76-95DB-62723156D1EE}" dt="2026-09-27T05:01:29.663" v="88"/>
          <ac:inkMkLst>
            <pc:docMk/>
            <pc:sldMk cId="435936586" sldId="405"/>
            <ac:inkMk id="8" creationId="{AC01E7B7-1584-7809-74CA-887CAFD24A77}"/>
          </ac:inkMkLst>
        </pc:inkChg>
        <pc:inkChg chg="add mod">
          <ac:chgData name="Mozhgan Moazzen Zadeh-Bacon" userId="87017a61-33d9-4952-aa6c-e009fac81f23" providerId="ADAL" clId="{447EDA8B-4EC7-4A76-95DB-62723156D1EE}" dt="2026-09-27T05:01:29.663" v="88"/>
          <ac:inkMkLst>
            <pc:docMk/>
            <pc:sldMk cId="435936586" sldId="405"/>
            <ac:inkMk id="9" creationId="{488D6B67-C80A-B6D0-07CB-116EA0E05FBD}"/>
          </ac:inkMkLst>
        </pc:inkChg>
        <pc:inkChg chg="add mod">
          <ac:chgData name="Mozhgan Moazzen Zadeh-Bacon" userId="87017a61-33d9-4952-aa6c-e009fac81f23" providerId="ADAL" clId="{447EDA8B-4EC7-4A76-95DB-62723156D1EE}" dt="2026-09-27T05:01:29.663" v="88"/>
          <ac:inkMkLst>
            <pc:docMk/>
            <pc:sldMk cId="435936586" sldId="405"/>
            <ac:inkMk id="10" creationId="{81A438DF-FCB2-33E1-A2F7-F408C6ECFA34}"/>
          </ac:inkMkLst>
        </pc:inkChg>
        <pc:inkChg chg="add mod">
          <ac:chgData name="Mozhgan Moazzen Zadeh-Bacon" userId="87017a61-33d9-4952-aa6c-e009fac81f23" providerId="ADAL" clId="{447EDA8B-4EC7-4A76-95DB-62723156D1EE}" dt="2026-09-27T05:01:29.663" v="88"/>
          <ac:inkMkLst>
            <pc:docMk/>
            <pc:sldMk cId="435936586" sldId="405"/>
            <ac:inkMk id="11" creationId="{5BB85BB5-B405-0176-65DF-15561373453C}"/>
          </ac:inkMkLst>
        </pc:inkChg>
        <pc:inkChg chg="add mod">
          <ac:chgData name="Mozhgan Moazzen Zadeh-Bacon" userId="87017a61-33d9-4952-aa6c-e009fac81f23" providerId="ADAL" clId="{447EDA8B-4EC7-4A76-95DB-62723156D1EE}" dt="2026-09-27T05:04:33.162" v="111" actId="1076"/>
          <ac:inkMkLst>
            <pc:docMk/>
            <pc:sldMk cId="435936586" sldId="405"/>
            <ac:inkMk id="16" creationId="{90AEA562-FC4B-63CA-22E5-23ED57AD1F72}"/>
          </ac:inkMkLst>
        </pc:inkChg>
        <pc:inkChg chg="add">
          <ac:chgData name="Mozhgan Moazzen Zadeh-Bacon" userId="87017a61-33d9-4952-aa6c-e009fac81f23" providerId="ADAL" clId="{447EDA8B-4EC7-4A76-95DB-62723156D1EE}" dt="2026-09-27T05:01:39.790" v="90" actId="9405"/>
          <ac:inkMkLst>
            <pc:docMk/>
            <pc:sldMk cId="435936586" sldId="405"/>
            <ac:inkMk id="17" creationId="{7555D307-15F8-B82A-24DD-0B57425E28D3}"/>
          </ac:inkMkLst>
        </pc:inkChg>
        <pc:inkChg chg="add">
          <ac:chgData name="Mozhgan Moazzen Zadeh-Bacon" userId="87017a61-33d9-4952-aa6c-e009fac81f23" providerId="ADAL" clId="{447EDA8B-4EC7-4A76-95DB-62723156D1EE}" dt="2026-09-27T05:01:40.407" v="91" actId="9405"/>
          <ac:inkMkLst>
            <pc:docMk/>
            <pc:sldMk cId="435936586" sldId="405"/>
            <ac:inkMk id="18" creationId="{D0D49971-4E34-76FF-4450-3969560A2E36}"/>
          </ac:inkMkLst>
        </pc:inkChg>
        <pc:inkChg chg="add">
          <ac:chgData name="Mozhgan Moazzen Zadeh-Bacon" userId="87017a61-33d9-4952-aa6c-e009fac81f23" providerId="ADAL" clId="{447EDA8B-4EC7-4A76-95DB-62723156D1EE}" dt="2026-09-27T05:01:41.310" v="92" actId="9405"/>
          <ac:inkMkLst>
            <pc:docMk/>
            <pc:sldMk cId="435936586" sldId="405"/>
            <ac:inkMk id="19" creationId="{C5EEBFE6-C974-4E14-9124-AC9ED44A232B}"/>
          </ac:inkMkLst>
        </pc:inkChg>
        <pc:inkChg chg="add mod">
          <ac:chgData name="Mozhgan Moazzen Zadeh-Bacon" userId="87017a61-33d9-4952-aa6c-e009fac81f23" providerId="ADAL" clId="{447EDA8B-4EC7-4A76-95DB-62723156D1EE}" dt="2026-09-27T05:01:51.289" v="98"/>
          <ac:inkMkLst>
            <pc:docMk/>
            <pc:sldMk cId="435936586" sldId="405"/>
            <ac:inkMk id="20" creationId="{0C2308F2-EA02-C3D9-6CF2-0A3D6EAEAD4E}"/>
          </ac:inkMkLst>
        </pc:inkChg>
        <pc:inkChg chg="add mod">
          <ac:chgData name="Mozhgan Moazzen Zadeh-Bacon" userId="87017a61-33d9-4952-aa6c-e009fac81f23" providerId="ADAL" clId="{447EDA8B-4EC7-4A76-95DB-62723156D1EE}" dt="2026-09-27T05:01:51.289" v="98"/>
          <ac:inkMkLst>
            <pc:docMk/>
            <pc:sldMk cId="435936586" sldId="405"/>
            <ac:inkMk id="21" creationId="{72582019-9CB8-73C8-A2BE-21ED3F3262F6}"/>
          </ac:inkMkLst>
        </pc:inkChg>
        <pc:inkChg chg="add">
          <ac:chgData name="Mozhgan Moazzen Zadeh-Bacon" userId="87017a61-33d9-4952-aa6c-e009fac81f23" providerId="ADAL" clId="{447EDA8B-4EC7-4A76-95DB-62723156D1EE}" dt="2026-09-27T05:01:48.563" v="95" actId="9405"/>
          <ac:inkMkLst>
            <pc:docMk/>
            <pc:sldMk cId="435936586" sldId="405"/>
            <ac:inkMk id="22" creationId="{1E05C736-17B8-584B-90D5-1563C8898E6D}"/>
          </ac:inkMkLst>
        </pc:inkChg>
        <pc:inkChg chg="add mod">
          <ac:chgData name="Mozhgan Moazzen Zadeh-Bacon" userId="87017a61-33d9-4952-aa6c-e009fac81f23" providerId="ADAL" clId="{447EDA8B-4EC7-4A76-95DB-62723156D1EE}" dt="2026-09-27T05:01:51.289" v="98"/>
          <ac:inkMkLst>
            <pc:docMk/>
            <pc:sldMk cId="435936586" sldId="405"/>
            <ac:inkMk id="24" creationId="{64E407FF-798C-6855-2F4F-ECF0F522F3DD}"/>
          </ac:inkMkLst>
        </pc:inkChg>
        <pc:inkChg chg="add mod">
          <ac:chgData name="Mozhgan Moazzen Zadeh-Bacon" userId="87017a61-33d9-4952-aa6c-e009fac81f23" providerId="ADAL" clId="{447EDA8B-4EC7-4A76-95DB-62723156D1EE}" dt="2026-09-27T05:02:04.071" v="107"/>
          <ac:inkMkLst>
            <pc:docMk/>
            <pc:sldMk cId="435936586" sldId="405"/>
            <ac:inkMk id="26" creationId="{CC1A6D5C-FDAB-582B-4632-18D25F08ACBA}"/>
          </ac:inkMkLst>
        </pc:inkChg>
        <pc:inkChg chg="add mod">
          <ac:chgData name="Mozhgan Moazzen Zadeh-Bacon" userId="87017a61-33d9-4952-aa6c-e009fac81f23" providerId="ADAL" clId="{447EDA8B-4EC7-4A76-95DB-62723156D1EE}" dt="2026-09-27T05:02:04.071" v="107"/>
          <ac:inkMkLst>
            <pc:docMk/>
            <pc:sldMk cId="435936586" sldId="405"/>
            <ac:inkMk id="27" creationId="{5A618353-03BA-A481-F8C7-2E1DC8A15BAE}"/>
          </ac:inkMkLst>
        </pc:inkChg>
        <pc:inkChg chg="add mod">
          <ac:chgData name="Mozhgan Moazzen Zadeh-Bacon" userId="87017a61-33d9-4952-aa6c-e009fac81f23" providerId="ADAL" clId="{447EDA8B-4EC7-4A76-95DB-62723156D1EE}" dt="2026-09-27T05:02:04.071" v="107"/>
          <ac:inkMkLst>
            <pc:docMk/>
            <pc:sldMk cId="435936586" sldId="405"/>
            <ac:inkMk id="29" creationId="{EB19AFB2-1415-0A1F-7126-2E51E2AE99B2}"/>
          </ac:inkMkLst>
        </pc:inkChg>
        <pc:inkChg chg="add mod">
          <ac:chgData name="Mozhgan Moazzen Zadeh-Bacon" userId="87017a61-33d9-4952-aa6c-e009fac81f23" providerId="ADAL" clId="{447EDA8B-4EC7-4A76-95DB-62723156D1EE}" dt="2026-09-27T05:02:04.071" v="107"/>
          <ac:inkMkLst>
            <pc:docMk/>
            <pc:sldMk cId="435936586" sldId="405"/>
            <ac:inkMk id="30" creationId="{3F218A7E-3F00-DB0C-2C68-DD8B1B9FC6FD}"/>
          </ac:inkMkLst>
        </pc:inkChg>
        <pc:inkChg chg="add mod">
          <ac:chgData name="Mozhgan Moazzen Zadeh-Bacon" userId="87017a61-33d9-4952-aa6c-e009fac81f23" providerId="ADAL" clId="{447EDA8B-4EC7-4A76-95DB-62723156D1EE}" dt="2026-09-27T05:02:04.071" v="107"/>
          <ac:inkMkLst>
            <pc:docMk/>
            <pc:sldMk cId="435936586" sldId="405"/>
            <ac:inkMk id="31" creationId="{D03BED19-A678-4C3C-6B78-4E9FF88A5113}"/>
          </ac:inkMkLst>
        </pc:inkChg>
        <pc:inkChg chg="add mod">
          <ac:chgData name="Mozhgan Moazzen Zadeh-Bacon" userId="87017a61-33d9-4952-aa6c-e009fac81f23" providerId="ADAL" clId="{447EDA8B-4EC7-4A76-95DB-62723156D1EE}" dt="2026-09-27T05:02:04.071" v="107"/>
          <ac:inkMkLst>
            <pc:docMk/>
            <pc:sldMk cId="435936586" sldId="405"/>
            <ac:inkMk id="32" creationId="{FBDE6B29-8EE8-AEC8-5EE4-81186597A4D7}"/>
          </ac:inkMkLst>
        </pc:inkChg>
        <pc:inkChg chg="add mod">
          <ac:chgData name="Mozhgan Moazzen Zadeh-Bacon" userId="87017a61-33d9-4952-aa6c-e009fac81f23" providerId="ADAL" clId="{447EDA8B-4EC7-4A76-95DB-62723156D1EE}" dt="2026-09-27T05:02:04.071" v="107"/>
          <ac:inkMkLst>
            <pc:docMk/>
            <pc:sldMk cId="435936586" sldId="405"/>
            <ac:inkMk id="33" creationId="{7968ED67-AA21-42D0-2766-88D228453BE9}"/>
          </ac:inkMkLst>
        </pc:inkChg>
        <pc:inkChg chg="add mod">
          <ac:chgData name="Mozhgan Moazzen Zadeh-Bacon" userId="87017a61-33d9-4952-aa6c-e009fac81f23" providerId="ADAL" clId="{447EDA8B-4EC7-4A76-95DB-62723156D1EE}" dt="2026-09-27T05:02:04.071" v="107"/>
          <ac:inkMkLst>
            <pc:docMk/>
            <pc:sldMk cId="435936586" sldId="405"/>
            <ac:inkMk id="34" creationId="{42B9740F-8A10-8D42-26CC-D51D401666E2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20:50:29.15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5 0 7770,'-3'9'97,"3"-9"-84,0 1 1,-1-1-1,1 1 0,0 0 0,0-1 0,-1 1 1,1 0-1,0-1 0,0 1 0,0 0 1,0 0-1,0-1 0,0 1 0,0 0 1,0 1-1,1-2 26,0 1-1,0-1 1,-1 1 0,1-1 0,0 0 0,0 1 0,-1-1-1,1 0 1,0 1 0,0-1 0,0 0 0,0 0 0,-1 0-1,1 0 1,0 0 0,0 0 0,0 0 0,1 0 0,221 21 5741,-127-9-5612,116-1 0,136-23 809,-170 3-710,-172 9-227,1-1 1,-1 0 0,0 0-1,0 0 1,0-1 0,0 0 0,10-4-1,-16 5-36,1 1-1,-1 0 1,0 0-1,0 0 1,1 0 0,-1-1-1,0 1 1,0 0-1,1 0 1,-1 0-1,0-1 1,0 1-1,1 0 1,-1-1 0,0 1-1,0 0 1,0 0-1,0-1 1,1 1-1,-1 0 1,0-1-1,0 1 1,0 0 0,0-1-1,0 1 1,0 0-1,0-1 1,0 0-2,-1 1 0,1-1 0,0 1 0,-1-1 0,1 1 0,0-1 0,-1 1 1,1 0-1,-1-1 0,1 1 0,-1 0 0,1-1 0,-1 1 0,1 0 0,-1-1 0,1 1 1,-1 0-1,1 0 0,-1 0 0,0 0 0,1 0 0,-1-1 0,-4 0-4,-4-1 11,0 0-1,-17-1 1,24 3-9,-1 0-1,1 0 0,-1 0 1,1 0-1,0 1 0,0-1 1,-1 1-1,1-1 0,0 1 1,0 0-1,-1 0 0,1 0 1,0 0-1,0 0 0,0 0 1,0 1-1,-3 2 0,3-2-87,0 0 0,0 0 0,0-1 0,-1 1-1,1-1 1,0 0 0,-1 0 0,1 1 0,-1-2-1,1 1 1,-1 0 0,0 0 0,-4 0 0,-39 1-1011,25-2 613,-14 2 244,-408 11-5739,306-20 7450,9 0 1826,102 7-2907,0 1 1,-50 10 0,76-11-372,-18 11 1323,19-12-1324,9 4 122,1 0 1,0-1-1,0-1 0,0 0 0,15 0 0,-9 0-65,332-7 1480,-2-23-2,-327 27-1517,168-11 335,-179 11-349,-10-1-7,-14-1 1,-63-4 4,-109 5 1,115 4-15,-430 31 10,446-27-13,21-3 2,18-2-5,40 1-50,131-3-2346,-90 0 1471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20:50:30.75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100 87 12963,'26'-10'2645,"41"-8"0,30 2-1342,99 4-1718,-181 12 609,327 4 714,-198-3-291,27 1-15,-161 0-576,-19 1-32,-23 1-13,-295 5 59,-1-26 45,-92-2 338,369 18-376,51 0-133,5 0-60,17-2-224,0-1 79,32-6-30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20:50:56.35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5 77 4657,'0'0'168,"-4"-2"4427,4 2-4512,0 0 0,0 0 0,0-1 0,0 1 0,0 0 1,0 0-1,0 0 0,0-1 0,0 1 0,0 0 1,0 0-1,0 0 0,0 0 0,0-1 0,0 1 0,0 0 1,0 0-1,1 0 0,-1 0 0,0-1 0,0 1 0,0 0 1,0 0-1,0 0 0,0 0 0,1 0 0,-1-1 0,0 1 1,0 0-1,0 0 0,0 0 0,1 0 0,-1 0 1,0 0-1,0 0 0,0 0 0,0 0 0,1 0 0,-1 0 1,0 0-1,0 0 0,1 0 0,14-6 663,1 0 0,0 2 0,30-6 0,57 1-132,336-24-47,-399 32-472,74 6 1,-105-3-87,-11 0-18,-16 1-14,17-3 23,-47 6 1,-4 0 15,0-1 1,-60-4 0,16-8-115,-115-3-602,163 12 305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20:50:37.22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76 7025,'14'-15'6211,"-7"15"-5369,351-3 1637,-122-5-1880,11-10-466,-226 16-96,38 2 1,-13 3-32,-1-2 1,1-2-1,-1-2 0,46-9 1,-80 9 20,-10 1-96,-17 0-1198,16 2 1244,0 0 0,0 0 0,-1 0 0,1 0 0,0 0 0,0 0-1,-1 0 1,1 0 0,0 0 0,0-1 0,-1 1 0,1 0 0,0 0-1,0 0 1,0 0 0,-1 0 0,1 0 0,0 0 0,0-1 0,0 1 0,-1 0-1,1 0 1,0 0 0,0-1 0,0 1 0,0 0 0,-1 0 0,1 0-1,0-1 1,0 1 0,-1-6-5352,1 5 4110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20:50:38.20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0 145 4073,'9'3'2722,"-7"-2"-2381,0 0-1,-1-1 0,1 1 1,0-1-1,-1 1 1,1-1-1,0 0 1,0 0-1,2 0 1,5-7 3285,1-1-3291,0-1 1,-1 0 0,0-1-1,-1 0 1,14-20-1,-12 13-292,9-15 1,-17 30-42,-1 0 0,0 1 0,1-1 0,0 1 0,-1-1 1,1 1-1,0-1 0,-1 1 0,1 0 0,0 0 0,0 0 0,0 0 0,3-1 0,-4 2-1,0 0 0,0 0 0,0 0 0,0 0 0,0 1 0,0-1 0,0 0-1,-1 0 1,1 1 0,0-1 0,0 0 0,0 1 0,-1-1 0,1 1 0,0-1-1,0 1 1,-1-1 0,1 1 0,0 0 0,-1-1 0,1 1 0,-1 0 0,1-1-1,-1 1 1,1 1 0,11 23 8,2 24-3,-10-35-4,-1 0 0,2-1 0,-1 0 0,8 14 0,-11-26 0,-1 0 0,1 0-1,0 0 1,-1 0 0,1 0-1,0 1 1,0-1-1,0-1 1,0 1 0,0 0-1,0 0 1,0 0 0,0 0-1,0-1 1,0 1-1,1 0 1,-1-1 0,0 1-1,0-1 1,0 0-1,3 1 1,-3-1 0,0 0-1,0 0 1,1-1 0,-1 1-1,0-1 1,0 1 0,0-1-1,0 1 1,1-1-1,-1 1 1,0-1 0,0 0-1,0 0 1,-1 0 0,1 1-1,0-1 1,0 0 0,0 0-1,0 0 1,-1 0 0,1-1-1,0 0 1,12-19 1,1 1 0,31-34 0,-42 51-2,-1 1 0,1 0-1,-1 0 1,1 0 0,0 0 0,-1 1 0,1-1-1,0 1 1,0 0 0,7-2 0,-9 2-1,1 1 0,-1 0 0,1 0 0,-1 0 1,1 0-1,-1 0 0,1 0 0,-1 0 0,1 0 1,-1 0-1,1 1 0,-1-1 0,1 1 0,-1-1 0,0 1 1,1-1-1,-1 1 0,0 0 0,1 0 0,-1 0 0,0 0 1,0 0-1,0 0 0,0 0 0,0 0 0,2 2 0,27 49 4,-20-33 2,17 24 0,-26-43-5,-1 1 0,1-1-1,-1 1 1,1-1 0,-1 1-1,1-1 1,-1 0-1,1 1 1,-1-1 0,1 0-1,0 1 1,-1-1-1,1 0 1,-1 0 0,1 1-1,0-1 1,-1 0-1,1 0 1,0 0 0,-1 0-1,1 0 1,0 0 0,0 0-1,-1 0 1,1 0-1,0 0 1,-1-1 0,1 1-1,-1 0 1,1 0-1,0-1 1,-1 1 0,1 0-1,0-1 1,-1 1-1,1 0 1,-1-1 0,1 0-1,4-3 7,0 0 0,-1 0-1,7-8 1,-2 1-2,-3 5-5,0 1 0,1 0 0,-1 0 0,1 0 0,12-5 0,-16 9 0,0 0 0,1-1 0,-1 1 0,1 1 0,-1-1 0,1 1 0,-1-1 0,1 1 0,-1 0 0,1 0 0,0 0 0,-1 1 0,1-1 0,-1 1 0,7 2 0,7 4 0,20 11 0,-20-10 0,27 11 0,-14-11-3,0 0 0,1-3 0,-1 0 0,1-2 0,0-2-1,0 0 1,33-5 0,-56 3-521,0 1 0,0-2 0,0 1 1,0-1-1,9-3 0,-5-3-909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20:50:38.66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 53 7642,'-2'-25'5121,"2"8"-4177,1 6-368,1 11-400,2 11-80,0 10 0,2 6 32,0 4-24,1 0-8,1-1-8,-1-2-16,-1-6-40,0-5 0,0-9-24,3-3-32,-2-4-4361,0-4 3209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20:50:39.03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16 77 5969,'3'-7'984,"0"0"0,1 0-1,0 1 1,0-1 0,9-8 0,-11 12-979,1 1 0,0-1 0,0 1 1,0 0-1,0 0 0,0 0 0,0 0 1,1 1-1,-1-1 0,1 1 0,-1 0 1,1 0-1,6-1 0,-4 1 2,1 1 1,-1 0-1,0 0 0,1 0 1,-1 1-1,1-1 0,-1 2 0,0-1 1,1 1-1,5 2 0,-10-3-4,1 0 0,-1 0 0,0 0 0,1 1 0,-1-1 0,0 1 1,0-1-1,0 1 0,0 0 0,0-1 0,-1 1 0,1 0 0,0 0 0,-1 1 0,0-1 0,1 0 0,-1 0 0,0 1 0,0-1 0,0 1 0,0-1 0,-1 1 0,1-1 0,-1 1 0,0-1 0,1 1 1,-1 3-1,-1-4-2,1 0 0,0 0 0,-1 0 0,0 0 0,1 1 0,-1-1 0,0 0 0,0 0 1,0 0-1,0 0 0,-1-1 0,1 1 0,0 0 0,-1 0 0,1-1 0,-1 1 0,0-1 0,1 1 1,-1-1-1,0 0 0,0 0 0,-3 2 0,-5 2 1,0-1-1,-1 0 1,-13 3 0,18-6-1,-28 7 27,25-7-11,1 1 0,-1 0 0,1 0 0,-1 1 0,1 0 0,-14 7 0,21-10-14,0 1 0,0-1 1,0 1-1,0 0 0,1-1 1,-1 1-1,0 0 1,0-1-1,1 1 0,-1 0 1,0 0-1,1 0 0,-1 0 1,0-1-1,1 1 1,-1 0-1,1 0 0,0 0 1,-1 0-1,1 0 0,0 0 1,0 0-1,-1 1 1,1-1-1,0 1 0,1 0 3,-1-1-1,1 1 0,0-1 1,-1 1-1,1-1 1,0 0-1,0 1 0,0-1 1,0 0-1,0 0 1,0 0-1,0 0 0,0 0 1,3 2-1,5 3 21,0-1 0,1 0 0,17 6 0,-6-4-2,1 0 1,43 7 0,-17-10-3613,-20-4 2165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20:50:39.31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33 5673,'15'-12'4177,"2"3"-2881,0-2-719,-6 10-529,2 6 0,1 8 24,0 3 56,0 7 192,-1 0 56,0-1 24,1 2-128,-4-2-152,-1-2-16,-6-7-80,-1-2-200,-6-10 152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20:50:39.52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87 7138,'13'-8'4552,"1"0"-4103,0-3-225,3-1-168,1 0 16,2-2 200,0 6 176,1 0 176,1 3 0,1 5-264,2 0-224,0 8-256,-2-1-704,-6-3 544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20:50:40.02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26 3361,'3'-3'506,"0"1"0,0-1 0,0 0 1,0 1-1,1 0 0,-1-1 0,1 1 1,4-1-1,-6 2-420,-1 1 1,1-1-1,-1 1 1,1 0-1,-1 0 1,1-1-1,-1 1 0,1 0 1,0 1-1,-1-1 1,1 0-1,-1 0 1,1 1-1,-1-1 1,0 1-1,1-1 1,-1 1-1,1-1 1,-1 1-1,0 0 1,1 0-1,-1 0 0,0 0 1,0 0-1,2 1 1,3 5 153,-1-1 0,0 1 0,0 1-1,0-1 1,4 11 0,17 42 512,-23-51-647,11 32 321,15 69 1,-29-109-422,1 0 1,-1 0 0,0 0 0,0 0 0,0-1 0,0 1-1,0 0 1,0 0 0,0 0 0,0 0 0,0 0 0,0 0 0,0-1-1,0 1 1,-1 0 0,1 0 0,0 0 0,-1 0 0,0 0 0,1 0-2,-1-1 1,1 0 0,-1 1-1,1-1 1,0 0 0,-1 1-1,1-1 1,-1 0 0,0 0-1,1 0 1,-1 0 0,1 1-1,-1-1 1,1 0 0,-1 0-1,1 0 1,-1 0 0,1 0 0,-1 0-1,1 0 1,-1-1 0,0 1-1,-1 0 1,1-1-1,-1 1 0,1-1 1,-1 0-1,1 1 1,0-1-1,-1 0 1,1 0-1,0 0 0,0 0 1,0 0-1,0 0 1,-1 0-1,1 0 0,1-1 1,-1 1-1,0 0 1,0-1-1,0 1 1,0-2-1,1-3-1,-1 1 1,1-1-1,1 1 0,-1-1 0,1 1 1,0 0-1,0-1 0,3-7 1,-1 4-6,-1 1 2,0 1 0,1-1 0,0 1 0,1 0 0,0 1 0,0-1 0,0 0 0,1 1 0,0 0 0,0 0 0,7-6 0,-10 11 0,0-1 0,0 0 0,0 1 0,0-1 0,0 1 0,0 0 0,0 0 0,1 0 0,-1 0 0,1 0 0,-1 0 0,1 0 0,-1 1 0,1 0 0,-1-1 0,1 1 0,-1 0 0,1 0 0,-1 0 0,1 0 0,-1 1 0,1-1 0,-1 1 0,1 0 0,-1-1 0,1 1 0,-1 0 0,0 1 0,1-1 0,-1 0 0,0 1 0,0-1 0,0 1 0,0-1 0,0 1 0,0 0 0,2 3 0,0 0 4,0 1 0,0 0 1,0 1-1,-1-1 0,0 1 0,0-1 1,3 12-1,-3-8 20,1 0 0,8 15 1,-8-20 6,0-1 0,0 1 1,0-1-1,0 0 1,1 0-1,0 0 1,0-1-1,8 5 0,-8-5-153,2 0-17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20:50:40.83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40 5073,'1'-2'1044,"4"-3"232,0-1-1,0 1 0,0 1 1,9-7-1,-14 11-1236,1-1 1,0 0-1,0 1 0,0-1 0,0 1 0,-1-1 0,1 1 1,0-1-1,0 1 0,0 0 0,0 0 0,0-1 1,0 1-1,0 0 0,0 0 0,0 0 0,0 0 0,0 0 1,0 0-1,0 0 0,0 0 0,0 1 0,0-1 1,0 0-1,0 1 0,0-1 0,0 0 0,0 1 0,-1-1 1,1 1-1,0 0 0,0-1 0,0 1 0,-1-1 1,1 1-1,0 0 0,-1 0 0,1-1 0,-1 1 0,1 0 1,-1 0-1,1 1 0,1 3 47,0 1 0,-1-1 1,0 1-1,-1-1 0,1 1 0,-1-1 0,0 1 1,0 0-1,-1-1 0,-1 10 0,0 1-8,-44 420 424,39-387-391,2 0 1,3 72-1,2-119-87,0-1 0,0 1 0,0-1 0,0 1 0,0 0 0,1-1 0,-1 1 0,1 0 0,-1-1 1,1 1-1,-1-1 0,1 1 0,0-1 0,0 0 0,0 1 0,0-1 0,0 0 0,2 3 0,0-9-2014,8-11 965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20:50:41.36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 3529,'0'4'2256,"0"0"-2184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20:50:42.38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14 601 6153,'-4'-18'1354,"0"-1"0,1 0 0,1-1 0,1 1 0,2-30 0,2 19-149,1 1 1,14-54-1,-9 56-1024,1 1 0,1 0-1,14-25 1,-16 36-173,0 1-1,0 0 1,2 1 0,-1 0 0,2 1-1,-1 0 1,2 1 0,23-17 0,-26 21-8,1 0 1,0 1 0,0 1-1,1 0 1,-1 0 0,1 1-1,0 1 1,0 0 0,1 0 0,-1 1-1,0 1 1,17 0 0,-11 2-1,0 0 1,-1 2 0,1 0-1,-1 1 1,1 1 0,-2 0 0,1 2-1,0 0 1,-1 0 0,-1 2-1,1 0 1,-1 0 0,-1 2 0,0 0-1,0 0 1,-1 1 0,-1 1-1,0 0 1,0 1 0,-2 0 0,0 1-1,0 0 1,-1 1 0,-1 0-1,-1 0 1,0 0 0,-1 1 0,-1 0-1,-1 0 1,0 1 0,2 22-1,-5-25 1,-1 1 0,-1 0 0,0 0 0,-1-1 0,0 1 0,-1-1 0,-8 22 0,7-26-2,0 0 0,-2 0 0,1-1 1,-1 1-1,-1-1 0,1-1 0,-2 1 0,1-1 1,-1 0-1,-16 12 0,6-8-1,0 0-1,-1-1 1,0-1 0,-1-1-1,-23 8 1,13-8-1,-1 0-1,-62 10 1,79-18 6,-1 0 0,1-1-1,-1-1 1,0 0 0,1-1 0,-1-1 0,-16-4 0,24 4-2,0 0 1,0 0 0,0-1 0,1 0 0,-1 0-1,1-1 1,-1 0 0,1 0 0,1 0 0,-1-1 0,0 0-1,1 0 1,0 0 0,0-1 0,1 0 0,-4-6-1,2 1-91,1 0 0,0 0 0,1 0 0,0 0 0,1-1 0,0 0 0,1 0 0,1 0 0,-1 0 0,2 0 1,0 0-1,0 0 0,1 0 0,1 1 0,0-1 0,0 0 0,1 0 0,5-11 0,13-26-542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20:50:42.88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256 1 3193,'6'1'1992,"-12"0"3025,-14 16-3272,1-10-305,-9 1-176,-7 0-464,4-2-248,-2 0-87,6 0-249,4-3-88,6-1-288,3 0-329,7-5-2839,6-4 2063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20:50:43.08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10 5497,'15'-5'4409,"-3"3"-2400,-4-1-1257,-1 4-328,-8 4-280,1 4-64,-1 4-8,-2 4 24,3 3 56,-4 1-24,-2 2 16,-1-2-40,-2 5-80,6-2 24,2 1-448,-4-1-2009,4-6 1713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20:50:43.29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166 4 5185,'10'4'5041,"-9"-9"-560,-7 3-3913,-1 4-496,-6 3-56,-8 3-16,-4-2 8,-1 1 72,0 2-40,4 0 0,5-1-296,3-6 184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20:50:43.82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0 118 6425,'1'-1'408,"0"1"-1,0-1 0,1 1 1,-1-1-1,0 1 0,0-1 0,0 1 1,0 0-1,0-1 0,0 1 1,2 0-1,-2 0-329,-1 0 1,1 0-1,0 0 0,-1 0 0,1 0 1,0 0-1,-1 1 0,1-1 1,0 0-1,-1 0 0,1 1 0,-1-1 1,1 1-1,1 0 0,0 1-101,0 1-1,0-1 1,-1 1-1,1-1 0,0 1 1,-1 0-1,2 4 1,14 29 204,-6-13 278,15 43 1,-26-65-430,0 0-1,0 0 1,1 0 0,-1 0 0,0 0 0,1 0-1,-1 0 1,1 0 0,0 0 0,-1 0-1,1 0 1,0 0 0,-1 0 0,3 1 0,-3-2-12,0 0 0,1 0 1,-1 0-1,0 0 0,1 0 1,-1 1-1,1-1 0,-1 0 1,0 0-1,1-1 0,-1 1 1,0 0-1,1 0 1,-1 0-1,1 0 0,-1 0 1,0 0-1,1 0 0,-1-1 1,0 1-1,0 0 0,1 0 1,-1 0-1,0-1 0,1 1 1,-1 0-1,0 0 0,1-1 1,2-3 128,0-1 1,0 1 0,0-1-1,3-8 1,-2 4-155,30-68 694,-26 54-512,2 1 0,15-29 0,-22 48-190,-1-2-211,1 0 0,0 0 0,1 0 0,-1 0 0,1 1 0,0-1 0,0 1 1,0 0-1,1 0 0,-1 1 0,8-5 0,7 1-1102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20:50:44.18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14 9 6553,'4'-9'4545,"1"9"-3528,4 6-521,-5 13-416,-1 3-56,-1 7 24,-4 0-24,-2 1 352,-1-1 120,2-2 128,3 1-56,-1-4-360,1-4-128,-6-9-160,-2-2-1096,-4-8 800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20:50:44.37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1 107 7698,'13'-17'5241,"7"1"-4073,2 2-672,2 3-448,-1 1-72,-1-1-96,-5 0-8,-3 1-16,3 6-232,-3 1 280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20:50:44.63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6 3529,'9'-4'2496,"4"3"-2152,-11 8-288,11 7 0,-6 8 601,-2 5 231,6 8 368,-5 1 88,-1-1-672,2 1-247,-5-6-281,-2-7-64,-2-10-56,-2-5-24,0-9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20:50:44.87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 3425,'7'-1'2360,"-4"6"-1904,1 2-240,-3 5 168,0 3 345,2 3 559,-1 0 328,5 4-143,-1-2-409,1-1-536,-3 0-208,-2-4-248,-2-2-48,-3-4-2088,2-3 1543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20:50:45.03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 14 6281,'-3'-2'4737,"6"1"-2888,7 0-729,4 0-576,4-1-240,7-1-736,2 3-4017,4-3 3201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20:50:46.82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2595 54 4057,'12'-21'4800,"-11"19"-4589,0 0 0,0-1 0,0 1 0,0 0 0,1 0-1,-1 0 1,0 0 0,1 0 0,-1 0 0,1 1-1,0-1 1,0 0 0,0 1 0,0 0 0,0-1 0,2 0-1,-3 2-168,0 0-1,-1 0 1,1 0 0,-1 0-1,1 0 1,-1 0-1,1 0 1,-1 0 0,1 0-1,-1 1 1,1-1-1,-1 0 1,1 0 0,-1 1-1,1-1 1,-1 0-1,1 1 1,-1-1-1,1 1 1,-1-1 0,0 0-1,1 1 1,-1-1-1,0 1 1,1-1 0,-1 1-1,0-1 1,1 2-1,5 15 812,-1 10-355,-2-1 0,1 45-1,-1-25-329,3 107 326,-15 179 0,3-286-444,-13 56-1,14-82-31,46-60-299,-36 37 257,1 1 1,-1 0-1,1-1 0,-1 2 1,1-1-1,0 1 0,0 0 1,0 0-1,9 0 0,-4 1-14,1 0 0,-1 1 0,24 4 0,-27-3 38,0 0 0,0 1 0,0 0 0,-1 0 0,1 1 0,-1 0 0,0 0 0,0 1 0,0 0 0,0 0 0,6 7 0,-13-11-1,1-1 1,-1 1 0,1-1 0,-1 1 0,0-1 0,1 1-1,-1-1 1,0 1 0,1-1 0,-1 1 0,0 0 0,0-1-1,0 1 1,0 0 0,1-1 0,-1 1 0,0 0-1,0-1 1,0 1 0,0 0 0,-1-1 0,1 1 0,0 0-1,0-1 1,0 1 0,0-1 0,-1 1 0,1 0 0,0-1-1,-1 1 1,1-1 0,0 1 0,-1-1 0,1 1 0,0-1-1,-1 1 1,1-1 0,-1 1 0,1-1 0,-1 1 0,0-1-1,1 0 1,-2 1 0,-3 2-1,0 0-1,0-1 1,0 0 0,-6 2-1,7-3 3,-22 8 15,15-6-5,1 1 0,-1 0 0,1 1 0,-11 6 0,20-10-10,0 0 0,-1 1 1,1-1-1,0 1 0,-1-1 0,1 1 0,0 0 1,0 0-1,0-1 0,1 1 0,-1 0 1,0 0-1,1 0 0,-1 0 0,1 0 1,0 0-1,-1 0 0,1 0 0,0 0 0,0 0 1,0 0-1,1-1 0,-1 1 0,0 0 1,1 0-1,-1 0 0,2 3 0,1 3 5,0 1 0,0-1-1,1 1 1,8 12 0,2 1-5,-8-10 1,2-1 0,14 19 1,-18-25-5,-2-3 3,0 0 0,0 0 0,0 0-1,0 0 1,-1 1 0,1-1 0,-1 0 0,2 4 0,-3-5 0,0 0-1,1 1 1,-1-1 0,0 0 0,0 0 0,-1 0 0,1 0 0,0 0 0,0 0 0,-1 1 0,1-1 0,0 0 0,-1 0 0,1 0 0,-1 0 0,1 0-1,-1 0 1,0 0 0,1 0 0,-1-1 0,0 1 0,0 0 0,0 0 0,-1 1 0,-4 4 0,-1 0 1,2 1-1,-1-1 0,1 1 1,0 1-1,0-1 0,1 1 1,0 0-1,0 0 0,1 0 1,0 0-1,1 0 0,-3 17 1,2-3-2,0 1 0,2 0 0,1 0 0,4 32 0,20 90 0,-9-65 0,10 50 0,9 64 0,-28-147 0,-2 0 0,-3 54 0,-2-39 0,7 77 0,-6-134 2,0-1 1,1 0-1,0 0 1,0 0-1,0 0 1,1 0-1,1 5 1,-2-8-2,0 1 0,0-1 0,0 1 0,0-1 0,0 0 0,0 0 0,1 1 0,-1-1 0,0 0 0,1 0 0,-1 0 0,1 0 0,-1-1 0,1 1 0,-1 0 0,1-1 0,0 1 0,-1-1 0,3 1 0,-366-47-742,146 30 825,-212-20 181,-358-37 212,446 64-340,230 13-130,1 5-1,-1 6 0,-158 40 1,236-46-9,-1 0-13,0-2 1,-54 7-1,85-14 3,0 0 0,0 0 0,0 0-1,0 0 1,0 0 0,0-1 0,-3 0 0,5 1 9,-1 0 0,1 0 0,0 0 0,0 0 1,0 0-1,0 0 0,-1 0 0,1-1 1,0 1-1,0 0 0,0 0 0,0 0 0,0 0 1,0 0-1,-1 0 0,1-1 0,0 1 1,0 0-1,0 0 0,0 0 0,0 0 0,0-1 1,0 1-1,0 0 0,0 0 0,0 0 1,0-1-1,0 1 0,0 0 0,0 0 1,0-1-1,7-8-44,96-98 186,-88 89-90,-1-1 0,0-1-1,-1-1 1,12-26 0,-4-4 316,-2-2 0,-2 0 1,16-87-1,-19 49 174,4-122 0,-18 150-532,0 61-50,0 2 10,-1-1 0,1 1 0,0-1 0,0 1 0,0 0 0,0-1-1,0 1 1,0 0 0,0-1 0,0 1 0,0 0 0,0-1 0,0 1 0,0-1 0,0 1 0,0 0 0,0-1 0,1 1 0,-1 0-1,0-1 1,0 1 0,0 0 0,0-1 0,1 1 0,-1 0 0,0 0 0,0-1 0,1 1 0,-1 0 0,0 0 0,1-1 0,-1 1-1,0 0 1,0 0 0,1 0 0,-1-1 0,0 1 0,1 0 0,-1 0 0,1 0 0,-1 0 0,0 0 0,1 0 0,-1 0 0,0 0 0,1 0-1,-1 0 1,0 0 0,1 0 0,20 4-688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20:50:47.62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18 63 7570,'8'-6'2257,"26"-16"2409,-33 22-4598,0-1 0,0 0-1,0 1 1,1-1 0,-1 1 0,0-1 0,1 1 0,-1 0-1,0 0 1,1-1 0,-1 1 0,1 0 0,-1 0-1,0 0 1,1 0 0,-1 0 0,0 1 0,1-1 0,-1 0-1,0 1 1,1-1 0,1 2 0,-2-1-59,0 0 0,0 0 0,0 0 1,0 0-1,-1 0 0,1 1 0,0-1 1,-1 0-1,1 0 0,-1 0 0,0 1 1,1-1-1,-1 0 0,0 1 0,0-1 1,0 0-1,1 1 0,-1-1 0,-1 2 0,-3 29 4,3-29-5,-20 84 28,12-56-22,2 0 0,1 0 0,-3 37 0,9-59-4,-1-4-3,1-1 0,0 1 1,0-1-1,0 0 0,0 1 0,1-1 0,0 1 0,0-1 0,0 1 0,3 5 0,-5-11 0,0-1-1,0 0 1,0 0 0,1-1-1,-1 1 1,1 0 0,-1-4-1,-1-4 11,-9-24-13,4 13 7,1 0 1,0 0-1,2-1 1,0 1-1,0-37 1,4 42 6,1-1 1,1 0-1,7-30 0,-8 42-14,0 0-1,0 1 1,1-1 0,0 1-1,0-1 1,0 1-1,1 0 1,-1 0-1,1 0 1,0 0 0,0 0-1,0 1 1,1-1-1,-1 1 1,1 0-1,0 0 1,0 0 0,5-2-1,-5 4-3,-1 0 0,1 0 0,0 0 0,0 1 0,0-1 0,0 1 0,0 0 0,0 0 0,-1 0 1,1 1-1,0 0 0,0-1 0,0 1 0,0 1 0,-1-1 0,1 0 0,-1 1 0,1 0 0,5 3 0,-2 0 2,0 0-1,0 0 1,0 0 0,-1 1 0,1 0-1,-1 1 1,9 12 0,-14-17-1,0 0 1,1 0 0,-1 0-1,0 0 1,0 0-1,-1 0 1,1 1-1,0-1 1,-1 0-1,1 1 1,-1-1-1,0 0 1,1 1 0,-1-1-1,0 1 1,-1-1-1,1 3 1,-1-2-3,0 1 1,-1-1-1,1-1 0,0 1 1,-1 0-1,0 0 1,1 0-1,-1-1 1,0 1-1,-1-1 0,-2 3 1,-6 4-6,0-1-1,-1 0 1,0-1-1,-21 10 1,28-15 6,4-1 1,-1 0 1,0 0-1,0 0 0,0 0 0,0 0 1,1 1-1,-1-1 0,0 0 0,1 1 0,-1-1 1,1 1-1,0 0 0,-1-1 0,1 1 0,0 0 1,0 0-1,0 0 0,1 0 0,-1 0 0,0 0 1,0 3-1,1-2 0,0 0 0,0 1 0,0-1 0,0 0-1,1 1 1,0-1 0,-1 0 0,1 0 0,0 0 0,1 0 0,-1 0 0,3 4 0,2 3 0,0-1 0,0 0 1,2 0-1,-1-1 1,1 0-1,16 14 0,-8-11-63,0 0-1,1-1 1,1-1 0,20 9-1,-4-9-76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20:50:47.99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10 9650,'5'-2'2328,"11"-5"1236,-15 7-3558,-1 0 0,1 0 0,-1 0 0,0 0 0,1 0 0,-1 0 0,1 0 1,-1 0-1,1 1 0,-1-1 0,0 0 0,1 0 0,-1 0 0,1 1 0,-1-1 0,0 0 1,1 1-1,-1-1 0,0 0 0,1 1 0,-1-1 0,0 0 0,0 1 0,1-1 0,-1 1 0,0-1 1,0 0-1,0 1 0,1-1 0,-1 1 0,0-1 0,0 1 0,0-1 0,0 1 0,14 70 160,7 122 0,-20-187-159,-1 0 0,0 0 0,0 0-1,-1 1 1,0-1 0,-3 12-1,3-15 16,0 0 1,-1 1-1,0-1 0,1 0 0,-1 0 0,-1 0 0,1 0 0,0 0 1,-1 0-1,1-1 0,-1 1 0,-4 2 0,11-7 134,0 1 0,1-1-1,-1 1 1,0 0 0,0 0 0,0 1 0,1-1-1,-1 1 1,6 0 0,6-1-12,0-1-104,128-19-875,-101 13 462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20:50:49.37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20 7682,'3'-3'1308,"-1"1"-584,0 0-1,0 0 1,0 0 0,0 0-1,5-3 1,-7 4-707,0 1 0,1 0-1,-1 0 1,0 0 0,0 0 0,0 0 0,1 0 0,-1 0-1,0 0 1,0 0 0,0 0 0,1 0 0,-1 0 0,0 0 0,0 0-1,1 0 1,-1 0 0,0 0 0,0 0 0,0 0 0,1 0 0,-1 0-1,0 0 1,0 0 0,0 1 0,1-1 0,-1 0 0,0 0 0,0 0-1,0 0 1,0 0 0,1 1 0,1 12-54,-4 60 374,0-36 346,5 66 0,10-27-306,-7-45-276,-2 1 0,2 37 0,-6-67-162,2 23-919,0-22-1461,3-7 907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20:50:49.76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430 7 7282,'1'0'1502,"7"-4"1685,-8 4-3166,0 0 0,0 0 1,0 0-1,-1 0 0,1 0 0,0 0 0,0 0 0,0 0 0,0-1 0,0 1 1,0 0-1,0 0 0,0 0 0,0 0 0,0 0 0,0 0 0,0 0 1,0 0-1,0 0 0,0 0 0,0 0 0,0 0 0,0 0 0,0 0 1,0 0-1,0-1 0,0 1 0,0 0 0,0 0 0,0 0 0,0 0 0,0 0 1,0 0-1,0 0 0,0 0 0,0 0 0,0 0 0,0 0 0,0 0 1,0 0-1,1 0 0,-1 0 0,0 0 0,0 0 0,0 0 0,0 0 1,0 0-1,0-1 0,-4 5 44,-2 3 120,0 0-1,1 1 1,0 0-1,1 0 1,0 0 0,0 0-1,1 1 1,-3 9-1,-17 78 660,21-90-836,1 0 1,-1 1-1,0-1 1,-1 0-1,1 0 1,-1-1-1,0 1 1,-1 0-1,1-1 1,-6 6-1,8-9-6,-1-1 0,1 1 0,0-1 0,-1 0 0,0 1 0,1-1-1,-1 0 1,0 0 0,1 0 0,-1 0 0,0 0 0,0-1 0,0 1 0,0 0 0,0-1 0,0 1 0,0-1 0,0 0 0,0 0 0,0 0-1,0 0 1,0 0 0,0 0 0,0 0 0,0-1 0,0 1 0,0-1 0,0 0 0,0 1 0,0-1 0,0 0 0,0 0 0,1 0 0,-1 0-1,-2-2 1,-31-29-4,26 23 6,-1 0 0,-19-13 0,15 13 48,0 1 0,-1 0 0,-22-8 0,31 13-45,0 1-1,0 1 1,0-1-1,0 1 0,-1 0 1,1 1-1,0-1 1,-1 1-1,1 0 0,0 1 1,0 0-1,-11 2 1,6 2-430,9-2 192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20:50:50.12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10 6497,'1'-1'228,"-1"0"0,1 1 0,-1-1 0,1 1 0,-1-1 0,1 0 0,-1 1 0,1-1 0,0 1 0,-1-1 0,1 1 0,0 0 0,-1-1 0,1 1 0,0-1 0,1 1 0,-2 0-188,1 0-1,-1 0 0,0 0 0,1 0 0,-1 0 1,0 1-1,0-1 0,1 0 0,-1 0 0,0 0 0,0 1 1,1-1-1,-1 0 0,0 0 0,0 0 0,0 1 1,1-1-1,-1 0 0,0 1 0,0-1 0,0 0 1,0 0-1,0 1 0,1-1 0,-1 0 0,0 1 0,0-1 1,2 31-370,-2-27 581,0 11-102,-4 99 3340,4-110-3388,-1-1 1,1 1-1,0 0 1,1 0-1,-1 0 0,1 0 1,-1 0-1,3 6 1,-3-9-87,1 0-1,-1 0 1,1-1 0,-1 1 0,1 0-1,-1 0 1,1 0 0,-1 0 0,1-1 0,0 1-1,0 0 1,-1-1 0,1 1 0,0-1 0,0 1-1,0-1 1,-1 1 0,1-1 0,0 1-1,0-1 1,0 0 0,0 1 0,0-1 0,0 0-1,0 0 1,0 0 0,0 0 0,0 0-1,0 0 1,0 0 0,0 0 0,0 0 0,0 0-1,0-1 1,0 1 0,0 0 0,0-1 0,0 1-1,0-1 1,0 0 0,6-2-76,-1-1-1,0 0 1,0 0 0,0 0-1,6-7 1,-7 6-97,14-13-86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20:50:50.34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8 7554,'10'-4'5385,"-9"1"-3897,8 3-728,-15 0-512,7 0-120,5 3-80,-7-3 8,19 21-248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20:51:24.07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72 102 2545,'-30'-1'4841,"25"1"-4470,0 1 0,0-1 1,0-1-1,0 1 1,-7-2-1,12 2-365,-1 0 0,1-1 0,0 1 0,0 0 0,-1 0 0,1 0-1,0 0 1,0-1 0,-1 1 0,1 0 0,0 0 0,0 0 0,0-1 0,-1 1 0,1 0 0,0 0 0,0-1 0,0 1-1,0 0 1,0-1 0,0 1 0,0 0 0,0 0 0,-1-1 0,1 1 0,0 0 0,0-1 0,0 1 0,0 0 0,0 0-1,0-1 1,1 1 0,-1 0 0,0-1 0,0 1 0,0 0 0,0 0 0,0-1 0,0 1 0,1-1 0,5-10 98,-1 6-47,-1 0 1,1 0-1,1 0 0,-1 1 1,0 0-1,1 0 0,0 0 1,0 1-1,0-1 0,0 2 1,8-4-1,4 0 94,0 1-1,35-6 1,-38 9-18,1 1 1,18 1-1,-27 0-66,0 1 0,0-1-1,0 2 1,0-1 0,0 1-1,-1 0 1,8 3 0,-13-4-59,1-1 1,-1 1-1,0 0 1,0 0 0,1-1-1,-1 1 1,0 0-1,0 0 1,0 0 0,0 0-1,0 0 1,0 1-1,0-1 1,0 0 0,-1 0-1,1 1 1,0-1-1,-1 0 1,1 1 0,-1-1-1,1 1 1,-1-1-1,0 1 1,0-1 0,0 0-1,1 1 1,-1-1-1,-1 1 1,1-1 0,0 1-1,0-1 1,0 1-1,-1-1 1,1 1 0,-1-1-1,1 0 1,-1 1-1,0-1 1,-1 2 0,-1 3 11,0 0 1,-1-1 0,0 1-1,-1-1 1,1 0 0,-1 0-1,-7 5 1,-80 54 317,39-30-193,52-33-145,1-1 0,-1 0 1,1 0-1,-1 0 0,1 1 1,0-1-1,-1 0 0,1 1 0,0-1 1,-1 0-1,1 1 0,0-1 1,0 0-1,-1 1 0,1-1 1,0 1-1,0-1 0,0 0 0,-1 1 1,1-1-1,0 1 0,0 0 0,0-1 1,0 0-1,1 1 0,-1-1 0,0 0 0,0 0 0,1 1 0,-1-1 0,0 0 0,0 0 0,1 1 0,-1-1 0,0 0 1,1 0-1,-1 0 0,0 0 0,1 1 0,-1-1 0,0 0 0,1 0 0,-1 0 0,1 0 0,28 3 8,-18-3 4,7 2 3,0 1 0,25 7 0,-38-9-12,0 0-1,0 1 1,0 0 0,-1 0 0,1 1 0,0-1-1,-1 1 1,0 0 0,0 0 0,0 0-1,0 1 1,0 0 0,4 5 0,-7-8-3,-1-1 1,1 1-1,-1 0 1,0 0-1,1-1 0,-1 1 1,0 0-1,0 0 1,1-1-1,-1 1 1,0 0-1,0 0 0,0 0 1,0-1-1,0 1 1,0 0-1,0 0 1,0 0-1,0-1 1,0 1-1,-1 0 0,1 0 1,0 0-1,-1-1 1,1 1-1,0 0 1,-1-1-1,1 1 0,-1 0 1,1-1-1,-1 1 1,1 0-1,-1-1 1,1 1-1,-1-1 1,0 1-1,1-1 0,-1 1 1,0-1-1,-1 1 1,-3 2 5,0-1 0,0 0 0,-1 1 0,-7 0 0,13-2-6,-49 11 759,0-1-1,-83 6 1,131-17-730,-1 0-327,0 0 1,0 0-1,0 0 0,-1 0 1,1 0-1,0 0 1,0 0-1,0-1 1,-3 0-1,-2-6-1024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20:51:24.96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5 108 3529,'-2'-48'5861,"1"12"-4543,0 36-1257,1-1 1,0 0-1,0 0 1,0 0 0,0 0-1,0 0 1,0 1 0,0-1-1,0 0 1,0 0-1,0 0 1,1 0 0,-1 1-1,0-1 1,1 0 0,-1 0-1,0 0 1,1 1-1,-1-1 1,1 0 0,-1 1-1,1-1 1,-1 0 0,1 1-1,0-1 1,-1 1-1,1-1 1,0 1 0,-1-1-1,1 1 1,0-1-1,0 1 1,0-1 0,0 1 606,2 6-89,8 19-129,13 50 0,-15-45-273,20 48 1,-19-59-56,-3-6 82,-1 0 1,0 1-1,4 16 1,-10-27-500,0-4 124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20:51:25.64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0 274 2425,'11'-4'1680,"1"0"1,14-1-1,15-5 436,-17 2-1520,32-11-91,-50 16-467,0 0 0,0 0 0,0-1-1,-1 1 1,1-1 0,7-7 0,-13 10-27,1 1 0,-1-1 0,1 1 0,0-1 0,-1 0 0,1 1 0,-1-1 0,1 0 0,-1 1 1,1-1-1,-1 0 0,0 0 0,1 0 0,-1 1 0,0-1 0,0 0 0,0 0 0,1-1 0,-2 2-4,1-1-1,0 1 0,0-1 0,0 1 0,-1-1 0,1 1 1,0 0-1,0-1 0,-1 1 0,1 0 0,-1-1 0,1 1 1,0 0-1,-1-1 0,1 1 0,0 0 0,-1 0 0,1-1 1,-1 1-1,1 0 0,-1 0 0,1 0 0,-1 0 1,-5-1 22,0 0 1,0 0 0,0 1-1,-7 0 1,7 0-17,1 0 6,-1 0 1,1 0-1,0-1 0,-1 1 1,1-2-1,-9-2 1,12 4-16,1-1 0,0 1 0,-1-1 0,1 0 1,0 0-1,-1 0 0,1 0 0,0 0 0,0 0 1,0 0-1,0 0 0,0 0 0,0-1 0,0 1 1,0 0-1,0-1 0,0 1 0,1-1 0,-1 1 1,1-1-1,-1 1 0,1-1 0,0 1 0,-1-1 1,1 1-1,0-1 0,0-2 0,0 0 0,1-1 0,-1 0 0,1 0 0,0 1 0,0-1 0,1 1 0,0-1 0,-1 1 0,1-1 0,1 1 0,-1 0 0,1 0 0,-1 0 0,1 0 0,0 1 0,1-1 0,-1 1 0,8-6 0,-5 3 3,2 2 0,-1-1 0,0 1 0,1 0 0,0 1 0,0 0 0,0 0 0,0 0 0,16-2 0,-22 5-7,1 0 1,-1 0 0,0 0 0,0 0 0,0 1 0,0-1 0,1 0 0,-1 1 0,0 0 0,0-1-1,0 1 1,0 0 0,0 0 0,0 0 0,0 0 0,-1 1 0,1-1 0,0 0 0,-1 1 0,1-1-1,-1 1 1,1-1 0,-1 1 0,0 0 0,1 0 0,-1 0 0,0 0 0,0 0 0,-1 0 0,2 4-1,0-1 3,0 1 0,0 0-1,-1 1 1,0-1-1,0 0 1,-1 0-1,1 0 1,-1 1-1,-2 9 1,-2 2 15,3-13-16,-1 0-1,1 1 1,1-1-1,-1 0 1,1 1 0,0-1-1,0 7 1,0-12-6,0 1 0,0-1 1,0 1-1,0-1 0,0 0 1,0 1-1,0-1 1,1 0-1,-1 1 0,0-1 1,0 0-1,0 1 1,0-1-1,1 0 0,-1 0 1,0 1-1,0-1 1,0 0-1,1 1 0,-1-1 1,0 0-1,1 0 0,-1 0 1,0 1-1,0-1 1,1 0-1,-1 0 0,0 0 1,1 0-1,-1 0 1,0 1-1,1-1 0,-1 0 1,0 0-1,1 0 1,-1 0-1,1 0 0,-1 0 1,0 0-1,1 0 0,-1 0 1,1-1-1,15-8-1869,-1-4 985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20:51:26.69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1 250 2705,'0'3'1659,"7"-4"-1042,14-2-570,1-2-1,-1 0 1,-1-2 0,1 0-1,-1-1 1,-1-2 0,36-21-1,-43 25 102,-10 5-99,0 0 1,1-1-1,-1 1 1,0 0-1,0-1 0,0 1 1,3-4-1,-5 5-45,0 0 1,0-1-1,0 1 0,0 0 0,0 0 0,0 0 0,0-1 0,0 1 1,1 0-1,-1 0 0,0 0 0,0-1 0,0 1 0,0 0 0,0 0 1,0 0-1,-1-1 0,1 1 0,0 0 0,0 0 0,0 0 0,0-1 1,0 1-1,0 0 0,0 0 0,0 0 0,0-1 0,0 1 0,-1 0 1,1 0-1,0 0 0,0 0 0,0 0 0,0-1 0,-1 1 0,1 0 1,0 0-1,0 0 0,0 0 0,-1 0 0,1 0 0,0 0 0,0 0 1,-10-4 48,-19-2 79,10 3-33,-22-8 1,37 9-60,0 1 1,0-1 0,0 0 0,0 1 0,0-2 0,1 1-1,-1 0 1,1-1 0,0 0 0,-1 1 0,-2-5-1,5 5-21,0 1 0,-1-1-1,1 1 1,1-1-1,-1 1 1,0-1 0,0 0-1,0 1 1,1-1-1,-1 0 1,1 0-1,0 1 1,-1-1 0,1 0-1,0 0 1,0 0-1,0 1 1,0-1 0,0 0-1,1 0 1,0-3-1,0 3-15,0 0 0,0 0 0,0 0 0,1 0 0,-1 0 0,0 1 0,1-1 0,0 0 0,-1 1 0,1 0 0,0-1 0,0 1 0,0 0-1,0 0 1,0 0 0,4-2 0,6-2 10,1 0-1,-1 1 1,1 1-1,0 0 1,0 1-1,1 0 1,-1 1 0,0 0-1,23 3 1,-35-2-11,0 0 0,0 0 0,-1 1 0,1-1 1,0 0-1,0 1 0,-1-1 0,1 0 0,0 1 0,-1-1 1,1 1-1,-1-1 0,1 1 0,-1-1 0,1 1 0,-1-1 1,1 1-1,-1 0 0,1-1 0,-1 1 0,0 0 1,1-1-1,-1 1 0,0 0 0,0-1 0,1 1 0,-1 0 1,0 0-1,0-1 0,0 1 0,0 0 0,0 0 1,0-1-1,0 1 0,0 0 0,0 0 0,-1 1 0,0 4 48,0 0 0,-1 1 0,-4 8 0,3-4 56,2-9-30,0 0 1,1 0 0,-1 0 0,1 1-1,0-1 1,0 0 0,0 0 0,0 0-1,0 1 1,0-1 0,0 0 0,1 0-1,0 3 1,0-4-41,-1 0 0,1 0 1,0-1-1,-1 1 0,1 0 0,0 0 1,0 0-1,0 0 0,0-1 0,0 1 1,0 0-1,0-1 0,0 1 0,0-1 1,0 1-1,0-1 0,0 1 0,0-1 0,1 0 1,-1 0-1,0 0 0,0 1 0,0-1 1,1 0-1,0-1 0,17 0-117,0 0 1,0-2-1,0-1 0,22-6 0,-23 5-568,25-6 42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20:51:27.27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12 3785,'14'-6'3297,"3"4"-2057,-4 2-976,3 0-264,-1-4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21:01:48.07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36 217 8098,'-3'0'331,"1"1"-154,0-1 0,0 1-1,-1-1 1,1 1 0,0 0 0,0 0 0,0 0-1,0 0 1,0 0 0,0 0 0,0 0 0,0 1-1,1-1 1,-3 3 0,4-4-165,0 0-1,0 1 1,-1-1 0,1 0 0,0 0-1,0 1 1,0-1 0,0 0-1,0 0 1,0 1 0,0-1 0,0 0-1,0 1 1,0-1 0,0 0-1,0 0 1,0 1 0,0-1 0,1 0-1,-1 0 1,0 1 0,0-1-1,0 0 1,0 0 0,0 1 0,0-1-1,1 0 1,-1 0 0,0 0-1,0 1 1,0-1 0,1 0-1,-1 0 1,0 0 0,0 0 0,1 0-1,-1 1 1,0-1 0,0 0-1,1 0 1,-1 0 0,0 0 0,0 0-1,1 0 1,-1 0 0,0 0-1,1 0 1,-1 0 0,0 0 0,1 0-1,21 3 185,-18-3-141,49 1 1038,105-12 0,-77 4-393,190 0-62,-70-5 5,-11-1 65,-39 12-568,158 3-62,-171 5-27,-128-8-48,-8 0-3,-8-1 0,-33-2 41,-53 1 1,48 2-24,-168 11-7,79 0 6,-24-2 15,-154 3-4,220-20-17,2 0-11,-124 16 16,198-6-11,0-1 0,0 0 1,0-1-1,0-1 0,-20-4 1,32 6-10,-2-2-19,16-2 3,199-30-18,-163 28 35,68-3 18,160 7 0,-126 4-7,-33-1-1,159-3-138,-118 5-222,-102 0-583,0-2 0,58-7 1,-85 0 1252,-16 2-2005,-8-6-3534,-4 8 5414,0 0 1,0 0-1,0 0 1,0 0-1,0 0 0,0 1 1,0-1-1,-1 0 1,1 0-1,-1 0 1,1 1-1,-1-1 1,0 0-1,0 1 0,1-1 1,-1 0-1,0 1 1,-1-1-1,1 1 1,0-1-1,-2-1 0,-9-4-18,0 0-1,0 0 1,-1 1-1,1 1 0,-1 0 1,-23-6-1,4 3 402,-3-1 399,-51-20 0,86 29-937,-3-2 14,3 1 65,5 1 252,3 1-340,1 0-1,-1 0 0,0 2 0,1-1 1,-1 1-1,15 7 0,17 7 8,0-2-1,75 17 1,-78-24-25,1-2 0,63 1 0,-42-4 23,-58-1-25,-6 0 5,-15 5 20,-11 6-5,11-1-21,-21 15 0,1 0 5,24-17-6,0 2 1,1-1-1,-14 16 1,21-20-5,1 0 1,1 1 0,-1 1-1,1-1 1,1 1-1,0 0 1,-6 12 0,-3 11-19,14-32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21:01:49.01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213 75 2064,'2'-3'142,"0"1"293,-1 1 0,1-1-1,-1 1 1,0-1 0,0 0-1,0 1 1,1-4 0,-2 5-331,0-1 1,0 1-1,0-1 1,0 1-1,0-1 1,0 1-1,0 0 1,0-1-1,0 1 1,0-1 0,0 1-1,0-1 1,-1 1-1,1 0 1,0-1-1,0 1 1,-1-1-1,1 1 1,0 0-1,0-1 1,-1 1-1,1 0 1,0-1-1,-1 1 1,1 0 0,-1 0-1,1-1 1,0 1-1,-1 0 1,1 0-1,-1 0 1,1 0-1,0-1 1,-1 1-1,1 0 1,-1 0-1,1 0 1,-1 0 0,1 0-1,-1 0 1,0 0-1,-14-2 405,0 1 1,0 0-1,-26 3 0,27-1-272,1 0-1,-1-1 1,0-1-1,1 0 0,-19-4 1,30 4-213,0 0 0,0 0 0,0 0 1,0 0-1,0 0 0,0 0 1,0-1-1,0 1 0,1-1 0,-1 1 1,-1-3-1,3 4-14,-1 0 1,1-1-1,0 1 0,-1-1 0,1 1 1,0 0-1,0-1 0,0 1 1,-1-1-1,1 1 0,0-1 0,0 1 1,0-1-1,0 1 0,0-1 1,0 1-1,0-1 0,0 1 0,0 0 1,0-1-1,0 0 0,1 0 4,-1 1 0,0-1 0,1 0 0,-1 1 0,1-1 0,0 1 0,-1-1 0,1 1 0,-1 0 0,1-1 0,0 1 0,-1 0 0,1-1 0,0 1 0,-1 0 0,1 0 0,0-1 0,-1 1 0,2 0 0,0-1 3,0 1 1,1 0-1,-1-1 1,0 1-1,0 0 0,0 0 1,1 0-1,-1 1 1,0-1-1,0 0 0,0 1 1,0-1-1,0 1 0,1 0 1,-1 0-1,2 1 1,-1 0-10,0 0 0,-1 0 0,1 1 0,-1-1 0,0 0 0,0 1 0,0-1 0,0 1 0,0 0 1,1 3-1,2 7-7,0 0 0,-1 0 0,0 0 0,2 18 0,-4-23 17,10 45 9,-4-22-2,3 38 1,-10-64-24,-1 1 1,0-1 0,-1 1-1,0 0 1,-2 10 0,-2 9 3,5-23-54,0-1 0,0 0 0,0 1 0,0-1 0,0 0 0,1 1 0,-1-1 0,0 0 0,1 0 0,-1 1 0,1-1 0,-1 0 0,1 0 0,0 0 1,-1 0-1,1 0 0,0 0 0,0 0 0,2 2 0,-1-1-139,0-1 0,0 1 0,0-1 1,0 0-1,0 1 0,1-1 0,-1 0 0,0 0 1,5 1-1,14 0-947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21:01:49.26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286 16 2689,'-20'0'2000,"-3"-5"320,9 5-767,-7-9-265,5 9-640,-8 0-152,-6-1-24,7 5-23,-5-1-1,4 1 56,2 4 64,2 1 8,8-5-104,3 4-136,9-5-248,3-2-40,11 1-48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21:02:03.36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1442 17 9010,'1'0'313,"20"-14"4700,-11 11-3845,-9 3-1163,-1 0 1,0 0-1,0 1 1,1-1-1,-1 0 1,0 0-1,0 0 1,0 0-1,1 0 1,-1 1-1,0-1 1,0 0-1,0 0 1,0 0-1,1 1 1,-1-1-1,0 0 1,0 0-1,0 1 1,0-1-1,0 0 1,0 0-1,0 1 1,0-1 0,1 0-1,-1 0 1,0 1-1,0-1 1,0 0-1,0 0 1,0 1-1,-1-1 1,1 0-1,0 1 1,0 1-6,-1 0 1,0 1-1,0-1 0,0 0 1,0 0-1,0 0 1,0 0-1,-1 0 0,1 0 1,-1 0-1,1 0 1,-1-1-1,0 1 0,-2 1 1,0 1-5,-22 19 152,-2-1-1,0-1 0,-61 33 1,36-27 56,-61 21 1,-60 13-87,68-25-34,-399 166 556,443-173-414,2 3-1,-103 71 1,153-96-203,7-5-16,-1 0 1,1 1 0,0 0 0,-1-1-1,1 1 1,0 0 0,1 0 0,-1 1-1,-4 5 1,8-9-17,-1 0 1,0 0-1,0 0 0,0 0 1,0 0-1,0 0 0,0 0 0,0 0 1,1 0-1,-1 0 0,0 0 0,0 0 1,0 0-1,0 0 0,0 0 0,0 0 1,1 0-1,-1 0 0,0 0 0,0 0 1,0 0-1,0 0 0,0 0 0,0 0 1,0 0-1,0 0 0,1 0 0,-1 0 1,0 1-1,0-1 0,0 0 0,0 0 1,0 0-1,0 0 0,0 0 0,0 0 1,0 0-1,0 0 0,0 1 0,0-1 1,0 0-1,0 0 0,0 0 0,0 0 1,0 0-1,0 0 0,0 0 0,0 1 1,0-1-1,0 0 0,0 0 0,0 0 1,0 0-1,0 0 0,0 0 0,0 1 1,0-1-1,0 0 0,14-9-1406,-12 7 1227,25-18-591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21:02:04.62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74 65 9154,'-16'-15'3233,"-29"-29"533,45 43-3760,-1 1 1,1 0-1,0-1 0,0 1 1,-1 0-1,1-1 0,0 1 1,0 0-1,-1 0 1,1-1-1,0 1 0,-1 0 1,1 0-1,0 0 0,-1-1 1,1 1-1,0 0 1,-1 0-1,1 0 0,-1 0 1,1 0-1,0 0 1,-1 0-1,0 0 0,-2 7 41,4 15-29,7 7 51,1 1 0,24 52 0,-10-27 8,25 47-11,-41-86-87,-5-11-272,0-1-1063,3-17-3203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21:02:05.09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99 170 6697,'-23'-7'4947,"16"6"-4665,0-1 1,0 0-1,1 0 1,-1-1-1,1 0 1,-12-7 0,17 9-173,-1 0 1,1 0 0,0 0 0,-1-1 0,1 1 0,0 0-1,0-1 1,0 1 0,0-1 0,0 0 0,0 1 0,0-1-1,1 0 1,-1 1 0,1-1 0,-1 0 0,1 0 0,-1-3-1,1 2-72,0 0 0,1 1 0,-1-1-1,1 0 1,-1 0 0,1 0 0,0 0-1,0 1 1,0-1 0,3-4 0,2-1-52,0 0 0,0 0-1,0 0 1,1 1 0,12-11 0,-17 17 18,0-1 0,1 0 0,-1 1 0,0-1 0,1 1 0,-1-1 0,0 1 0,1 0 0,0 0 0,3-1 0,-5 2-3,0 0 1,0 0-1,1 1 0,-1-1 1,0 0-1,0 0 0,1 1 1,-1-1-1,0 0 0,0 1 1,0-1-1,1 1 0,-1 0 1,0-1-1,0 1 0,0 0 1,0 0-1,0-1 0,0 1 1,0 0-1,-1 0 0,1 0 1,0 0-1,0 0 0,0 2 1,2 3 4,0 0 0,0 0 0,0 1 0,-1-1 0,0 1-1,0 0 1,-1 0 0,0 0 0,1 11 0,-1 3 13,-5 42 0,-14 43 19,8-51-1,10-54-38,-1 11 46,1-12-43,0 1 1,1-1-1,-1 0 1,0 1-1,0-1 0,0 0 1,0 0-1,1 0 1,-1 1-1,0-1 0,0 0 1,1 0-1,-1 0 1,0 1-1,0-1 0,1 0 1,-1 0-1,0 0 1,1 0-1,-1 0 0,0 0 1,1 0-1,-1 0 1,0 0-1,0 0 0,1 0 1,-1 0-1,0 0 1,1 0-1,-1 0 0,0 0 1,1 0-1,-1 0 0,0 0 1,0 0-1,1 0 1,-1-1-1,0 1 0,1 0 1,10-5 18,1-1 1,-1-1-1,-1 1 0,1-2 1,-1 1-1,14-15 0,2 0-7,-22 18-16,23-18-20,0 1 1,2 2-1,34-19 1,-58 36-333,-1 0 0,1 0 0,0 0 1,0 1-1,0 0 0,0 0 0,8 0 1,-3 3-922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21:02:13.23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31 210 6657,'-2'1'1557,"-14"4"1840,16-5-3374,-1 0-1,1 0 1,-1 0-1,1 0 1,-1 0 0,1 0-1,0-1 1,-1 1 0,1 0-1,-1 0 1,1 0-1,-1 0 1,1-1 0,-1 1-1,1 0 1,0 0 0,-1-1-1,1 1 1,0 0-1,-1-1 1,1 1 0,0 0-1,-1-1 1,1 1-1,0-1 1,0 1 0,-1 0-1,1-1 1,0 1 0,0-1-1,0 1 1,0-1-1,-1 1 1,1-1 0,0 0-1,0-1-7,0 0-1,0-1 1,-1 1-1,1 0 1,1 0-1,-1 0 0,0-1 1,1 1-1,-1 0 1,1 0-1,-1 0 1,1 0-1,1-3 1,1 1 32,0 0 0,0 0 1,0 0-1,0 0 0,0 0 0,7-4 1,22-19 153,1 1 0,62-36 0,-87 58-161,0 0 0,0 1 0,0-1 0,0 1 0,16-3 0,-22 6-24,0 0 1,0-1-1,-1 1 0,1 0 0,0 0 1,0 0-1,0 0 0,-1 1 1,1-1-1,0 0 0,0 1 1,-1 0-1,1-1 0,0 1 0,-1 0 1,1-1-1,0 1 0,-1 0 1,1 0-1,-1 1 0,0-1 1,1 0-1,-1 0 0,0 1 0,0-1 1,0 0-1,0 1 0,0-1 1,0 1-1,0 0 0,0-1 1,-1 1-1,1 0 0,0 3 0,1 2 9,-1 0-1,0 0 0,-1 0 0,0 0 0,0 1 0,0-1 0,-1 0 0,0 0 0,-1 0 1,1 0-1,-1 0 0,-1 0 0,-4 10 0,-6 8 28,0 0 1,-19 25-1,24-38-21,-13 23 62,20-35-92,1 0-1,0 0 1,0 0-1,0 0 0,0 1 1,0-1-1,0 0 1,0 0-1,0 0 1,0 0-1,0 1 1,0-1-1,0 0 1,0 0-1,0 0 1,0 1-1,0-1 0,0 0 1,0 0-1,0 0 1,0 0-1,0 1 1,0-1-1,0 0 1,0 0-1,0 0 1,0 0-1,0 1 0,0-1 1,1 0-1,-1 0 1,0 0-1,0 0 1,0 0-1,0 1 1,0-1-1,0 0 1,1 0-1,-1 0 0,9 0 4,11-4-8,23-12-18,-23 7 16,0 2 0,1 1 0,0 0 1,43-4-1,-53 9 6,1 0-1,0 1 1,-1 1 0,1 0-1,19 4 1,-27-4 1,-1 0 0,1 1-1,0-1 1,-1 1 0,1 0 0,-1 0-1,0 0 1,1 0 0,-1 0 0,0 1-1,0-1 1,-1 1 0,1 0 0,0 0-1,-1 0 1,0 1 0,0-1 0,0 0-1,0 1 1,0-1 0,1 5 0,-2-4-1,1 1 1,-1-1-1,0 1 1,0 0-1,-1-1 1,1 1-1,-1 0 1,0-1-1,-1 1 1,1 0-1,-1-1 1,0 1-1,0 0 1,-2 6-1,0-4 27,0 0 0,-1-1 0,0 0 0,0 0 0,0 0 0,-1 0 0,1-1 0,-11 9 0,0-2 159,0 0 1,-1-1-1,-1-1 0,0-1 1,0 0-1,-26 8 1,-47 12 453,65-20-727,-1-1 1,-36 5 0,38-12-970,24-1 1029,0 0 0,-1 0 0,1 0 0,-1 0 0,1-1 0,-1 1 0,1 0 0,0 0 0,-1 0 0,1-1 0,0 1 0,-1 0 0,1-1 0,0 1 0,-1 0 0,1-1 0,0 1 0,0 0 0,-1-1 0,1 1 0,0-1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21:02:13.90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167 19 6281,'5'-8'4145,"-3"1"-3425,-7 4-672,-3 3-48,-7 1 152,-2 5 249,-4 2 367,-3 2 128,3 7-104,-1-3-240,8 0-400,1-5-88,4-3-408,6-3-1000,1-6 896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21:02:14.11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5 5297,'3'-3'3633,"3"1"-2609,6 32-880,-12-12 336,2 3 136,5 4 385,1-5 87,5 2-112,-1-5-264,-2-5-368,1 2-128,-1 0-96,0 0-64,-2-1-40,-2-4-192,-5-4 136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21:02:14.67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4 220 6385,'-3'-24'4499,"3"-15"-4610,0 18 464,0 15-206,0 0 1,1 0-1,-1 0 0,1 0 0,1 0 0,-1 1 0,1-1 0,0 0 0,0 1 0,0-1 0,1 1 0,0 0 0,0 0 0,0 0 0,1 0 0,0 0 0,-1 1 0,2-1 0,-1 1 1,0 0-1,1 1 0,0-1 0,0 1 0,0 0 0,11-5 0,-15 8-129,1-1 1,-1 0 0,1 1-1,-1-1 1,1 1-1,0 0 1,-1 0 0,1-1-1,-1 1 1,1 0 0,0 0-1,-1 1 1,1-1-1,0 0 1,-1 1 0,1-1-1,-1 0 1,1 1-1,-1 0 1,3 0 0,-2 1-3,0-1 0,-1 1 1,1 0-1,0-1 0,-1 1 0,1 0 1,-1 0-1,0 0 0,0 0 1,0 0-1,0 0 0,2 4 1,0 4 16,-1 0 0,0 1 0,0-1 0,-1 1 0,0 11 0,-2 2 6,0-18-31,1 1 0,0-1 1,0 0-1,1 0 0,2 13 0,-3-17-7,1-1-1,-1 1 1,1-1-1,0 1 1,0-1-1,0 1 1,0-1-1,0 0 1,0 1-1,0-1 1,0 0 0,0 0-1,1 0 1,-1 0-1,0 0 1,1 0-1,-1 0 1,1 0-1,-1 0 1,1-1-1,0 1 1,-1-1-1,1 1 1,0-1-1,-1 0 1,1 1 0,2-1-1,3 0 3,1 0-1,0-1 0,-1 1 1,1-1-1,10-3 1,-12 2-2,0 0 1,0 1 0,0 0 0,-1 1-1,1-1 1,1 1 0,-1 0 0,0 1-1,10 1 1,-15-2-1,0 1 1,0-1-1,1 1 1,-1-1-1,0 1 1,0-1-1,0 1 0,-1-1 1,1 1-1,0 0 1,0 0-1,0-1 0,0 1 1,-1 0-1,1 0 1,0 0-1,-1 0 1,1 0-1,0 0 0,-1 0 1,0 0-1,1 0 1,-1 0-1,0 0 0,1 1 1,-1-1-1,0 0 1,0 0-1,0 0 1,0 0-1,0 0 0,0 1 1,0-1-1,0 0 1,-1 0-1,1 0 0,0 0 1,-1 0-1,1 0 1,-1 0-1,0 1 1,-1 3 22,0 0 0,-1 0 0,1-1 0,-1 1 0,0-1 0,-1 0 0,-5 7 0,-1-4-50,0 0-1,0 0 1,0-1-1,0-1 1,-1 0 0,0 0-1,0-1 1,0-1-1,-17 4 1,12-4-317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21:02:15.44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83 0 6497,'15'2'4553,"-2"3"-3040,-5 16-1313,0 10-72,-8 8-56,0 6 0,-1-2-16,-7-5 40,5-2 104,-11-9 48,4-5 24,3 3 0,-12-9-144,2 3-56,-6-3-416,7-3-728,7-6 720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21:02:15.66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41 4513,'6'-15'4217,"-1"-1"-1152,6 11-2097,-4 0-296,7 12-344,0 6-136,0 7-64,0 2 72,0 2 168,6 1-24,4-1 24,-8-5-40,8-6-120,-3-6-64,-3-5-88,2 3-24,-8-5-848,-1-2 600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21:02:16.09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10 162 9010,'-5'-44'6253,"3"31"-6209,-1-23 0,3 33-37,0-1-1,1 1 1,-1-1 0,1 1 0,0-1 0,-1 1 0,1-1-1,1 1 1,-1 0 0,1-1 0,1-2 0,-1 4-5,-1 0 1,1 0 0,0 0-1,-1 0 1,1 1 0,0-1-1,0 1 1,0-1 0,0 1-1,1 0 1,-1 0 0,0 0-1,0 0 1,1 0 0,-1 0-1,1 1 1,-1-1 0,0 1-1,1 0 1,-1-1 0,1 1-1,-1 1 1,1-1 0,-1 0-1,1 0 1,2 2 0,-1-2-1,-1 1 0,0 0 0,0 0 1,1 1-1,-1-1 0,0 0 0,0 1 1,0 0-1,-1 0 0,1 0 0,0 0 1,-1 0-1,1 1 0,-1-1 0,0 1 1,0 0-1,0-1 0,3 6 0,2 8 16,-1-1-1,-1 1 1,6 28 0,-10-34 1,1-1 0,-1 1 0,-1-1 0,0 1 0,0 0 0,-1-1 0,-4 19 0,2-17 5,0-4-2,1 1-1,0 0 0,0 0 0,1 1 0,0-1 0,0 0 0,2 14 0,-1-21-15,0-1-1,0 0 0,1 1 0,-1-1 0,0 0 0,0 1 0,1-1 0,-1 0 0,0 1 0,1-1 1,-1 0-1,0 0 0,1 1 0,-1-1 0,1 0 0,-1 0 0,0 0 0,1 0 0,-1 1 0,1-1 1,-1 0-1,1 0 0,-1 0 0,0 0 0,1 0 0,-1 0 0,1 0 0,-1 0 0,1 0 1,-1 0-1,1 0 0,-1-1 0,0 1 0,1 0 0,-1 0 0,1 0 0,-1-1 0,1 1 0,19-9 72,-19 8-63,45-23-324,-1-1 1,59-46 0,-82 54-1952,-2 3 839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21:02:16.25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0 7386,'6'4'5177,"2"-1"-3785,-2 1-664,-3 5-576,-2 1-80,-4-2-24,-1 2-8,-3-5-40,0 0-864,6-10 592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21:02:16.65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0 158 5913,'1'-13'1908,"0"0"0,5-20 0,-5 28-1898,1 0 0,0 0 0,0 1 0,0-1 0,0 1 0,1-1 0,-1 1 0,1 0 0,7-7 0,-3 3 67,-4 5-14,-1-1 1,1 1 0,0 0-1,0 1 1,0-1 0,0 1-1,1-1 1,-1 1 0,1 0 0,-1 0-1,1 0 1,0 1 0,7-3-1,-6 3 15,-1 1-1,1-1 0,0 1 0,0 0 0,0 0 1,-1 1-1,1-1 0,9 3 0,-11-2-12,0 1-1,0-1 0,0 0 1,0 1-1,-1-1 1,1 1-1,0 0 1,-1 0-1,0 0 0,1 0 1,-1 1-1,0-1 1,0 1-1,0-1 1,2 4-1,0 2 65,-1 0 0,1 0-1,-1 1 1,-1-1 0,0 1-1,0-1 1,0 1 0,-1 0 0,-1 0-1,1 0 1,-1-1 0,-1 1 0,0 0-1,0 0 1,-1-1 0,0 1-1,0-1 1,-6 14 0,-2 18 279,9-40-403,1 1 0,-1 0-1,1 0 1,0-1 0,-1 1 0,1 0 0,0 0-1,0 0 1,-1 0 0,1 0 0,0-1 0,0 1-1,0 0 1,0 0 0,0 0 0,0 0 0,1 0 0,-1 0-1,0-1 1,0 1 0,1 0 0,-1 0 0,0 0-1,1-1 1,-1 1 0,1 0 0,-1 0 0,1-1-1,-1 1 1,1 0 0,0-1 0,-1 1 0,1-1-1,0 1 1,-1-1 0,1 1 0,0-1 0,0 1-1,-1-1 1,1 0 0,0 1 0,0-1 0,0 0-1,0 0 1,1 1 0,3-1 3,0 1 0,0-1 0,0 0-1,0 0 1,0 0 0,10-2 0,-5-1-131,0 0 0,-1 0 0,1-1 0,-1 0 0,0-1 0,0 0 0,8-6 0,-5 2-1588,0 0-1,12-13 0,4-9-776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21:02:17.01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0 137 8882,'0'-2'581,"1"-1"1,-1 1-1,0 0 1,0 0-1,1 0 1,-1 0-1,1 0 0,2-4 1,-2 4-348,0 0 0,0 0 1,1 0-1,-1 0 1,0 1-1,1-1 0,2-2 1,2 0-370,0 0 1,0 1 0,0 0-1,11-4 1,5-4 557,-2 1-383,0 0 1,0 2-1,1 0 1,0 1-1,25-5 0,-28 8-4,-14 3-27,1-1 0,0 1 0,0 1 0,0-1 0,0 1 0,6 0 0,-10 0-6,1 0 0,-1 0 0,0 1-1,0-1 1,0 1 0,0-1 0,0 1-1,0-1 1,0 1 0,0 0-1,0-1 1,0 1 0,0 0 0,0 0-1,0-1 1,0 1 0,-1 0 0,1 0-1,0 0 1,-1 0 0,1 0 0,-1 0-1,1 0 1,-1 1 0,1-1 0,-1 0-1,0 0 1,0 0 0,1 0 0,-1 3-1,0 3 29,0 1 0,0-1 0,0 0-1,-3 12 1,-1 14 120,5-14-49,0 0 0,2 0 1,0 0-1,1-1 1,7 23-1,-1 9 4,4-9-148,-9-25-174,2-4 94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21:02:17.20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86 10922,'31'-20'5690,"5"-3"-4394,6 9-1152,4 1-280,3 8-504,3-1-417,-3 2 633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21:02:18.19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56 227 6753,'-4'-4'1358,"1"0"-1,0 0 0,0 0 0,-5-8 0,6 8-1092,1 1 1,-1 0-1,-1-1 1,1 1-1,0 0 1,-1 1 0,1-1-1,-1 0 1,-5-3-1,1 4 342,9 8-359,9 9-183,-2-5-40,1 0-1,0-1 0,0-1 1,1 0-1,0 0 0,0-1 1,1-1-1,13 6 0,2-1 32,0-1-1,48 11 1,-55-17-1,0 0 0,0-1-1,0-1 1,0-1 0,0-1 0,0-1 0,0 0 0,1-2 0,-2 0 0,1-1-1,0-1 1,31-13 0,44-30 231,-56 26-232,62-24 0,-89 41-53,1 1 0,0 1 0,1 0 1,-1 0-1,0 1 0,1 1 0,0 0 0,-1 1 0,17 2 1,11 6-1,0 2 0,41 15 0,-40-11 8,73 13-1,-100-24-4,0-2 0,0 0 0,1-1 0,-1 0 1,0-1-1,0-1 0,0 0 0,27-8 0,14-10 5,-25 9 30,1 1 1,59-12 0,65 13 858,-9 0 107,81-35-74,-4-21-1654,-137 35 380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7T05:01:23.6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1 132 2937,'0'-2'7641,"16"0"-7127,196-11 409,-138 11-778,0 3 0,94 14 1,-145-13 19,-23-2-163,0-1-1,0 1 1,1 0 0,-1 0 0,0 0-1,0 0 1,0-1 0,1 1 0,-1 0-1,0 0 1,0 0 0,0-1 0,0 1-1,1 0 1,-1 0 0,0-1 0,0 1-1,0 0 1,0 0 0,0-1-1,0 1 1,0 0 0,0 0 0,0-1-1,0 1 1,0 0 0,0-1 0,0 1-1,0 0 1,0 0 0,0-1 0,0 1-1,2-19-3,9-15 18,-8 26-17,-3 7 3,0 1-1,0-1 0,0 0 0,0 1 0,0-1 0,1 1 0,-1-1 0,0 1 0,0-1 0,1 0 0,-1 1 0,0-1 0,1 1 0,-1-1 0,1 1 0,-1 0 0,0-1 0,1 1 1,0-1-1,11-9 10,22-21 9,-33 30-16,0 1 0,-1-1 1,1 0-1,0 0 0,0 1 1,0-1-1,0 0 0,0 1 0,0-1 1,0 1-1,0-1 0,0 1 1,0-1-1,0 1 0,0 0 1,0 0-1,2-1 0,-2 2 12,0-1-1,0 1 0,0 0 0,0-1 1,0 1-1,0 0 0,0 0 1,-1 0-1,1 0 0,0-1 0,0 1 1,-1 0-1,2 2 0,2 3 50,13 19-33,-2-2 169,33 39-1,-46-61-167,-1 0 1,0-1-1,1 1 0,-1 0 0,0 0 0,1-1 0,-1 1 1,1-1-1,-1 1 0,1-1 0,-1 1 0,1-1 1,-1 0-1,1 0 0,-1 0 0,1 0 0,0 0 0,-1 0 1,1 0-1,2-1 0,26-10-117,-26 9 134,1 0-48,2-2 0,-1-7 2,1-1 4,-5 7-6,1 0 0,0 0-1,1 1 1,-1 0 0,1-1-1,3-3 1,-5 6-2,6-1 0,-1 1 0,30-8 0,-34 10 0,-3-1 0,0 1 0,1 0 0,-1 0 0,0 0 0,0-1 0,0 1 0,1 0 0,-1 0 0,0 0 0,0 0 0,1 0 0,-1 0 0,0 0 0,0 0 0,1 0 0,-1-1 0,0 1 0,1 0 0,-1 0 0,0 0 0,0 0 0,1 1 0,-1-1 0,0 0 0,0 0 0,1 0 0,-1 0 0,0 0 0,0 0 0,1 0 0,-1 0 0,0 1 0,0-1 0,1 0 0,-1 0 0,0 0 0,0 0 0,0 1 0,1-1 0,-1 0 0,0 0 0,0 1 0,0-1 0,0 0 0,0 0 0,0 0 0,1 1 0,-1-1 0,5 11 0,21 29 0,-18-22 73,-8-17-66,1 0 0,-1 0 0,0-1 0,1 1-1,-1 0 1,0 0 0,1-1 0,-1 1 0,1 0-1,-1-1 1,1 1 0,-1 0 0,1-1 0,-1 1 0,1-1-1,0 1 1,-1-1 0,1 1 0,0-1 0,-1 1-1,1-1 1,0 0 0,0 1 0,0-1 0,-1 0-1,1 0 1,0 0 0,0 1 0,0-1 0,-1 0-1,1 0 1,0 0 0,0 0 0,0-1 0,-1 1 0,1 0-1,1-1 1,40 0-3,-37 1-4,3-2 0,4-5 0,27-12 0,-26 14 0,-6 11 0,0 5 0,23 24 0,-22-22 0,-7-13 0,9 4 0,24 8 4,-29-10 7,2-1-2,-1-3-9,53-13 0,1 3 0,0 2 0,90-2 0,77 9 24,-228 3-24,1 0 0,0 0 0,-1 0 0,1 0 0,-1 0 0,1 0 0,0 0 0,-1-1 0,1 1 0,0 0 0,-1 0 0,1 0 0,0 0 0,-1 0 0,1-1 0,0 1 0,0 0 0,-1 0 0,1-1 0,0 1 0,0 0 0,-1 0 0,1-1 0,0 1 0,0 0 0,0-1 0,-1 1 0,1 0 0,0-1 0,-4-20 0,-3-17 0,7 37 0,0 0 0,0 0 0,0 0 0,0 0 0,0 0 0,0 0 0,0-1 0,0 1 0,0 0 0,1 0 0,-1 0 0,0 0 0,1 0 0,-1 0 0,1 0 0,-1 0 0,1 0 0,-1 0 0,1 0 0,0 0 0,0 1 0,-1-1 0,1 0 0,0 0 0,0 1 0,0-1 0,0 0 0,0 1 0,0-1 0,0 1 0,0-1 0,0 1 0,1-1 0,0 0 0,34-20 0,-32 18 0,1 1 0,-5 5 0,1 6 0,8 37 0,-9-50 0,-1 7 0,2 10 0,2 22 0,1-21 11,8-13 2,-8-2-13,31-5 0,-32 6 0,-3 0 0,1 0 0,-1 0 0,1 0 0,-1 0 0,1 0 0,-1 0 0,1 0 0,-1-1 0,1 1 0,-1 0 0,1 0 0,-1 0 0,1 0 0,-1-1 0,1 1 0,-1 0-1,1-1 1,-1 1 0,0 0 0,1-1 0,-1 1 0,1-1 0,9-10 5,26-20 11,-24 18-11,-8 11-5,7-3-1,28-13 1,-36 17 0,-2 0-1,-1 1 1,1 0-1,-1-1 1,0 1-1,1 0 1,-1-1-1,1 1 1,-1 0-1,1-1 1,-1 1-1,1 0 1,-1 0-1,1 0 1,-1 0-1,1 0 1,-1-1-1,1 1 1,0 0-1,-1 0 1,1 0-1,-1 0 1,1 0-1,-1 1 1,1-1-1,-1 0 1,1 0-1,-1 0 1,1 0-1,-1 1 1,1-1-1,-1 0 1,1 0-1,-1 1 1,1-1-1,-1 0 1,1 1-1,-1-1 1,0 0-1,1 1 1,0 0-1,8 7-2,29 25 3,-25-22 6,-11-9 4,11 6-2,23 15-4,-35-22-1,9 4 15,-5-8-19,4-6 1,4-2 0,25-19 0,-27 24 0,26-15-4,-33 18 2,-3 3 1,-1 0 1,0 0-1,0-1 1,0 1 0,0 0-1,1 0 1,-1 0 0,0-1-1,0 1 1,1 0 0,-1 0-1,0 0 1,0 0 0,0 0-1,1-1 1,-1 1 0,0 0-1,1 0 1,-1 0 0,0 0-1,0 0 1,1 0 0,-1 0-1,0 0 1,0 0 0,1 0-1,-1 0 1,0 0 0,0 0-1,1 0 1,-1 0 0,0 0-1,0 1 1,1-1-1,-1 0 1,0 0 0,0 0-1,1 0 1,-1 1 0,11 6-4,-1-3 4,1 2 0,0 0 0,1-1 0,0-1 0,0 0 0,19 4 0,-6-7 0,-1 0 0,1-2 0,0-1 0,-1-1 0,29-7 0,46-4 0,-48 11 0,-51 3 0,0 1 0,0-1 0,0 0 0,0 0 0,0 0 0,0 0 0,0 0 0,1 1 0,-1-1 0,0 0 0,0 0 0,0 0 0,0 1 0,0-1 0,0 0 0,0 0 0,0 0 0,0 0 0,0 1 0,0-1 0,0 0 0,0 0 0,0 0 0,0 1 0,0-1 0,0 0 0,0 0 0,0 0-1,0 0 1,0 1 0,-1-1 0,1 0 0,0 0 0,0 0 0,0 0 0,0 0 0,0 1 0,0-1 0,0 0 0,-1 0 0,1 0 0,0 0 0,0 0 0,-6 16 5,-3 21 11,7-29-13,2-8-3,0 0 0,-1 1 0,1-1 0,0 0 0,0 0 0,0 0 0,0 1 0,0-1 0,0 0 0,0 0 0,0 0 1,0 1-1,0-1 0,0 0 0,0 0 0,0 1 0,0-1 0,0 0 0,0 0 0,0 1 0,0-1 0,0 0 0,0 0 0,0 0 0,0 1 0,0-1 0,0 0 0,0 0 0,1 0 0,-1 1 0,0-1 0,0 0 0,0 0 0,8 10 0,13 25 0,-17-28 15,1 1-1,0-1 1,0 0-1,9 8 1,-5-4 16,-5-8-3,-1 1 0,0 0 0,-1 0-1,1 0 1,-1 0 0,1 0 0,-1 0 0,0 1 0,1 6-1,1 2 7,4 10-12,-1 1-1,4 32 1,1 2 25,-4-15-9,-2 1-1,-1 0 1,-2 58-1,-1-31-19,0-52-13,0 0 0,11 36 0,2 16 4,-11-26-4,-3-30-2,1 1 0,0 0 0,1 0 1,1-1-1,7 21 0,-7-21-3,1-12 0,12-5 0,-6-1-4,-7 1 1,0 1 0,0 0 0,0 0 0,0 0 0,0 1 0,0-1 0,5 1 0,-5 0-2,1 0 0,-1 1 0,1-1 1,-1 1-1,0 0 0,8 3 0,-2-1-1,6 1-35,-12 6 28,-1-1 15,9 28-2,-12-36 0,2 8 0,-7-6 0,-5 1 0,-45 21 0,40-12 0,-19 20 0,25-22 0,15-5 0,4 2 0,30 25 0,-30-24 0,-8-8 0,8 2 0,-4-1-3,9 4 7,0 1-1,25 15 1,-36-20-3,0 1 1,0 0 0,-1 0-1,1 1 1,-1-1 0,6 7-1,-8-8 0,0-1-1,0 1 0,0-1 0,-1 1 1,1 0-1,0-1 0,-1 1 0,1 0 1,-1-1-1,0 1 0,0 0 0,1 0 1,-1-1-1,0 1 0,0 0 0,-1 0 1,1 0-1,-1 2 0,-1 1 0,-1-1 0,0 1 0,0-1 0,0 0 0,0 0 0,0-1 0,-1 1 0,0-1 0,0 1 0,-8 4 0,-12 13 0,15-12 3,1 0-1,1 1 0,0 0 1,-11 20-1,16-26-1,0 0 0,0 1 0,1 0-1,0-1 1,0 1 0,0 0 0,0 0-1,1-1 1,0 1 0,0 0 0,0 0-1,0 0 1,1 0 0,0-1 0,1 6-1,6 11-3,0 0-1,2 0 0,11 20 1,18 38-7,-33-63 10,0 1 0,-1 0 0,-1 0 0,-1 0 0,0 0 0,0 33 0,-3-49-1,1 0-1,-1 0 1,0 0 0,0 0-1,-1 0 1,1 0-1,0 1 1,0-1-1,0 0 1,-1 0 0,1 0-1,-1 0 1,1 0-1,-1 0 1,1 0 0,-1 0-1,1 0 1,-1 0-1,0 0 1,0-1-1,1 1 1,-1 0 0,0 0-1,0-1 1,0 1-1,0 0 1,0-1-1,0 1 1,0-1 0,0 1-1,0-1 1,0 0-1,0 1 1,0-1-1,0 0 1,-1 0 0,1 0-1,0 0 1,0 0-1,0 0 1,0 0 0,-2 0-1,-5-2-22,-1 1 0,0-1 0,0-1 0,-12-4 0,3 0 13,-9 2-20,-1 1 1,1 1-1,0 1 0,-43 3 0,-7-1-183,77 0 214,-361 2-1176,101 6 562,135-7 548,102-1 58,-342 21-8,-93 14 37,222-21 2,-1 12-19,174-16-4,45-6 0,0 0 0,-32 0 0,-2-1 0,0 2 0,-70 17 0,104-19 0,16-2 4,-31 5 66,1-1 1,-51 2 0,82-7-41,-1-2 131,8-14-116,-2 9-43,6-13 0,-1 0-1,12-34 1,-12 21 14,7-26 89,-11 31 17,4-44 384,-8 56-385,0-6 20,0 0 1,-1 0-1,-1 0 1,-7-37-1,-10-20 88,0-3 752,-36-103 0,47 164-790,1 0 0,1-1 0,1 0 0,1 1 0,0-33 0,-4 1-17,5 39-129,0 1 0,1 0 0,0-1 0,2-24 0,3 15 21,-2 1 0,0-1 0,-1 1 0,-2-1 0,0 0 0,-1 1 0,-10-43 0,7 43-36,1-1 0,-3-40 0,6 40-26,-1 0 1,-11-42 0,-57-136 8,67 191 11,0-1-1,1 0 1,0 0 0,1 0-1,0 0 1,1 0-1,0 0 1,1-13 0,0-34 34,-7 15-642,5 25 4362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7T05:01:24.9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 64 3353,'-1'0'318,"0"0"1,1 0-1,-1 0 1,1-1-1,-1 1 1,0 0-1,1 0 1,-1 0-1,1-1 1,-1 1-1,1 0 1,-1-1-1,1 1 1,-1 0-1,1-1 1,-1 1-1,1-1 1,0 1-1,-1-1 1,1 0-160,0 1 0,0 0 0,0-1 0,0 1 0,0 0 0,0-1 0,0 1 0,0-1 0,0 1 0,0 0 1,1-1-1,-1 1 0,0 0 0,0-1 0,0 1 0,0 0 0,1-1 0,-1 1 0,0 0 0,0-1 0,1 1 0,-1 0 0,0 0 0,1-1 1,12-8-1413,34-14 1281,-41 20-23,-1 1 0,1 1 0,0-1 1,0 1-1,0 0 0,0 0 1,-1 0-1,1 1 0,7 0 0,10 0 23,-8-2 4,40-1 99,-51 3-116,0 1 1,-1-1 0,1 1 0,0-1-1,-1 1 1,1 0 0,-1 0 0,1 1-1,-1-1 1,1 1 0,5 3 0,-8-4-12,-1 0-1,1-1 1,-1 1 0,1 0 0,0 0 0,-1 0-1,0-1 1,1 1 0,-1 0 0,0 0 0,1 0 0,-1 0-1,0 0 1,0 0 0,0 0 0,0 0 0,0 0-1,0 0 1,0 0 0,0 0 0,0 0 0,0-1 0,0 1-1,-1 0 1,1 0 0,0 0 0,-1 0 0,1 0-1,-1 0 1,1 0 0,-1-1 0,0 2 0,-22 28 13,19-25-12,-52 56 43,55-60-39,0 3 3,13 3-13,3 2 3,1-2 4,-2 1-1,1 1 0,26 21 1,-33-16-6,15 26 0,-20-35-2,2 4 23,-10-4 10,-3 2-29,-27 22 18,30-25-8,-2 0 25,-3-5-6,-4 2-1,3 0 1,0-1 0,0 0 0,0 0 0,0-1 0,-12-2 0,21 3-62,0-1 0,0 1 0,1-1 0,-1 0 0,0 0 0,1 1 0,-1-1 0,1 0 0,-1 0 0,1-1 1,-1 1-1,1 0 0,0 0 0,0-1 0,-1 1 0,1-1 0,0 1 0,0-1 0,0 1 0,1-1 0,-1 1 0,0-1 0,1 0 0,-2-2 0,6-11-939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7T05:01:25.6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0 184 528,'0'0'494,"6"0"3737,-1 0-4106,0 0 1,-1 0-1,1 1 0,0 0 0,0 0 1,8 3-1,0 0-47,-4-2 48,-5-2 157,6-4 113,17-4-13,80-23 2442,-97 30-2625,-9 6 236,-9-5 72,-8-14-93,-16-24-366,27 32-34,4 6-15,1 0 1,0-1-1,0 1 1,0 0 0,0 0-1,-1 0 1,1 0 0,0 0-1,0 0 1,0 0-1,0 0 1,-1 0 0,1 0-1,0 0 1,0 0-1,0-1 1,0 1 0,0 0-1,0 0 1,-1 0 0,1 0-1,0 0 1,0-1-1,0 1 1,0 0 0,0 0-1,0 0 1,0 0-1,0-1 1,0 1 0,0 0-1,0 0 1,0 0 0,0 0-1,0-1 1,0 1-1,0 0 1,0 0 0,0 0-1,0-1 1,0 1 0,0 0-1,0 0 1,0 0-1,0 0 1,0-1 0,0 1-1,0 0 1,0 0-1,1 0 1,-1 0 0,0 0-1,0-1 1,0 1 0,0 0-1,0 0 1,0 0-1,1 0 1,-1 0 0,0 0-1,0 0 1,7-6 2,11-9 7,-1 1 0,25-14 0,-38 26-3,1-2 13,0 1 1,0 0-1,0 0 0,0 1 0,0 0 1,0 0-1,1 0 0,0 1 0,-1-1 1,1 1-1,9 0 0,-14 1 4,2 1 34,-2 14-24,-2 26-14,-1-27 103,-2-3 52,1 1-58,2-8 98,-1 1 1,1 0-1,0-1 0,0 1 0,1 0 1,0 8-1,-1-12-26,13 3 438,-3-2-564,0 0 0,0-1-1,1 0 1,-1-1 0,1 0-1,-1 0 1,12-3 0,-20 3-65,41-7-705,0-3 0,62-21 1,-80 21-614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7T05:01:26.6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46 107 4073,'-4'2'98,"0"0"-1,0-1 1,-1 1-1,1-1 1,0 0 0,-1 0-1,1-1 1,-6 1 0,8-1 535,3-13 4060,3-21-3959,-3 27-303,-1 7-410,0 0 1,0-1-1,0 1 0,0 0 1,0-1-1,0 1 0,0 0 0,0-1 1,0 1-1,0 0 0,0-1 1,0 1-1,1 0 0,-1 0 0,0-1 1,0 1-1,0 0 0,0-1 1,0 1-1,1 0 0,-1 0 0,0-1 1,0 1-1,1 0 0,-1 0 1,0-1-1,0 1 0,1 0 0,-1 0 1,11-9 79,25-22-16,-30 26-34,1 1 60,5 4-46,0-2-39,28-2 88,-39 4-107,3 2 67,1 13-19,4 23 9,-9-37-56,1 0-1,-1 0 1,0 0 0,0-1 0,0 1 0,1 0 0,-1 0-1,0 0 1,0 0 0,0-1 0,-1 1 0,1 0-1,0 0 1,0 0 0,0 0 0,0-1 0,-1 1 0,1 0-1,0 0 1,-1 0 0,1-1 0,-1 1 0,1 0 0,-1-1-1,1 1 1,-1 0 0,0 0 0,0-1-2,1 1 0,-1 0 0,1-1 0,-1 1 0,1-1 0,-1 1 0,1 0 1,0-1-1,-1 1 0,1 0 0,0 0 0,-1-1 0,1 1 0,0 0 0,0-1 0,0 1 0,0 0 0,0 0 0,0 0 1,0-1-1,0 1 0,0 0 0,0 0 0,0-1 0,1 1 0,-1 0 0,0 0 0,0-1 0,1 1 0,-1 0 0,0-1 1,1 1-1,-1 0 0,1 0 0,16 35-6,-9-22 7,6 1 6,16 27-5,-25-34 4,-5-8-12,1 0 0,-1 0 1,0 0-1,0 0 0,1 0 0,-1 1 0,0-1 1,0 0-1,0 0 0,0 0 0,1 0 1,-1 1-1,0-1 0,0 0 0,0 0 0,0 1 1,0-1-1,1 0 0,-1 0 0,0 1 0,0-1 1,0 0-1,0 0 0,0 1 0,0-1 0,0 0 1,0 0-1,0 1 0,0-1 0,0 0 0,0 0 1,0 1-1,0-1 0,-1 0 0,1 0 0,0 1 1,0-1-1,0 0 0,0 1 0,-4 7 4,-11 26 16,13-28-10,-2-3 18,-5-1 7,-88 24 384,82-23-1259,15-4 189,0 0-319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7T05:01:27.2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3 248 9866,'0'0'1200,"-3"-1"-834,18 5-242,-6-1-98,1 0 0,0-1 0,0 0 0,0 0 0,1-1 0,-1-1 0,0 0 0,0 0 0,14-3 0,-10-1 59,0-1 0,0 0 0,0-1 0,-1 0 0,0-1 0,-1-1 0,22-16 0,-27 19 84,5-4 100,-14 5-193,-9 0-43,-37-1 12,36 5-38,4 0-3,8 0-4,0 0 0,0 0 0,-1 0 0,1 0 0,0 0 0,0 0 0,0 0 0,0 0 0,-1 0 0,1 0 0,0 0 0,0 0 0,0 0 0,0 0 0,0 0 0,-1 0 0,1 0 0,0-1 0,0 1 0,0 0 0,0 0 0,0 0 0,0 0 0,-1 0 0,1 0 0,0 0 0,0 0 0,0 0 0,0-1 0,0 1 0,0 0 0,0 0 0,0 0 0,0 0 0,-1 0 0,1 0 0,0-1 0,0 1 0,0 0 0,0 0 0,0 0 0,0 0 0,0-1 0,0 1 0,0 0 0,0 0 0,0 0 0,-2-9 4,-9-27 12,8 28-12,4 3 7,6-3 2,0-5 5,-4 8-13,0 0-1,0 0 0,0 0 0,1 1 0,-1-1 1,6-3-1,4-2 0,-4 4-1,-4 2-1,0 0-1,0 1 0,0 0 1,0 0-1,1 0 1,-1 1-1,1-1 0,0 1 1,0 1-1,0-1 0,10 0 1,-7 1 1,0 1 1,0 0-1,0 1 1,0 0-1,0 1 0,10 2 1,-17-4-3,1 1-1,-1 0 1,0-1 0,0 1 0,0 0-1,0 0 1,0 0 0,0 0 0,0 1 0,0-1-1,0 0 1,0 1 0,-1-1 0,1 1-1,-1 0 1,1-1 0,-1 1 0,0 0 0,1 0-1,-1 0 1,0 0 0,0 0 0,0 0-1,-1 0 1,1 1 0,0-1 0,-1 0 0,0 0-1,1 1 1,-1 2 0,-1-2 19,1-1 0,-1 1 0,1-1 0,-1 1 0,0-1 0,0 1 0,-1-1 0,1 0 0,0 1 0,-1-1 0,-2 3 0,-25 26 460,8-9-160,11-6 591,10-15-901,1 0 1,-1-1-1,0 1 0,0-1 0,0 1 0,1 0 0,-1-1 0,0 1 0,0-1 0,1 1 0,-1-1 0,1 1 0,-1-1 0,0 0 1,1 1-1,-1-1 0,1 1 0,-1-1 0,1 0 0,-1 1 0,1-1 0,-1 0 0,1 0 0,0 1 0,-1-1 0,1 0 0,-1 0 1,1 0-1,0 0 0,9 2-13,-1-1 0,0 0 0,1-1 0,-1 0 0,1-1 0,-1 0 0,0 0 0,14-5 0,-4 3-109,71-17-1450,-49 9 25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7T05:01:28.1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122 117 6553,'14'-48'1325,"-11"33"-719,1 0 0,11-23-1,-36 62 2238,-2 2-2902,10-8 161,1-1 1,1 2-1,1 0 1,0 0 0,-7 24-1,4-5-40,-11 65 1,23-96-69,0-1 1,0 0 0,1 1-1,0-1 1,0 1 0,0-1-1,1 1 1,2 9 0,-3-14 0,1 0 1,0 0-1,-1-1 1,1 1 0,0 0-1,0 0 1,0-1 0,0 1-1,0-1 1,1 1 0,-1-1-1,0 1 1,1-1 0,-1 0-1,1 0 1,-1 0-1,1 0 1,0 0 0,-1 0-1,1 0 1,0 0 0,0-1-1,-1 1 1,1 0 0,0-1-1,0 0 1,0 1 0,0-1-1,0 0 1,0 0-1,0 0 1,2-1 0,6 0 3,-1-1 1,0 0 0,0 0-1,0-1 1,0 0-1,0-1 1,0 0 0,-1 0-1,1-1 1,-1 0 0,13-11-1,-11 8 5,0-2-1,0 1 1,-1-1-1,0-1 1,-1 0 0,0 0-1,11-20 1,-19 30-5,1-1 0,-1 1 0,1 0 0,0 0 0,-1-1 0,0 1 0,1 0 0,-1-1 0,0 1 0,0-1 0,0 1 0,0 0 0,0-1 0,0-1 0,0 3-1,-1-1 0,1 0 0,0 1 0,0-1 0,-1 0 0,1 1 0,-1-1 0,1 1 0,-1-1-1,1 0 1,-1 1 0,1-1 0,-1 1 0,1-1 0,-1 1 0,0 0 0,1-1 0,-1 1 0,-1-1 0,-3 0-5,0 0 1,0 0 0,0 0-1,0 0 1,0 1 0,-7 0-1,-2 0 40,-22-1 3,22 1-163,0 0-1,0-1 1,-26-5-1,38 5-370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7T05:01:28.7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0 201 8210,'3'-6'452,"-3"5"-412,1 0-1,-1 0 1,1 0 0,0 0 0,-1 0 0,1 0 0,0 0-1,-1 0 1,1 1 0,0-1 0,0 0 0,0 0-1,0 1 1,0-1 0,0 0 0,0 1 0,0-1-1,0 1 1,0-1 0,0 1 0,0 0 0,0 0 0,0-1-1,0 1 1,1 0 0,1 0 0,23-5 118,57-14 220,-75 17-257,-1 0 0,1-1 0,-1 0 0,0 0 0,0-1 0,0 0 0,-1 0 0,11-9 0,-14 11-72,-2-1 312,-15 0-184,-22-3-166,31 5-6,-4-2 7,14-6-9,0 2-2,29-35 13,-30 38-8,1 0 1,-1 0 0,1 1 0,0-1-1,1 1 1,-1 1 0,0-1 0,1 1-1,0 0 1,-1 0 0,1 0 0,0 1 0,0 0-1,0 0 1,0 0 0,0 1 0,6 0-1,-7 0 6,1 0-7,0-1 1,-1 1-1,1 1 1,0-1-1,0 1 0,-1 0 1,11 3-1,-14-3-4,0 0-1,0 0 0,0 0 1,0 0-1,0 1 0,0-1 1,0 1-1,0-1 0,-1 1 0,1-1 1,-1 1-1,1 0 0,-1 0 1,1 0-1,-1 0 0,0 0 1,0 0-1,0 0 0,0 0 1,-1 0-1,1 1 0,0 3 1,1 0 1,-1-1 1,0 1-1,-1 0 1,1 0 0,-1 0-1,0 0 1,-1-1-1,1 1 1,-1 0 0,0 0-1,-1 0 1,0-1-1,1 1 1,-2-1 0,1 1-1,-1-1 1,1 0-1,-1 0 1,-7 8 0,-4 7 306,14-18 136,-2-2 571,17-3-790,142-46-1347,-125 38 439,37-11-276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7T05:01:39.14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5 117 2369,'0'0'1837,"-4"-26"3307,14 22-5097,36-10-15,2 3 0,63-7 1,-20 4 136,39 0-60,12-2 524,-136 16 272,-19 9-895,-3-3-3,-1 0 0,1-1 0,-1-1 1,0 0-1,-1-1 0,-20 0 0,-13-3 87,35-1-41,-1 1-1,1 0 1,0 1-1,0 1 1,1 0-1,-17 5 1,6 4-20,19-8-21,0 0 1,0 0 0,-1-1-1,1 1 1,-1-2 0,1 1-1,-1-1 1,-13 1 0,20-2 3,12-1 0,143-21-16,-100 13 0,102-7 0,-129 18-1,-34 1 9,5-3-1,-37 14 137,0-2 0,-57 9-1,28-6 88,12-2-347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7T05:01:39.78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0 12299,'21'0'1088,"-13"3"-448,-8 7-2320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7T05:01:40.40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51 12739,'19'-13'1720,"1"-3"72,-9-5-6561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7T05:01:41.30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84 15 16251,'-48'-2'2369,"12"-1"808,46 0-3777,31-4-1137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7T05:01:48.56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198 1 19100,'-29'16'2345,"-4"-1"623,4-1-2304,-4 1-136,5 1-568,9-4-256,2 1-728,8-7-496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7T05:01:46.44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1 105 4201,'14'-4'2886,"37"-15"-2318,-21 10-295,1 2 0,0 1 0,0 1-1,48 0 1,-42 3 97,0-1-1,1-2 1,48-13-1,-84 17-309,0 0-1,1 0 1,-1 0 0,1 1 0,-1-1-1,1 1 1,-1 0 0,1 0 0,-1 0 0,1 0-1,0 0 1,-1 0 0,1 1 0,-1-1-1,4 2 1,-4-2-55,7 4-40,-10-4 38,1 1 1,0 0-1,-1-1 0,1 1 1,-1-1-1,1 1 0,-1-1 1,1 1-1,-1-1 1,1 1-1,-1-1 0,0 1 1,1-1-1,-1 1 0,0-1 1,1 0-1,-1 0 1,0 1-1,1-1 0,-1 0 1,-1 0-1,-33 15 40,29-13 32,-2 1 12,-4-5-38,-22 2 23,26 0 138,7-3-26,1-1-137,13-4-55,20-1 5,1 0 1,1 3-1,61-5 0,-50 10 955,-145 16-46,-345 44 2608,433-59-3311,10 0 5,7-2-399,56-19-1585,-24 13-186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7T05:01:47.92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232 88 4017,'-25'-26'-1402,"18"21"1952,0 0-1,-1 0 0,0 1 0,-11-5 1,2 3 1157,-2 0 0,-35-6 1,18 11-1309,20 6-180,16-5-217,0 0 1,-1 0-1,1 1 0,0-1 1,0 0-1,-1 1 1,1-1-1,0 0 1,0 0-1,0 1 1,0-1-1,-1 0 0,1 1 1,0-1-1,0 0 1,0 1-1,0-1 1,0 0-1,0 1 1,0-1-1,0 0 1,0 1-1,0-1 0,0 0 1,0 1-1,0-1 1,0 0-1,1 1 1,-1-1-1,0 0 1,0 1-1,0-1 0,0 0 1,0 0-1,1 1 1,-1-1-1,0 0 1,1 1-1,0 1-9,1-1 0,0 1 0,0 0 0,0-1 0,0 1 0,0-1 0,0 0 1,0 0-1,1 1 0,-1-2 0,0 1 0,1 0 0,-1 0 0,1-1 0,-1 1 0,4-1 0,45 2-185,-39-2 157,43-3 48,101-18 1,-114 12 67,1 3-1,1 1 0,-1 3 1,49 2-1,-90 0 28,-19 16 40,6-12-123,0 0 0,0-1 0,0 0 0,-21 2 0,1-1 16,-171 29 360,-23 5 186,205-32-398,-5 1 2440,30-13-1939,-2 2-669,1 0-1,0 1 0,0-1 1,0 1-1,1 0 0,-1 1 1,1-1-1,0 1 1,-1-1-1,1 2 0,6-3 1,42-11 2595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7T05:01:50.16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67 97 11042,'0'0'384,"0"-6"-1677,1 5 1372,-1 0-1,1 1 0,-1-1 0,1 1 1,-1-1-1,1 1 0,-1-1 1,1 1-1,-1 0 0,1-1 0,0 1 1,-1 0-1,1-1 0,0 1 1,-1 0-1,1 0 0,0 0 1,-1 0-1,1-1 0,0 1 0,-1 0 1,1 0-1,0 0 0,1 1 1,5-2 14,10 1 157,-1 0 1,23 4-1,-8-2-177,0-2-1,-1 0 1,1-2 0,-1-2 0,47-11-1,-42 8 49,1 1 0,-1 2 0,57 0 0,-82 7 1616,-15 3-1144,-18 5-576,20-10 120,-10 4-43,-1-1-1,0 0 1,1-2-1,-1 1 1,0-2-1,-19 1 1,5-1-28,-395 22 1066,420-23-691,7-3-331,12-6-99,0 1 1,0 0-1,0 1 1,1 1 0,0 1-1,26-5 1,4-3-143,23-8-443,-3-1-453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7T05:02:01.0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55 4057,'0'-4'82,"2"-4"1500,-1 7-1522,0 1-1,0 0 1,0-1-1,1 1 1,-1 0-1,0 0 1,0 0-1,0 0 1,1 0 0,-1 0-1,0 0 1,0 0-1,2 1 1,9 1-8,26 3 545,-27-8-6,44-13 651,-28 8-877,1 2 0,53-7-1,-63 12-333,-1 0-24,-1 1 0,0 0 0,1 1-1,-1 1 1,0 0 0,18 5 0,-34-6-4,5 1 104,-18 2 18,2-1-103,5-1-3,0 0 1,0-1 0,0 0 0,0 0-1,0 0 1,-6-1 0,-111 15 63,56-6 65,-74 1 1,232-27 1122,-16 6-1602,-46 6-328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7T05:02:02.0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78 121 4489,'-10'-8'941,"2"-2"0,-1 1 0,2-1 0,-1 0 0,-8-16 1,14 21-577,-1 1 227,1 0 0,0-1 0,0 0 0,0 1-1,-1-10 1,0 8 278,12 16-65,-3-3-801,5 7 8,-2 0 0,11 18 0,9 17 6,-17-31-5,-1 0 0,16 39-1,-15-30 80,-12-26-83,0-1-1,1 1 1,-1-1-1,0 0 1,0 1-1,0-1 1,1 0-1,-1 1 1,0-1-1,1 0 1,-1 1-1,0-1 1,1 0-1,-1 0 1,0 1-1,1-1 1,-1 0-1,0 0 1,1 0-1,-1 1 1,1-1-1,-1 0 0,0 0 1,1 0-1,0 0 1,1-1 23,-1-1 0,1 0 0,-1 1-1,0-1 1,1 0 0,-1 0 0,0 0 0,0 0 0,0 0 0,0 0 0,-1 0 0,2-4-1,15-33-145,-14 33 94,0 1 1,0 0-1,1 0 1,-1 0-1,1 1 1,0-1-1,1 1 1,-1 0-1,1 0 1,-1 1-1,11-6 1,-13 7-2,1 1 1,0 0-1,0 0 1,0 0-1,-1 1 1,1-1-1,0 1 1,0 0-1,0-1 1,0 1-1,0 0 1,0 1-1,0-1 1,0 1-1,0-1 1,0 1-1,0 0 1,0 0-1,-1 0 1,1 0-1,0 1 1,-1-1-1,1 1 1,-1-1-1,4 4 1,0 0-90,-1-1 1,0 1-1,-1 0 1,1 1 0,6 9-1,-10-12 105,1 0 1,-1-1-1,1 1 0,-1 0 0,0 0 0,0-1 1,0 1-1,0 0 0,-1 0 0,1 0 0,-1 0 0,1 0 1,-1 1-1,0-1 0,-1 4 0,0-5 23,0 0 0,0 0 0,-1 0 0,1 0-1,-1-1 1,1 1 0,-1 0 0,1-1 0,-1 1 0,0-1-1,0 0 1,0 1 0,0-1 0,0 0 0,0 0 0,0 0-1,0-1 1,-3 2 0,-41 10 237,28-9-239,1-1 0,-1-1 1,1 0-1,-1-1 1,0-2-1,1 1 0,0-2 1,-1 0-1,-29-10 1,21 1-747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7T05:02:02.6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23 6001,'-1'-5'645,"1"-9"1737,0 13-2338,1 1 1,-1 0-1,1-1 0,-1 1 0,1 0 0,0 0 0,-1-1 0,1 1 0,-1 0 0,1 0 0,-1 0 1,1 0-1,0 0 0,-1 0 0,1 0 0,-1 0 0,1 0 0,0 0 0,-1 0 0,1 0 0,-1 0 1,1 0-1,0 0 0,-1 1 0,1-1 0,-1 0 0,1 0 0,-1 1 0,1-1 0,-1 0 0,2 2 1,37 16-45,-31-14-15,-3 0-34,2 8 17,22 26 2,-29-38 30,9 14 283,-16-9 191,-2-1-332,-30 16 47,21-13 328,6-16-572,-13-22 458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7T05:01:57.1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37 3281,'15'-10'304,"6"-1"512,0 2-632,2 3-456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7T05:01:57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52 1608,'-8'0'8286,"23"-4"-7978,-4 0-239,-5 3-9,-1-1 0,1 1 0,-1 0 0,1 0 0,-1 0-1,11 1 1,27-2 266,27 1 355,117-19-1,-152 11-520,-34 6 7,-8 2 11,-8 1-121,0 1-1,-25 5 0,36-6-55,-47 11 125,-1-3 1,-65 2-1,116-10-106,-15 8 232,-32 13 128,31-17 823,13-4-2217,3 0-207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7T05:01:58.9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113 42 688,'0'0'90,"11"-4"8369,-4 1-6939,-6 1-1308,7-14 583,-8 16-758,0-1-1,0 0 1,-1 1-1,1-1 1,0 1-1,0-1 1,0 1 0,-1-1-1,1 1 1,0-1-1,0 1 1,-1-1-1,1 1 1,0-1 0,-1 1-1,1-1 1,-1 1-1,1 0 1,-1-1-1,1 1 1,-1-1 0,1 1-1,-1 0 1,1 0-1,-1-1 1,1 1-1,-1 0 1,1 0 0,-1 0-1,0 0 1,1 0-1,-1 0 1,1 0-1,-1 0 1,1 0 0,-1 0-1,0 0 1,1 0-1,-1 0 1,-52-4 132,39 9-90,1-1-63,-25 10 44,36-13-31,-1 2 10,4 11-15,4 23-4,-5-32-17,0-5-3,0 0 0,0 1 1,0-1-1,0 0 0,0 0 1,0 0-1,0 1 0,0-1 1,0 0-1,0 0 0,0 0 1,0 0-1,0 1 0,0-1 1,0 0-1,0 0 0,0 0 1,1 1-1,-1-1 0,0 0 1,0 0-1,0 0 0,0 0 1,0 0-1,0 1 0,0-1 1,1 0-1,-1 0 0,0 0 1,0 0-1,0 0 0,0 0 1,1 0-1,-1 0 0,0 1 1,0-1-1,0 0 0,0 0 1,1 0-1,-1 0 0,8 3 12,29 12 12,-33-13-17,4 1 9,2-2-11,2 2 0,-8-1-2,0-1-1,1 0 1,-1 0 0,1 0 0,-1-1-1,9 0 1,2-3 21,24-7-8,-38 9-13,0 1 0,1 0 0,-1-1-1,0 1 1,0 0 0,1-1 0,-1 0 0,0 1 0,0-1 0,0 0 0,0 1-1,0-1 1,0 0 0,0 0 0,1-1 0,0-11 148,-3 8 40,14 6 161,33 7-532,-50-8 76,7-1-32,-2 1-699,2 0-510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7T05:01:59.6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 3161,'-3'3'2411,"9"2"-609,-5-4-1560,-1-1 0,1 1-1,0-1 1,0 1 0,-1 0-1,1-1 1,-1 1 0,1-1 0,-1 1-1,1 0 1,-1 0 0,1-1 0,-1 1-1,0 0 1,1 0 0,-1 0-1,0-1 1,1 1 0,-1 0 0,0 0-1,0 2 857,5-8-1641,-3 2-251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7T05:02:03.5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61 7482,'11'-17'1104,"-8"12"-802,0 0 0,0-1 1,1 1-1,0 0 0,0 1 0,9-9 0,-12 13-231,-13 19 1304,-36 2-1179,39-18-323,8-4-206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22:58:20.87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5 1 8354,'-5'8'5705,"7"-8"-4113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22:58:20.63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62 52 5473,'-4'-15'5726,"3"10"-5607,-1 1-1,0 0 1,0 0 0,0 1-1,-1-1 1,1 0-1,-4-3 1,6 7-74,-3-1 1715,0 9-574,-7 28-460,5-19-588,0 0-1,1 0 1,1 1 0,-1 23 0,4-37-133,-1 0 0,2 0 0,-1 0 0,1 1 0,-1-1 0,1 0 0,0 0 0,0 0 0,1 0 1,-1 0-1,1-1 0,0 1 0,0 0 0,0-1 0,1 1 0,-1-1 0,1 0 0,0 0 0,-1 0 0,1 0 1,1 0-1,-1-1 0,0 1 0,5 2 0,-5-4-57,0 0 0,-1 1-1,1-1 1,0 0 0,0 0 0,0-1 0,0 1 0,0-1 0,0 1 0,0-1-1,0 0 1,0 0 0,0 0 0,0 0 0,0-1 0,0 1 0,-1-1-1,1 0 1,0 0 0,5-2 0,16-14-379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22:58:21.46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59 13 5857,'-10'3'2941,"-15"5"-2330,24-7-851,0-1-1,0 0 0,-1 1 0,1-1 0,0 0 0,-1 0 1,1 0-1,0 0 0,0-1 0,-1 1 0,1 0 0,0 0 0,-1-1 1,1 1-1,-2-2 0,3 2 283,0 0 0,0 0 1,-1 0-1,1 0 0,0 0 1,0 0-1,0-1 0,0 1 0,0 0 1,0 0-1,0 0 0,0 0 1,0 0-1,0-1 0,0 1 1,0 0-1,-1 0 0,1 0 0,0 0 1,0-1-1,0 1 0,0 0 1,0 0-1,0 0 0,1 0 0,-1-1 1,0 1-1,0 0 0,0 0 1,0 0-1,0 0 0,0-1 1,0 1-1,0 0 0,0 0 0,0 0 1,0 0-1,1 0 0,-1-1 1,0 1-1,0 0 0,0 0 0,0 0 1,0 0-1,1 0 0,-1 0 1,6-5 1836,-6 5-1880,6-2 405,-1 0 0,0 0 0,0 1 0,1 0 0,-1 0 0,1 0-1,10 0 1,-16 1-367,1 0-1,-1 0 0,1 0 1,0 0-1,-1 0 0,1 0 0,-1 1 1,1-1-1,-1 0 0,1 0 1,-1 0-1,1 1 0,0-1 1,-1 0-1,1 1 0,-1-1 0,0 0 1,1 1-1,-1-1 0,1 1 1,-1-1-1,0 1 0,1-1 1,-1 1-1,0-1 0,1 1 0,-1-1 1,0 2-1,2 1 162,3 4-15,0 0 0,-1 1 0,0 0 0,0-1 0,-1 2 0,3 8 1,0 0-145,-5-11-104,3 3-2336,5-8 1308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22:58:22.58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175 1 2088,'-5'1'1425,"-2"1"1719,-1 3-1191,-3 1-961,0-1-368,-3 0-352,-2-2-96,3 2-80,0-2 8,0 0-56,4 0 0,-4-1-48,2-2-24,0-2-872,1-3-1856,1-1 1935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22:58:22.89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 0 3113,'4'0'624,"19"1"1410,-22-1-1955,0 0 0,0 1 0,0-1 0,0 0 0,0 0 0,0 1 0,0-1-1,0 0 1,0 1 0,0-1 0,0 1 0,0 0 0,0-1 0,0 1 0,2 1 0,-3-1 669,0 3 1247,-2 11-1599,0 0 0,0 0 1,-2-1-1,0 1 0,0-1 0,-1 0 1,-14 26-1,15-36-823,4-6 222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22:58:23.99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38 30 3705,'4'-8'1983,"-2"6"-1724,-1 0 0,0 1 0,0-1 0,0 0 0,0 0 0,0 1 0,-1-1 0,1 0 0,0-3 0,-4 10 870,-8 18 93,4-9-589,0 0 0,1 1 0,1 0 0,-5 22 0,9-33-551,0 0 0,1 0 0,0 0 0,0 0 1,0 1-1,0-1 0,0 0 0,1 0 0,0 0 0,0 0 1,0 0-1,0 0 0,1 0 0,0 0 0,-1 0 0,1-1 0,1 1 1,-1-1-1,0 1 0,1-1 0,0 0 0,4 4 0,-5-6-70,0 0-1,0 0 0,0 0 1,1 0-1,-1 0 0,0-1 0,1 1 1,-1-1-1,0 1 0,1-1 1,-1 0-1,1 0 0,-1 0 0,0 0 1,4-1-1,1 0-104,0 0 0,1-1-1,10-4 1,-1-3-51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22:58:24.27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 5929,'0'3'3825,"0"0"-3377,10-1-448,1 3 0,-2 1-2704,1-1 2087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22:58:25.20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15 91 3249,'0'-3'367,"1"1"1,0 0-1,0 0 1,0 0-1,0 0 1,0 0-1,0 0 1,0 0-1,1 0 1,-1 0-1,1 1 1,-1-1-1,1 0 1,2-1-1,30-18-406,-13 10 611,-14 6-295,0 1 0,0 0 1,0 1-1,16-6 0,-22 9-238,1-1-1,0 1 1,-1-1-1,1 1 1,0 0-1,-1 0 0,1 0 1,0 0-1,-1 0 1,1 0-1,-1 0 1,1 0-1,0 1 1,-1-1-1,1 1 1,0-1-1,-1 1 1,1-1-1,-1 1 1,0 0-1,1 0 1,-1 0-1,1 0 1,-1 0-1,0 0 1,0 0-1,0 0 1,1 1-1,-1-1 1,-1 0-1,3 3 1,-3-3-16,1 1-1,-1 0 1,0-1 0,1 1 0,-1 0-1,0 0 1,0-1 0,0 1-1,0 0 1,0-1 0,-1 1 0,1 0-1,0-1 1,-1 1 0,-1 3 0,-11 24 138,9-24-137,1 0-1,-1 0 0,0 0 0,0 0 0,0-1 1,-1 0-1,1 0 0,-1 0 0,0 0 0,-7 3 1,-5 2 200,-35 13 1,1-1 557,169-36 655,-8-2-4443,-53 4 1645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22:58:26.14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242 24 2104,'2'-1'131,"-1"1"-1,1-1 0,-1 0 0,1 1 0,-1-1 0,1 0 0,-1 0 1,2-1-1,-2 1 16,-1 1 0,0 0 1,0-1-1,1 1 0,-1 0 0,0-1 1,0 1-1,0 0 0,1-1 0,-1 1 1,0 0-1,0-1 0,0 1 0,0 0 1,0-1-1,0 1 0,0-1 1,0 1-1,0 0 0,0-1 0,0 1 1,0-1-1,0 1 0,0 0 0,0-1 1,0 1-1,0-1 0,0 1 0,-1 0 1,1-1-1,0 1 0,0 0 1,0-1-1,-1 1 0,1 0 0,0-1 1,0 1-1,-1 0 0,1 0 0,-1-1 1,-7 0 602,-32 5 683,-49 11 0,-16 2 547,104-17-1972,1 0-15,-1 0 1,1 0-1,-1 1 1,1-1-1,0 0 0,-1 0 1,1 0-1,-1 0 1,1 0-1,0 0 0,-1 0 1,1 0-1,-1 0 1,1 0-1,0 0 1,-1 0-1,1 0 0,-1-1 1,1 1-1,0 0 1,-1 0-1,1 0 0,0 0 1,-1-1-1,1 1 1,0 0-1,-1 0 0,1-1 1,0 1-1,-1 0 1,1-1-1,0 1 0,-1-1 1,4-6-148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22:58:26.39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51 1 4473,'7'13'3625,"-3"3"-2073,-2 6-824,-4 0-432,-1 2 24,-5 3 56,4-1 121,-4 3 175,1-1 72,1-5-40,-4-3-88,4-2-336,-2-4-136,6-3-72,5-4-32,10-9-240,2-3-4609,7-20 3489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22:58:26.68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88 8 7242,'-6'-4'4705,"4"0"-4009,-10 6-576,2 4-16,-1 7-32,-3 3 0,9 5 104,-8 0 24,7 3 72,-1-2 24,6-3-120,5-3-72,4-13-184,0-3-2208,2-17 1663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22:58:26.90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25 1 11274,'-5'0'5322,"-2"3"-4810,1 7-760,0-2-801,6 0 713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22:58:27.49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39 27 6241,'5'-4'1432,"2"0"-1,-1 1 1,7-3 0,-6 4-1412,1 0 0,-1 0 0,0 0 0,1 1 0,-1 1 0,1-1 0,-1 1 0,13 2 0,-14-2 61,0 1 0,0 0 0,0 0 0,0 1 0,8 3 0,-13-5-31,1 1-1,-1-1 1,0 1 0,1-1-1,-1 1 1,0 0 0,0 0 0,0 0-1,1 0 1,-1 0 0,0 0-1,0 0 1,0 0 0,0 0 0,-1 1-1,1-1 1,0 0 0,0 0-1,-1 1 1,1-1 0,-1 1-1,1-1 1,-1 0 0,0 1 0,1-1-1,-1 1 1,0 1 0,-1 3 27,0-1 1,-1 1-1,1-1 1,-1 0-1,0 0 1,-1 0-1,1 0 1,-1 0 0,0 0-1,0-1 1,0 1-1,-1-1 1,-4 4-1,2-1-24,0 1 0,-8 14 0,13-22-51,1 1 0,-1 0-1,1 0 1,-1-1 0,1 1 0,-1 0 0,1 0 0,0 0 0,0 0-1,-1 0 1,1 0 0,0 0 0,0 0 0,0 0 0,0-1 0,0 1-1,0 0 1,0 0 0,0 0 0,1 0 0,-1 0 0,0 0-1,0 0 1,1 0 0,-1-1 0,1 1 0,-1 0 0,1 0 0,-1 0-1,1-1 1,-1 1 0,1 0 0,0 0 0,-1-1 0,1 1 0,1 0-1,3 2 5,-1-1 0,1 0-1,0 0 1,0 0 0,9 1-1,-10-2 1,0 0-1,0 0 1,-1 0 0,1 1-1,4 2 1,-5-2-3,0 0 1,-1 1-1,1 0 0,-1 0 1,0 0-1,0 0 0,0 0 1,-1 0-1,1 0 0,0 1 1,-1-1-1,2 6 1,-1 0 4,-1-1 0,1 0 1,-1 1-1,0 9 0,-1-17-7,-1 0 1,1 0-1,0 0 0,0 0 0,-1 0 0,1 0 0,0 0 1,-1 0-1,1 0 0,-1-1 0,1 1 0,-1 0 0,0 0 0,1 0 1,-1-1-1,0 1 0,1 0 0,-1-1 0,0 1 0,0-1 1,0 1-1,1-1 0,-1 1 0,0-1 0,0 0 0,-2 1 0,-1 1 1,0-1-1,-1 0 1,1 0-1,-8 0 1,-24 1 35,1-1-1,-1-1 1,-36-7 0,53 1-468,6-3 196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22:58:27.88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278 1 7242,'4'0'3731,"-7"1"-2486,-2 0-1225,1 0-1,-1 0 1,1 1-1,-6 2 1,-1 3 112,6-4-33,1 0 0,-1 0 0,0-1 0,0 1 0,0-1 0,-1 0 0,1-1 0,-9 2 0,-17 2 525,-1 1-1,1 1 1,-59 23 0,88-31-1573,7-4-2254,14-16 1323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22:58:28.15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265 18 2689,'-9'0'2184,"-9"-6"1313,-4-1-2041,1 6-512,-1-2 33,-2 3-9,3 4-24,-3 3-320,0 2-152,2-1-256,-1 0-72,6-1-72,4-1-48,10-3-136,1-3-560,2-1 424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22:58:28.39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64 0 5041,'-11'8'3497,"-2"0"-2825,-6 2-3697,-2-2 2185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22:58:28.72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32 198 4561,'-4'-3'913,"1"0"0,1 0 0,-1 0 0,0 0 0,1 0 0,-4-7 0,4 8-827,1-1 1,0 0-1,0 1 0,0-1 1,0 0-1,1 0 0,-1 0 1,1 0-1,0 0 0,0 1 0,0-1 1,0 0-1,0 0 0,0 0 1,1 0-1,-1 0 0,1 0 0,0 0 1,0 1-1,0-1 0,0 0 1,1 1-1,-1-1 0,3-3 0,2-2-17,0 0 0,1 1-1,0 0 1,0 0-1,0 0 1,1 1-1,0 0 1,0 0-1,0 1 1,1 0-1,0 1 1,16-6-1,-18 8-57,-1 0-1,2 0 1,-1 0 0,0 1-1,0 1 1,0-1-1,1 1 1,-1 0-1,0 1 1,0-1-1,0 2 1,1-1-1,-1 1 1,0 0-1,-1 0 1,1 1-1,0 0 1,6 4-1,-9-5-2,-1 1-1,1 1 0,-1-1 1,1 0-1,-1 1 0,0 0 0,0 0 1,-1 0-1,1 0 0,-1 0 1,0 0-1,0 0 0,0 1 1,1 6-1,-1-3 2,0 0 0,0-1 0,-1 1 0,0 0 1,-1 0-1,0 0 0,-2 15 0,2-20 9,-1-1 0,0 1 0,0-1 0,0 1 0,0-1 0,-1 0 0,1 1-1,0-1 1,-1 0 0,0 0 0,1 0 0,-1 0 0,0 0 0,0-1 0,0 1 0,-1 0 0,1-1 0,0 0 0,0 1 0,-1-1 0,1 0-1,-1 0 1,1 0 0,-1-1 0,-4 2 0,-7 0 148,0 1-1,-1-2 1,-20 0 0,24 0-103,0-1-18,3 1-71,0-1 1,0 0-1,1 0 0,-1-1 1,0 0-1,0 0 1,-11-5-1,1-4-146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32:54.78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209 342 1536,'-15'-42'10264,"1"60"-9292,14-18-953,-19 34 620,1 0 1,-23 63 0,-14 29-244,49-114-326,3-5 30,0-1 0,-1 0 0,1 0 0,-1 0 0,0 0 0,0-1 0,-1 0-1,-6 6 1,12-15 151,66-116-92,-33 56 29,75-105 0,-104 162-123,1 0-1,0 1 1,0-1-1,1 1 1,7-5-1,-13 10-52,0 0-1,1 0 1,-1 0-1,0 0 0,0 0 1,1 1-1,-1-1 1,1 1-1,-1-1 0,0 1 1,1-1-1,-1 1 1,1 0-1,-1 0 0,1 0 1,-1 0-1,1 0 1,-1 0-1,1 0 0,-1 0 1,1 0-1,-1 1 1,1-1-1,-1 1 0,0-1 1,1 1-1,-1-1 1,1 1-1,-1 0 0,0 0 1,0 0-1,0 0 1,1 0-1,-1 0 0,0 0 1,0 0-1,0 0 1,1 2-1,1 3-4,1-1 0,-1 1 0,0 0 0,-1 1 0,1-1 0,-1 0 0,1 9 0,6 48 13,-8-48-14,0 1 0,2-1 0,7 26 0,-6-28 4,1-1-1,0-1 1,1 1-1,0-1 1,1 0-1,13 18 1,-20-29-10,0 0 1,1 0 0,-1 0-1,0 1 1,0-1-1,0 0 1,0 0-1,1 0 1,-1 1 0,0-1-1,0 0 1,0 0-1,0 0 1,1 0 0,-1 1-1,0-1 1,0 0-1,1 0 1,-1 0-1,0 0 1,0 0 0,1 0-1,-1 0 1,0 0-1,0 0 1,1 0-1,-1 0 1,0 0 0,0 0-1,1 0 1,-1 0-1,0 0 1,0 0 0,1 0-1,-1 0 1,0 0-1,0 0 1,1 0-1,-1-1 1,0 1 0,0 0-1,0 0 1,1 0-1,-1 0 1,0-1 0,0 1-1,0 0 1,1 0-1,-1 0 1,0-1-1,0 1 1,0 0 0,0 0-1,0 0 1,0-1-1,0 1 1,0 0-1,1 0 1,-1-1 0,0 1-1,0 0 1,0 0-1,0-1 1,0 1 0,3-26 103,-2 14 1,0-9 77,0 1 1,-2-1 0,0 0 0,-8-38 0,2 12-25,4 15-73,1-1 0,2-48 1,2 62-105,0 1 0,1-1 0,1 1 0,1-1 0,12-29 0,-13 39-186,1 1-1,-1-1 1,1 1-1,1 1 0,7-9 1,5-1-295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32:56.48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65 442 6185,'14'-30'4059,"-9"21"-3703,0 1 0,1 1 0,6-16 2227,-14 28-2467,-1-1 1,1 1-1,0 0 1,0 0-1,0 1 1,-1 8-1,-5 40 61,4-24-142,-1 3-14,1 4 19,-2 0 0,-2-1 0,-1 0 0,-17 42 0,5-28 274,24-66 149,3-27 1,-3 13-291,3-7 5,2 1 1,1 0-1,1 0 1,22-48-1,-28 75-156,1 0-1,0 1 1,0 0 0,1 0 0,9-11-1,-12 16-6,0 0-1,0 0 0,0 0 0,1 0 1,-1 1-1,1-1 0,0 1 0,0 0 1,0 0-1,0 0 0,0 1 0,0-1 1,0 1-1,5-1 0,-6 2-3,-1 0-1,0 0 1,0 0 0,0 0-1,0 1 1,0-1 0,1 1-1,-1-1 1,0 1 0,0 0-1,0 0 1,0 0 0,-1 0-1,1 0 1,0 0 0,0 1-1,0-1 1,-1 0 0,1 1-1,-1-1 1,1 1 0,-1 0-1,0 0 1,2 3 0,3 5 4,-1 0 0,0 1 0,5 17 0,-1-3 4,-7-21-17,1 4 7,1 1 0,0-1-1,0 0 1,10 12-1,-13-18-2,0-1 0,0 1 0,0-1-1,0 0 1,1 1 0,-1-1 0,1 0-1,-1 0 1,1 0 0,-1 0 0,1 0-1,0-1 1,-1 1 0,1 0 0,0-1-1,0 1 1,-1-1 0,1 1 0,0-1-1,0 0 1,0 0 0,-1 0 0,1 0-1,0 0 1,0 0 0,0-1 0,0 1-1,-1-1 1,1 1 0,2-2 0,-1 1 13,-1-1 0,0 0 1,0 1-1,1-1 0,-1 0 1,0 0-1,-1-1 0,1 1 1,0 0-1,-1-1 1,1 1-1,-1-1 0,0 1 1,1-1-1,0-4 0,5-8 96,9-19 147,-2-1 1,-1 0-1,13-66 1,4-8-134,-10 48-1150,32-66 1,-46 113 203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19:24:35.34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 11370,'0'0'296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19:24:42.31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3304 375 7498,'-1'-3'75,"-1"-1"0,1 1 0,-1 0 1,0 0-1,-1 0 0,1 0 1,0 0-1,-1 0 0,0 1 1,1-1-1,-1 1 0,0-1 0,0 1 1,0 0-1,-1 1 0,-4-3 1,-2 1-50,1 0 0,-1 1 0,0 1 1,0 0-1,-12 0 0,-899-17 473,849 18-417,0 4 0,-74 12-1,116-9-75,29-7-6,0 0 1,1 0-1,-1 0 1,1 1-1,-1-1 1,0 0-1,1 0 1,-1 0-1,1 1 1,-1-1 0,1 0-1,-1 1 1,0-1-1,1 1 1,0-1-1,-1 0 1,1 1-1,-1-1 1,1 1-1,-1 0 1,1-1-1,-1 2 1,1-2-1,1 1 0,-1-1 0,0 0 0,0 1 0,0-1 0,1 1 1,-1-1-1,0 1 0,0-1 0,1 0 0,-1 1 0,1-1 0,-1 0 0,0 1 0,1-1 0,-1 0 1,1 1-1,-1-1 0,0 0 0,1 0 0,0 1 0,29 8-1,12-4 6,1-2 0,69-5 0,-75 1-4,396-35 126,0-27 147,-63 9-39,-351 51-107,-13 1-47,0 1 1,0 0 0,0 1 0,0 0 0,0 0 0,10 1-1,-15-1-78,-1 0-1,0 0 0,0 0 1,0 0-1,1 0 0,-1 0 1,0-1-1,0 1 1,0 0-1,1 0 0,-1 0 1,0 0-1,0 0 0,1 0 1,-1 1-1,0-1 0,0 0 1,0 0-1,1 0 0,-1 0 1,0 0-1,0 0 0,0 0 1,1 0-1,-1 0 1,0 1-1,0-1 0,0 0 1,0 0-1,1 0 0,-1 0 1,0 1-1,0-1 0,0 0 1,0 0-1,0 0 0,0 0 1,1 1-1,-1-1 1,0 0-1,0 0 0,0 1 1,0-1-1,0 0 0,0 0 1,0 0-1,0 1 0,0-1 1,0 0-1,0 0 0,0 1 1,0-1-1,0 0 0,0 0 1,0 0-1,-1 1 1,1-1-1,0 0 0,0 0 1,0 0-1,0 1 0,0-1 1,-16 10 30,-12 3-14,0-2 0,-51 14 1,-66 8 8,118-27-24,-962 175 60,768-136-48,626-108-27,-207 37 6,57-18 15,242-25 44,-491 69-42,-1 0 0,1 0 0,-1 0 0,11 3 0,-15-3-10,-1 0 1,1 0-1,0 0 0,-1 1 1,1-1-1,-1 0 0,1 0 1,-1 1-1,1-1 0,-1 0 1,1 1-1,-1-1 1,0 0-1,1 1 0,-1-1 1,1 1-1,-1-1 0,0 1 1,1-1-1,-1 1 0,0 0 2,0-1-1,0 1 0,0 0 1,0-1-1,0 1 0,0 0 0,-1-1 1,1 1-1,0-1 0,0 1 0,-1 0 1,1-1-1,0 1 0,-1-1 0,1 1 1,-1-1-1,1 1 0,-1-1 0,1 1 1,0-1-1,-1 0 0,-1 1 0,-6 5 11,0-1-1,-1-1 0,1 1 0,-1-1 0,0-1 0,-1 0 0,1 0 0,-11 1 0,8-1-6,-68 15 25,-117 9 1,113-17-25,-652 62 3,2-51-3,727-21-8,-15 1 0,-1-2 0,1-1 0,-30-6 0,50 8 0,1 0 0,0-1 0,-1 1 1,1-1-1,-1 1 0,1-1 1,0 1-1,0-1 0,-1 0 0,1 0 1,0 0-1,-2-1 0,3 1 1,0 1-1,0 0 0,-1-1 1,1 1-1,0 0 0,0-1 0,0 1 1,0 0-1,0-1 0,0 1 1,0 0-1,0-1 0,0 1 0,0-1 1,0 1-1,0 0 0,0-1 1,0 1-1,0 0 0,0-1 1,0 1-1,0 0 0,1-1 0,-1 1 1,0 0-1,0-1 0,0 1 1,1 0-1,-1-1 0,3-1 2,-1-1 0,1 1 0,-1 0 0,1 1-1,0-1 1,0 0 0,0 1 0,5-2 0,22-7 2,1 2 1,53-7-1,-56 10-1,1476-190 18,-1450 190-1,174-12 42,-156 14 300,81 9 0,-139-5-232,-9-1-74,-1 0 0,1 0 0,-1 0-1,1 1 1,-1-1 0,0 1 0,1 1 0,-1-1 0,0 0 0,1 1 0,-1 0 0,0 0 0,0 0 0,5 5 0,-8-7-51,-1 0-1,0 1 0,1-1 0,-1 0 1,0 1-1,0-1 0,0 0 0,1 1 1,-1-1-1,0 0 0,0 1 0,0-1 0,0 1 1,0-1-1,0 0 0,0 1 0,1-1 1,-1 0-1,0 1 0,0-1 0,-1 1 1,1-1-1,0 0 0,0 1 0,0-1 1,0 0-1,0 1 0,0-1 0,0 1 1,-1-1-1,1 0 0,0 1 0,0-1 1,0 0-1,-1 1 0,1-1 0,0 0 1,-1 0-1,1 1 0,0-1 0,0 0 1,-1 1-1,-4 1 9,1 1-1,0-1 1,-1 0 0,1 0-1,-1 0 1,1-1 0,-1 1 0,-7 0-1,-53 6 53,64-7-64,-576 17 363,461-18-304,-1402-39 140,1041 42-156,439-1-5,83-6-30,668-15 40,-141 6-22,29-22 8,-151 7-6,-327 24 11,-220 12 327,-554 21-111,-618 36-231,555 11 3,684-72-27,19-3 2,0 1 1,-1 0-1,1 1 0,1 0 1,-1 0-1,-11 6 0,23-9-2,-1 0-1,0 0 1,0 0-1,0 0 0,1 0 1,-1 1-1,0-1 1,0 0-1,0 0 0,0 0 1,0 0-1,1 0 1,-1 0-1,0 0 1,0 1-1,0-1 0,0 0 1,0 0-1,0 0 1,0 0-1,1 1 0,-1-1 1,0 0-1,0 0 1,0 0-1,0 0 1,0 1-1,0-1 0,0 0 1,0 0-1,0 0 1,0 1-1,0-1 0,0 0 1,0 0-1,0 0 1,0 0-1,0 1 0,0-1 1,0 0-1,0 0 1,-1 0-1,1 0 1,0 1-1,0-1 0,0 0 1,0 0-1,0 0 1,0 0-1,0 0 0,-1 1 1,1-1-1,0 0 1,0 0-1,0 0 1,0 0-1,-1 0 0,19 3 9,1-1-1,-1-1 1,0-1 0,19-1-1,-7 0 1,1475-89 104,-895 46-90,-583 42-21,52-4-1,1 3 0,116 11-1,-183-7 1,32 6 15,-42-7-14,0 1 0,-1 0 0,1 0 0,-1 0 0,1 0 0,-1 0 0,1 1 0,-1-1 0,0 1-1,0-1 1,1 1 0,-1 0 0,2 2 0,-4-4-1,0 1 0,0-1 0,1 0 0,-1 1 0,0-1-1,0 1 1,1-1 0,-1 0 0,0 1 0,0-1 0,0 1-1,0-1 1,0 1 0,0-1 0,0 1 0,0-1 0,0 0-1,0 1 1,0-1 0,0 1 0,0-1 0,0 1 0,0-1-1,0 0 1,-1 1 0,1-1 0,0 1 0,0-1 0,0 1-1,-1-1 1,1 0 0,0 1 0,0-1 0,-1 0 0,1 1-1,0-1 1,-1 0 0,1 0 0,-1 1 0,1-1 0,0 0-1,-1 0 1,1 0 0,-1 1 0,1-1 0,0 0 0,-1 0-1,-8 4 18,-1 0 0,1-1 0,-1-1 0,-17 4 0,-59 4 48,-573 8 79,521-19-142,-1447-4 21,1560 4-9,24-1-12,6 0-1,41-8 6,827-93 106,-692 86-111,151-17 14,400-33 10,-703 65-27,-8 0 1,0 1 0,1 1 0,26 4 0,-34-1 5,-11 1 1,-4-3-7,-1 1 1,1-1-1,-1 0 1,0 0 0,0-1-1,0 1 1,1 0 0,-1 0-1,0-1 1,-3 1 0,-28 7 4,-1-2 0,-49 3 0,45-6 4,-900 60 65,546-41-56,333-19-17,-277 13 18,4-27-11,307 9-8,11 1 3,0-1 1,0 0-1,0 0 0,0-1 1,0-1-1,-25-11 1,37 15-3,1-1 0,0 1 0,0-1 0,0 1 0,0-1 0,0 0 0,0 1 1,0-1-1,0 0 0,0 0 0,0 0 0,0 0 0,0 0 0,1 0 0,-1 0 0,0 0 1,1 0-1,-1 0 0,0-2 0,1 2 0,0 0 0,0 0 0,0 0 0,0 0 0,1 1 1,-1-1-1,0 0 0,1 0 0,-1 0 0,0 1 0,1-1 0,-1 0 0,1 0 0,-1 1 0,1-1 1,-1 0-1,1 1 0,0-1 0,-1 1 0,1-1 0,1 0 0,6-4 6,1 0 0,-1 1 0,1 0 0,0 1 0,12-3 0,54-13 6,125-15 1,92 8-8,-223 21-7,1333-66 25,-1386 71-25,5-1 3,0 2-1,28 3 1,-43-1 6,-10 0 4,-32 5 12,-442 22 108,365-26-120,-185 6 19,-559 28 30,833-37-60,-53 3 7,-1 4-1,-94 21 1,138-16-2,23-4 0,11-8-5,0-1-1,0 0 1,0 0-1,0 1 1,0-1-1,0 0 1,-1 1-1,1-1 1,0 0-1,0 1 0,0-1 1,0 0-1,0 1 1,0-1-1,1 0 1,-1 1-1,0-1 1,0 0-1,0 0 1,0 1-1,0-1 1,0 0-1,0 1 1,1-1-1,-1 0 0,0 0 1,0 1-1,0-1 1,1 0-1,-1 0 1,0 0-1,1 1 1,3 1 3,1 1 0,0-1 0,0-1 0,0 1 0,0-1 0,10 2 0,68 11 40,122 5 1,92-13-38,681-41 25,-381 7 0,-591 27-32,177 2 4,-139 5 4,-34-1 28,-12 0 7,-22 5 67,-33 1 95,-87 5 1,-786 21 64,687-33-248,-732 1 10,959-6-30,-10 1 12,0-1 0,-28-5 0,50 3-2,9 0 0,5 0-8,1 0 0,-1 0 0,1 1 0,0 0 0,19 0 0,9 0 0,765-45 37,-637 40-38,-1 0-1,507-16 24,-4 40-6,-590-10-18,77 17 0,-142-22 1,32 10 8,-44-11-11,0-1 1,0 1 0,0 0-1,0 0 1,0 0-1,0 0 1,0 0 0,0 1-1,-1-1 1,1 1-1,-1-1 1,1 1 0,-1-1-1,1 1 1,-1 0-1,2 3 1,-3-4 0,0-1-1,0 1 1,1 0-1,-1 0 1,0-1-1,0 1 1,0 0 0,0 0-1,0-1 1,0 1-1,-1 0 1,1 0-1,0-1 1,0 1 0,-1 0-1,1-1 1,0 1-1,-1 0 1,1-1-1,0 1 1,-1 0 0,1-1-1,-1 1 1,1-1-1,-1 1 1,1-1 0,-1 1-1,0-1 1,1 1-1,-1-1 1,1 0-1,-1 1 1,0-1 0,0 0-1,1 1 1,-2-1-1,-11 6 10,-1 0-1,1-1 0,-29 7 0,-62 9 22,-601 66 36,527-69-67,-469 43 3,1-26 10,628-34-13,3 0 4,0-1 1,1 0 0,-1 0 0,1-2-1,-24-4 1,37 6-5,1 0 0,0 0 1,0 0-1,0-1 0,0 1 0,-1 0 0,1 0 0,0 0 1,0 0-1,0 0 0,0 0 0,0 0 0,-1 0 1,1 0-1,0 0 0,0-1 0,0 1 0,0 0 0,0 0 1,0 0-1,0 0 0,0 0 0,-1-1 0,1 1 1,0 0-1,0 0 0,0 0 0,0 0 0,0-1 0,0 1 1,0 0-1,0 0 0,0 0 0,0 0 0,0 0 1,0-1-1,0 1 0,0 0 0,0 0 0,0 0 1,0-1-1,8-5 5,-2 3-1,0 0-1,0 0 1,1 1-1,11-3 1,255-45 40,18 15-25,-180 23-14,617-79 5,34-3 14,-425 63-19,-9 25-3,-322 6-2,58 5 0,-60-5 0,0 0 0,0 1 0,0 0 0,0 0 0,-1 0 0,1 0 0,0 1 0,0 0 0,6 3 0,-10-4 0,1-1 0,-1 1 0,0-1 1,0 0-1,1 1 0,-1-1 0,0 1 0,0-1 0,0 1 0,1-1 0,-1 1 0,0-1 1,0 1-1,0-1 0,0 1 0,0-1 0,0 1 0,0-1 0,0 0 0,0 1 1,0-1-1,0 1 0,-1-1 0,1 1 0,0-1 0,0 1 0,0-1 0,-1 1 0,1-1 1,0 0-1,0 1 0,-1-1 0,1 1 0,0-1 0,-1 0 0,1 1 0,-1-1 1,1 0-1,0 0 0,-1 1 0,1-1 0,-1 0 0,1 0 0,-1 1 0,-8 4 4,0 0 0,0-1 0,0 0 0,-1 0 0,1-1-1,-1 0 1,0-1 0,0 0 0,-18 1 0,-7 3 3,-326 38 40,-8-21-33,236-15-13,-290 15 3,-823 54 15,1074-65-3,141-14 0,28-2-8,13-1-1,33-7 4,84-14 0,278-22-8,15 20-3,-200 14 3,-141 9 1,517-27 6,-404 30-9,211 25 0,-389-21 0,121 17 9,-117-15-9,0 1-1,0 0 1,0 1-1,-1 1 1,17 9-1,-32-15 1,1 1 0,-1-1-1,0 1 1,0-1 0,0 1-1,0 0 1,0 0 0,0 0-1,2 4 1,-4-6 0,1 1-1,-1 0 1,0-1-1,1 1 1,-1 0 0,0-1-1,0 1 1,1 0 0,-1-1-1,0 1 1,0 0 0,0 0-1,0-1 1,0 1-1,0 0 1,0 0 0,0-1-1,0 1 1,-1 0 0,1-1-1,0 1 1,0 0-1,-1 0 1,1-1 0,0 1-1,-1-1 1,1 1 0,0 0-1,-1-1 1,1 1 0,-1-1-1,1 1 1,-2 0-1,-2 2 5,0-1 0,0 1 1,-1-1-1,1 0 0,-1 0 0,1-1 0,-1 0 0,-9 2 0,-51 5 26,50-6-25,-449 9 76,374-11-83,-1171-7 24,1213 7-23,-112-3 3,111-3 10,38 0 0,14-1-3,22-5 6,46-6-1,0 2-1,79-6 1,-116 17-13,1298-97 22,-1076 106-21,-209-1-3,-1 2 0,0 2 0,59 17 0,-96-21 0,0 0 0,-1 1 0,1-1 0,-1 2 0,12 6 0,-19-10 0,0 0 0,0-1 0,0 1 0,0 0 0,0 0 0,0 0 0,0-1 0,0 1 1,0 0-1,0 0 0,0 1 0,0-1 0,-1 0 0,1 0 0,-1 0 0,1 0 0,-1 1 0,1-1 0,-1 0 0,1 1 0,-1-1 0,0 0 0,0 0 1,0 1-1,0-1 0,0 0 0,0 1 0,0-1 0,0 0 0,-1 1 0,1-1 0,0 0 0,-1 1 0,1-1 0,-1 0 0,1 0 0,-1 0 1,0 1-1,1-1 0,-1 0 0,-2 2 0,0 0 2,-1 1 0,0-1 0,0 1 0,0-1 0,0-1 0,-1 1 0,1 0 0,-1-1 0,-6 3-1,-51 12 20,52-15-19,-79 17 10,-109 7 0,-97-6 6,203-16-17,-56 4 0,-515 48 6,624-50-6,36-4 5,8 0-5,13 0-1,414-31 32,-281 13-33,266-27 7,2 26-3,-412 17-3,83 4 0,-80-3 0,0 1 0,0 0 0,-1 0 0,1 1 0,-1 0 0,16 8 0,-24-11 0,0 0 0,-1 1 0,1-1 0,0 0 0,-1 1 0,1-1 0,0 0 0,-1 1 0,1-1 0,-1 1 0,1-1 0,0 1 0,-1-1 0,1 1 0,-1-1 0,0 1 0,1-1 0,-1 1 0,1 0 0,-1-1 0,0 1 0,0 0 0,1-1 0,-1 1 0,0 0 0,0-1 0,0 1 0,0 0 0,0 0 0,0-1 0,0 1 0,0 0 0,0-1 0,0 1 0,0 0 0,0 0 0,0-1 0,-1 1 0,1 0 0,0-1 0,-1 1 0,1 0 0,0-1 0,-1 1 0,1-1 0,-1 1 0,1 0 0,-1-1 0,1 1 0,-1-1 0,1 0 0,-1 1 0,1-1 0,-1 1 0,0-1 0,0 1 0,-16 5 4,0 0-1,0-1 1,0 0-1,-1-1 1,-22 1 0,-99 11 9,-141-2 0,-145-19-8,231 0 9,78 2-1,103-1-11,13 4-2,0 0 0,0-1 0,0 1 0,0 0 0,0 0 0,0-1 1,0 1-1,0 0 0,0-1 0,0 1 0,0 0 0,0 0 0,0-1 1,0 1-1,0 0 0,1 0 0,-1-1 0,0 1 0,0 0 0,0 0 1,1-1-1,-1 1 0,0 0 0,0 0 0,0 0 0,1 0 0,-1-1 1,0 1-1,0 0 0,1 0 0,-1 0 0,0 0 0,1 0 0,-1 0 0,0 0 1,0 0-1,1 0 0,33-9 7,342-34 26,-170 24-24,384-79 7,-584 96-16,20-3 0,-10 1 0,1 1 0,0 0 0,-1 1 0,1 1 0,33 2 0,-49 1 1,-8 2-1,-15 4-3,-357 52-8,374-59 11,-25 2 3,-188 28 10,172-22-10,1 2-1,-74 27 1,168-49 31,-6 2-28,374-107 15,-382 106-21,157-43 0,-142 42 0,96-9 0,-132 19 0,-9 0 0,0 0-1,1 0 1,-1 1 0,0 0 0,1 0 0,-1 1-1,0-1 1,1 1 0,-1 0 0,0 0-1,0 1 1,0 0 0,0-1 0,0 2-1,9 4 1,-13-6-1,1 0 1,-1 1-1,0-1 0,1 1 0,-1-1 0,0 0 0,0 1 1,0 0-1,0-1 0,0 1 0,0 0 0,0-1 0,-1 1 1,1 0-1,-1 0 0,1 0 0,-1 0 0,1-1 0,-1 1 1,0 0-1,0 3 0,-1-2 0,0 1 1,0-1-1,0 0 0,0 0 1,0 0-1,-1 0 1,1 0-1,-1 0 0,0 0 1,0 0-1,-3 3 1,-3 3-1,-1-1 1,0 0 0,0 0 0,-1-1 0,-20 12 0,1-5 2,-1-1 1,0-2 0,-1-1-1,-34 7 1,-131 17 15,152-28-17,-27 6 2,-82 9 0,123-18-2,0-1-1,-60-6 1,83 3-1,1 0 1,-1 0 0,1-1 0,0 0 0,-8-3 0,13 5-1,0-1 1,0 1-1,0-1 1,0 1-1,0-1 1,0 1-1,0-1 1,0 1 0,1-1-1,-1 0 1,0 1-1,0-1 1,1 0-1,-1 0 1,0 0-1,1 0 1,-1 0-1,1 1 1,-1-1 0,1 0-1,0 0 1,-1 0-1,1 0 1,0 0-1,0 0 1,-1 0-1,1 0 1,0-1-1,0 1 1,0 0 0,0 0-1,0 0 1,1 0-1,-1 0 1,0 0-1,0 0 1,1 0-1,-1 0 1,1 0-1,-1 0 1,1-1 0,3-3 0,-1 1 0,1-1 1,0 0-1,0 1 1,0 0-1,1 0 1,0 1-1,-1-1 1,1 1-1,7-4 1,10-4-1,27-9 0,-41 16-1,64-22 0,1 2 0,1 4 0,0 3 0,1 3 0,93-5 0,-157 19 0,63-2 0,-68 2 0,1 1 0,-1 0 0,0 0 0,1 0 0,-1 0-1,0 1 1,0 0 0,9 5 0,-14-7 0,-1 1 0,1-1-1,0 1 1,-1 0 0,1-1 0,0 1 0,-1 0 0,1 0-1,-1-1 1,1 1 0,-1 0 0,0 0 0,1 0 0,-1 0 0,0 0-1,1-1 1,-1 1 0,0 0 0,0 0 0,0 0 0,0 0-1,0 0 1,0 0 0,0 0 0,0 0 0,0 0 0,0 0-1,-1-1 1,1 1 0,0 0 0,-1 0 0,1 0 0,0 0 0,-1-1-1,1 1 1,-1 0 0,1 0 0,-1-1 0,0 1 0,1 0-1,-2 0 1,-9 6 0,0-1 0,-1 0 0,0-1 0,0 0 0,-23 5 0,-43 9 1,-1-3-1,-1-4 0,0-3 0,-96-2 1,174-7-1,-27 1 2,1-1 0,-1-2 0,1-1 0,-47-10 0,73 13-1,1 0-1,0 0 0,-1-1 0,1 1 1,0 0-1,0-1 0,-1 1 1,1-1-1,0 0 0,0 1 0,0-1 1,-1 0-1,1 0 0,0 0 1,0 0-1,0 0 0,1 0 1,-1 0-1,0 0 0,0 0 0,-1-2 1,2 2-1,0 0 0,1 0 1,-1 0-1,0 0 0,0 0 1,1 0-1,-1 0 0,0 0 0,1 0 1,-1 0-1,1 1 0,-1-1 1,1 0-1,0 0 0,-1 0 0,1 1 1,0-1-1,-1 0 0,1 1 1,0-1-1,1 0 0,8-6 2,0 2 0,-1-1-1,22-7 1,58-15-2,127-23 0,-173 42 0,9-3 0,78-14 0,-107 22 0,1 2 0,-1 0 0,32 3 0,-50-1-1,0 1 0,0-1 0,-1 1-1,1 1 1,0-1 0,-1 0 0,1 1 0,-1 0-1,5 3 1,-8-5 1,-1 1 0,1-1-1,0 1 1,0 0 0,-1-1 0,1 1-1,0 0 1,-1 0 0,1 0 0,-1-1-1,1 1 1,-1 0 0,1 0 0,-1 0-1,0 0 1,1 0 0,-1 0-1,0 0 1,0 0 0,0 0 0,1 0-1,-1 0 1,0 0 0,0 0 0,-1 0-1,1 0 1,0 0 0,0 0-1,0 0 1,-1 0 0,1 0 0,0 0-1,-1-1 1,1 1 0,-1 0 0,1 0-1,-1 0 1,0 0 0,1-1 0,-1 1-1,0 0 1,1-1 0,-1 1-1,-1 0 1,-4 6 0,-1-1 0,0 1 0,-1-2 0,1 1 0,-1-1 0,0 0 0,-15 6 0,-69 21 0,61-22 0,-61 17 5,-163 25-1,-102-10 9,198-26-11,88-8 0,-92 12 4,226-38 36,360-57-27,7 32-1,-309 32-13,-91 8 0,-8 0 0,1 1 0,-1 1 0,0 0 0,1 2 0,31 5 0,-53-6-1,0 1 0,1-1 0,-1 0 0,0 1 0,0-1 0,1 1 0,-1 0 0,0-1 0,0 1 0,0 0 0,2 1 0,-3-1 0,0-1 0,0 0 0,0 1 0,0-1 0,1 1-1,-1-1 1,0 0 0,0 1 0,0-1 0,0 1 0,0-1 0,-1 1-1,1-1 1,0 0 0,0 1 0,0-1 0,0 1 0,0-1 0,0 0-1,-1 1 1,1-1 0,0 1 0,0-1 0,-1 0 0,1 1 0,0-1 0,-1 0-1,1 0 1,0 1 0,-1-1 0,1 0 0,0 0 0,-1 1 0,1-1-1,0 0 1,-1 0 0,1 0 0,-1 0 0,1 1 0,-1-1 0,-15 7-1,0-1 1,-1 0 0,0-1 0,-28 4-1,-304 37 11,-7-26 3,254-16-12,62-2-1,-668 12 46,705-14-46,-51-6 4,53 6-4,-1 0 1,1 0-1,0-1 1,-1 1-1,1-1 1,0 1 0,-1-1-1,1 0 1,0 0-1,-1 1 1,0-3-1,2 3 1,-1 0-1,1-1 1,0 1-1,0-1 1,0 1-1,-1 0 1,1-1 0,0 1-1,0-1 1,0 1-1,0-1 1,0 1-1,0-1 1,0 1-1,0 0 1,0-1-1,0 1 1,0-1-1,0 1 1,0-1-1,0 1 1,1-1 0,-1 1-1,0 0 1,0-1-1,0 1 1,1-1-1,-1 1 1,0 0-1,1-1 1,-1 1-1,0 0 1,0-1-1,1 1 1,2-3 1,-1 1 1,1 0 0,-1 0-1,1 0 1,0 0-1,0 0 1,0 1-1,0-1 1,5-1-1,73-23 17,132-24-1,-157 38-19,115-25 2,319-65 5,3 22 2,-464 77-7,13-3-1,1 2 0,83 2 0,-124 2 0,1 0 0,0 1 0,-1-1 0,1 1 0,-1-1 0,1 1 0,-1 0 0,3 1 0,-5-2 0,1 0 0,-1 0 0,0 0 0,0 1 0,0-1 0,1 0 0,-1 0 0,0 0 0,0 0 0,0 1 0,1-1 0,-1 0 1,0 0-1,0 1 0,0-1 0,0 0 0,0 0 0,0 1 0,0-1 0,1 0 0,-1 0 0,0 1 0,0-1 0,0 0 0,0 0 1,0 1-1,0-1 0,0 0 0,0 0 0,0 1 0,-1-1 0,1 0 0,0 1 0,0-1 0,0 0 0,0 0 0,0 0 0,0 1 1,0-1-1,-1 0 0,1 0 0,0 1 0,-4 2 2,0 0 0,0 0 1,-1 0-1,1 0 0,-1-1 0,1 0 1,-1 0-1,-6 2 0,-62 20 30,-1-4 0,-114 16-1,153-30-22,-718 84 93,-3-47-70,523-32-23,114-4-7,-256 2 12,294-15 12,76 5-22,0 0 0,0 0 0,0 0 0,1-1 0,-6-1 0,9 2-4,1 1 1,-1 0-1,1 0 1,-1-1 0,1 1-1,0 0 1,-1 0-1,1-1 1,-1 1-1,1 0 1,0-1-1,-1 1 1,1-1-1,-1 1 1,1-1-1,0 1 1,0-1 0,-1 1-1,1-1 1,0 1-1,0-1 1,0 1-1,0-1 1,-1 1-1,1-1 1,0 1-1,0-1 1,0 1-1,0-1 1,0 1 0,0-1-1,0 1 1,0-1-1,1 0 1,-1 1-1,0-1 1,0 1-1,0-1 1,1 1-1,-1-1 1,0 1-1,0 0 1,1-1-1,-1 1 1,0-1 0,1 1-1,-1-1 1,1 1-1,-1 0 1,1-1-1,-1 1 1,1-1-1,6-4 6,-1 0-1,1 1 0,0 0 1,0 0-1,0 0 0,15-5 1,63-17 13,-81 25-18,496-108 29,17 35-18,608-1-4,-1082 74-8,122 3 0,-125 0 0,1 3 0,39 10 0,-68-13 0,-1 1 0,0 1 0,12 5 0,-21-9 0,-1 1 0,0 0 0,1-1 0,-1 1 0,0 0 0,0 0 0,0 0 0,1 0 0,-1 0 0,0 0 0,0 0 0,-1 0-1,1 1 1,0-1 0,0 0 0,0 1 0,0 2 0,-1-3 0,0 0 1,0 0-1,0 0 0,0 0 0,0 0 1,0 0-1,0 0 0,-1 0 0,1 0 1,0 0-1,-1 0 0,1 0 0,-1 0 1,1-1-1,-1 1 0,1 0 0,-1 0 1,0 0-1,1 0 0,-1-1 0,0 1 1,0 0-1,1-1 0,-1 1 0,0-1 1,-1 2-1,-8 3 5,0 0 0,0 0 1,0-1-1,-19 6 0,-58 11 15,-288 35 52,-17-29-37,313-23-30,-41 3-3,-871 44 19,-5-38-8,933-14-12,-216-11 2,238 8-1,1-2-1,0-1 1,1-2 0,-65-25-1,99 32 1,-3-1 1,1 0 0,-1-1 0,-12-8 0,19 11-3,0 1 1,0-1-1,0 0 1,0 1-1,0-1 1,1 0-1,-1 0 0,0 0 1,0 0-1,1 0 1,-1 0-1,0 0 1,1 0-1,-1 0 1,1 0-1,-1 0 0,1 0 1,0 0-1,-1-1 1,1 1-1,0 0 1,0 0-1,0 0 1,0-1-1,0 1 0,0 0 1,0 0-1,0 0 1,0 0-1,1-1 1,-1 1-1,1-2 0,1 0 1,0 1 0,0 0 0,0-1-1,0 1 1,0 0 0,1 0-1,-1 0 1,1 0 0,-1 1 0,1-1-1,-1 1 1,1 0 0,0-1-1,6 0 1,24-9 8,46-8-1,231-26-3,6 26-6,-298 18 1,475-14 4,599 57 0,-989-33-4,0 5 0,168 44 0,-254-53 0,-6-2 0,0 0 0,0 0 0,0 1 0,0 1 0,0 0 0,-1 0 0,0 1 0,0 0 0,14 13 0,-22-18 0,0 0 0,-1 1 0,1-1 0,-1 1 0,1 0 0,-1-1 0,0 1 0,0 0 0,1 0 0,-1 0-1,-1 0 1,1 0 0,1 2 0,-2-2 0,-1-1 1,1 0-1,0 0 0,-1 1 0,1-1 1,0 0-1,-1 0 0,0 0 0,1 0 1,-1 0-1,0 0 0,1 0 0,-1 0 1,0 0-1,0 0 0,0 0 0,0 0 1,0 0-1,0-1 0,0 1 0,0 0 1,0-1-1,0 1 0,0-1 0,0 1 1,-2 0-1,-7 3 5,0 0 0,-1 0 0,1-1 0,-1 0 0,-13 2 0,-63 3 13,80-8-17,-866 4 43,28-41-30,237 9-15,488 24 2,-277-19 1,377 20 3,-36-7 1,40 1-2,16 9-4,0 0 0,0-1 0,0 1 0,0 0 0,0 0 0,0-1 0,0 1 0,0 0 1,-1 0-1,1-1 0,1 1 0,-1 0 0,0 0 0,0-1 0,0 1 0,0 0 0,0 0 1,0-1-1,0 1 0,0 0 0,0 0 0,0 0 0,0-1 0,1 1 0,-1 0 1,0 0-1,0 0 0,0-1 0,0 1 0,1 0 0,-1 0 0,0 0 0,0 0 0,1-1 1,-1 1-1,4-2 2,1 0 0,0 0 0,-1 0 0,1 0 0,5 0 0,61-12 17,110-7 0,477-17 3,11 24-19,-370 9-3,1054-27 0,-1191 32 20,-141 3-17,-17 1-1,-13 0 5,-32 4 10,-76 4 1,111-12-17,-740 45 26,239-17-20,450-24-6,-1036 87 0,1027-84 1,1 3 1,-97 29 0,145-34-1,1 1 0,-18 9 0,33-15-2,-1 1 0,1 0 1,0-1-1,-1 1 0,1 0 0,0 0 0,0 0 0,0 0 0,0 0 1,0 0-1,0 0 0,0 0 0,0 0 0,0 1 0,1-1 0,-1 0 1,0 1-1,1-1 0,-2 3 0,3-3 0,-1 0 0,0 0 1,1 0-1,-1 0 0,1 0 0,-1 0 1,1 0-1,0 0 0,-1 0 0,1 0 1,0 0-1,0 0 0,0-1 0,0 1 0,-1 0 1,1-1-1,0 1 0,0 0 0,0-1 1,0 1-1,0-1 0,1 1 0,-1-1 1,0 0-1,0 1 0,0-1 0,2 0 1,37 8 5,1-1 1,0-3 0,43 0 0,-69-4-5,671-9 22,5-52-15,-249 4-7,-101 11-2,-137 31 1,-196 15 1,0 0-1,0 1 1,13 2 0,-12 1 2,-9-4-4,0 0 1,0 1-1,0-1 0,0 0 0,0 0 0,0 0 1,0 0-1,0 0 0,0 1 0,0-1 0,0 0 1,0 0-1,0 0 0,0 0 0,0 1 0,0-1 1,0 0-1,0 0 0,0 0 0,0 0 0,0 0 1,0 0-1,0 1 0,-1-1 0,1 0 0,0 0 1,0 0-1,0 0 0,0 0 0,0 0 0,0 0 1,0 0-1,-1 1 0,1-1 0,0 0 0,0 0 1,0 0-1,0 0 0,0 0 0,-1 0 0,1 0 1,0 0-1,-16 5 13,0-1 1,0-1-1,0-1 1,-33 2 0,28-3-6,-593 28 89,404-21-93,-838 12 10,563-14-10,433-5-2,-95 3 28,352-12 7,580-25-18,-424 14-13,385 9-4,-594 12-2,226 34 0,-353-33 0,0 1 0,-1 2 0,1 0 0,-1 2 0,28 13 0,-50-21 0,0 1 0,0 0 0,1 0 1,-1 0-1,-1 0 0,1 1 0,0-1 1,0 1-1,0-1 0,-1 1 0,1-1 1,0 1-1,-1 0 0,0 0 0,1 0 1,-1 0-1,0 0 0,0 0 1,0 0-1,0 0 0,0 3 0,-1-4 1,0 0-1,0 0 0,0 0 0,-1 0 1,1 0-1,0 0 0,-1 0 1,1 0-1,-1 0 0,1 0 1,-1 0-1,1 0 0,-1 0 0,0 0 1,1 0-1,-1 0 0,0-1 1,-1 2-1,-1 1 1,-1-1 0,0 0-1,0 1 1,0-1 0,1-1 0,-8 3 0,-33 7 8,-1-2 0,1-2 0,-55 1 0,-403 10 12,-11-25-15,-942-39 3,1404 44-8,-191-14 6,173 4 0,53 5-1,16 7-6,0 0 0,0 0 0,0 0 0,-1 0 0,1 0 0,0 0 0,0 0 1,0-1-1,0 1 0,0 0 0,0 0 0,0 0 0,0 0 0,0 0 0,0-1 1,0 1-1,0 0 0,0 0 0,-1 0 0,1 0 0,0 0 0,0-1 0,0 1 1,0 0-1,0 0 0,1 0 0,-1 0 0,0-1 0,0 1 0,0 0 1,0 0-1,0 0 0,0 0 0,0 0 0,0 0 0,0-1 0,0 1 0,0 0 1,0 0-1,0 0 0,1 0 0,-1 0 0,0 0 0,0 0 0,0-1 0,3 0 2,1-1 0,-1 1 0,0-1-1,1 1 1,-1 0 0,6-1 0,54-8 9,105-3 0,417 6-2,-191 5-8,236-14 5,453-3-4,-1012 19-2,83 12 0,-144-11 0,1 1 0,-1 0 0,15 6 0,-24-8 0,-1 0 0,1 0 0,0 0 0,-1 1 0,1-1 0,0 0 0,-1 1 0,1-1 1,0 0-1,-1 1 0,1-1 0,-1 1 0,1-1 0,0 1 0,-1-1 0,1 1 0,-1-1 1,0 1-1,1-1 0,-1 1 0,1 0 0,-1-1 0,0 1 0,0 0 0,1-1 0,-1 1 0,0 0 1,0 0-1,0-1 0,0 1 0,0 0 0,0 1 0,0-1 1,-1 0 0,0 1-1,0-1 1,0 0 0,0 0-1,-1 0 1,1 0 0,0 0-1,0 0 1,-1 0 0,1-1-1,0 1 1,-1 0 0,1-1 0,-1 1-1,1-1 1,-4 1 0,-37 7 9,-2-1 1,-79 1-1,120-8-9,-948-4 27,630-4-24,-111 3-2,-295-7 5,679 10 2,42 0 1,11-1 0,13-3-3,-1 1-1,1 1 1,21-3-1,11-1 0,509-83 15,-130 23-15,-43 3 1,133-24-6,-492 82 3,-27 7-4,-1 0 0,1 0 0,0 0 0,0 0 0,0 0 1,0 0-1,0 0 0,0-1 0,0 1 0,0 0 0,0 0 0,0 0 0,0 0 0,0 0 0,0 0 0,-1 0 0,1 0 0,0 0 0,0 0 0,0 0 0,0 0 0,0 0 0,0 0 0,0 0 0,0 0 0,0-1 0,0 1 0,0 0 0,0 0 0,0 0 0,0 0 0,0 0 0,0 0 0,0 0 0,0 0 0,0 0 0,0 0 0,0 0 0,0-1 0,0 1 0,0 0 0,0 0 0,0 0 0,0 0 1,0 0-1,0 0 0,0 0 0,0 0 0,0 0 0,1 0 0,-1 0 0,0 0 0,0 0 0,0 0 0,0 0 0,0-1 0,0 1 0,0 0 0,0 0 0,0 0 0,0 0 0,0 0 0,0 0 0,0 0 0,1 0 0,-20-2 1,-192 3 0,204 0-1,-871 50 21,673-26-21,1 9-1,-252 76 1,316-63-355,19-2-288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DD7B4E-A931-4E48-A545-0C156347CC46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0995D4-C630-4D1E-A120-C0B9FB85BA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758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995D4-C630-4D1E-A120-C0B9FB85BAB5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67198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995D4-C630-4D1E-A120-C0B9FB85BAB5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66526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995D4-C630-4D1E-A120-C0B9FB85BAB5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1855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995D4-C630-4D1E-A120-C0B9FB85BAB5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17996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995D4-C630-4D1E-A120-C0B9FB85BAB5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95166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995D4-C630-4D1E-A120-C0B9FB85BAB5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67954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995D4-C630-4D1E-A120-C0B9FB85BAB5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67218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995D4-C630-4D1E-A120-C0B9FB85BAB5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99394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995D4-C630-4D1E-A120-C0B9FB85BAB5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68835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995D4-C630-4D1E-A120-C0B9FB85BAB5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08027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995D4-C630-4D1E-A120-C0B9FB85BAB5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15565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995D4-C630-4D1E-A120-C0B9FB85BAB5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16225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995D4-C630-4D1E-A120-C0B9FB85BAB5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25438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995D4-C630-4D1E-A120-C0B9FB85BAB5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3388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995D4-C630-4D1E-A120-C0B9FB85BAB5}" type="slidenum">
              <a:rPr lang="en-IN" smtClean="0"/>
              <a:t>39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3947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995D4-C630-4D1E-A120-C0B9FB85BAB5}" type="slidenum">
              <a:rPr lang="en-IN" smtClean="0"/>
              <a:t>40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05283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995D4-C630-4D1E-A120-C0B9FB85BAB5}" type="slidenum">
              <a:rPr lang="en-IN" smtClean="0"/>
              <a:t>41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400392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995D4-C630-4D1E-A120-C0B9FB85BAB5}" type="slidenum">
              <a:rPr lang="en-IN" smtClean="0"/>
              <a:t>42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129161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995D4-C630-4D1E-A120-C0B9FB85BAB5}" type="slidenum">
              <a:rPr lang="en-IN" smtClean="0"/>
              <a:t>55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413653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995D4-C630-4D1E-A120-C0B9FB85BAB5}" type="slidenum">
              <a:rPr lang="en-IN" smtClean="0"/>
              <a:t>56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101155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995D4-C630-4D1E-A120-C0B9FB85BAB5}" type="slidenum">
              <a:rPr lang="en-IN" smtClean="0"/>
              <a:t>57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22482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W/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MHE Official Background, fixe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46105" y="2099014"/>
            <a:ext cx="3863458" cy="3863458"/>
            <a:chOff x="331115" y="2099014"/>
            <a:chExt cx="3863458" cy="3863458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D9DDEA9-6897-2B48-BA6A-9075880AA615}"/>
                </a:ext>
              </a:extLst>
            </p:cNvPr>
            <p:cNvSpPr/>
            <p:nvPr userDrawn="1"/>
          </p:nvSpPr>
          <p:spPr>
            <a:xfrm>
              <a:off x="331115" y="2099014"/>
              <a:ext cx="3863458" cy="3863458"/>
            </a:xfrm>
            <a:prstGeom prst="rect">
              <a:avLst/>
            </a:prstGeom>
            <a:solidFill>
              <a:srgbClr val="720F11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2AD1ADE-6D88-5C48-9EEF-7E081C733011}"/>
                </a:ext>
              </a:extLst>
            </p:cNvPr>
            <p:cNvSpPr/>
            <p:nvPr userDrawn="1"/>
          </p:nvSpPr>
          <p:spPr>
            <a:xfrm>
              <a:off x="467612" y="2368353"/>
              <a:ext cx="3457621" cy="3457621"/>
            </a:xfrm>
            <a:prstGeom prst="rect">
              <a:avLst/>
            </a:prstGeom>
            <a:solidFill>
              <a:srgbClr val="9F2241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FE6DE48-1064-2849-AF2D-2E29711B1885}"/>
                </a:ext>
              </a:extLst>
            </p:cNvPr>
            <p:cNvSpPr/>
            <p:nvPr userDrawn="1"/>
          </p:nvSpPr>
          <p:spPr>
            <a:xfrm>
              <a:off x="599258" y="2898475"/>
              <a:ext cx="2793799" cy="2792652"/>
            </a:xfrm>
            <a:prstGeom prst="rect">
              <a:avLst/>
            </a:prstGeom>
            <a:solidFill>
              <a:srgbClr val="E21A23"/>
            </a:solidFill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" name="Title"/>
          <p:cNvSpPr>
            <a:spLocks noGrp="1"/>
          </p:cNvSpPr>
          <p:nvPr>
            <p:ph type="ctrTitle" hasCustomPrompt="1"/>
          </p:nvPr>
        </p:nvSpPr>
        <p:spPr>
          <a:xfrm>
            <a:off x="621792" y="3140014"/>
            <a:ext cx="2788920" cy="115766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2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621792" y="4261103"/>
            <a:ext cx="2788920" cy="61282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</a:t>
            </a:r>
          </a:p>
        </p:txBody>
      </p:sp>
      <p:cxnSp>
        <p:nvCxnSpPr>
          <p:cNvPr id="9" name="MHE line separating subtitles from text">
            <a:extLst>
              <a:ext uri="{FF2B5EF4-FFF2-40B4-BE49-F238E27FC236}">
                <a16:creationId xmlns:a16="http://schemas.microsoft.com/office/drawing/2014/main" id="{EC86C884-D766-9149-B40E-B86A943DE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3232" y="4919472"/>
            <a:ext cx="2532888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621792" y="5093208"/>
            <a:ext cx="2788920" cy="576185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1200" b="1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Extra Text</a:t>
            </a:r>
          </a:p>
        </p:txBody>
      </p:sp>
      <p:sp>
        <p:nvSpPr>
          <p:cNvPr id="3" name="Cover Placeholder">
            <a:extLst>
              <a:ext uri="{FF2B5EF4-FFF2-40B4-BE49-F238E27FC236}">
                <a16:creationId xmlns:a16="http://schemas.microsoft.com/office/drawing/2014/main" id="{67C61915-1FDF-4DF1-95F4-8BAC894B4DC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572000" y="1450229"/>
            <a:ext cx="4229100" cy="497645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Optional: Include Cover Here</a:t>
            </a:r>
          </a:p>
        </p:txBody>
      </p:sp>
      <p:sp>
        <p:nvSpPr>
          <p:cNvPr id="2" name="Long Copyright">
            <a:extLst>
              <a:ext uri="{FF2B5EF4-FFF2-40B4-BE49-F238E27FC236}">
                <a16:creationId xmlns:a16="http://schemas.microsoft.com/office/drawing/2014/main" id="{8AC4EEC4-5547-4185-92E7-A6CAF888043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0" y="6478438"/>
            <a:ext cx="9144000" cy="374266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pPr defTabSz="457200">
              <a:spcBef>
                <a:spcPct val="20000"/>
              </a:spcBef>
              <a:defRPr/>
            </a:pPr>
            <a:r>
              <a:rPr lang="en-US" dirty="0"/>
              <a:t>© &lt; add the year&gt; McGraw Hill. All rights reserved. Authorized only for instructor use in the classroom.</a:t>
            </a:r>
          </a:p>
          <a:p>
            <a:pPr defTabSz="457200">
              <a:spcBef>
                <a:spcPct val="20000"/>
              </a:spcBef>
              <a:defRPr/>
            </a:pPr>
            <a:r>
              <a:rPr lang="en-US" dirty="0"/>
              <a:t>No reproduction or further distribution permitted without the prior written consent of McGraw Hill.</a:t>
            </a:r>
          </a:p>
        </p:txBody>
      </p:sp>
    </p:spTree>
    <p:extLst>
      <p:ext uri="{BB962C8B-B14F-4D97-AF65-F5344CB8AC3E}">
        <p14:creationId xmlns:p14="http://schemas.microsoft.com/office/powerpoint/2010/main" val="10016559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7">
          <p15:clr>
            <a:srgbClr val="FBAE40"/>
          </p15:clr>
        </p15:guide>
        <p15:guide id="2" orient="horz" pos="410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W/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MHE Altered Background, fixed">
            <a:extLst>
              <a:ext uri="{FF2B5EF4-FFF2-40B4-BE49-F238E27FC236}">
                <a16:creationId xmlns:a16="http://schemas.microsoft.com/office/drawing/2014/main" id="{E2D8ACCF-E5FC-4FE9-9E84-B2A0A6B1EE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42900" y="2095500"/>
            <a:ext cx="3886199" cy="3886199"/>
            <a:chOff x="342900" y="2095500"/>
            <a:chExt cx="3886199" cy="388619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2AD1ADE-6D88-5C48-9EEF-7E081C733011}"/>
                </a:ext>
              </a:extLst>
            </p:cNvPr>
            <p:cNvSpPr/>
            <p:nvPr userDrawn="1"/>
          </p:nvSpPr>
          <p:spPr>
            <a:xfrm>
              <a:off x="342900" y="2095500"/>
              <a:ext cx="3886199" cy="3886199"/>
            </a:xfrm>
            <a:prstGeom prst="rect">
              <a:avLst/>
            </a:prstGeom>
            <a:solidFill>
              <a:srgbClr val="9F2241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FE6DE48-1064-2849-AF2D-2E29711B1885}"/>
                </a:ext>
              </a:extLst>
            </p:cNvPr>
            <p:cNvSpPr/>
            <p:nvPr userDrawn="1"/>
          </p:nvSpPr>
          <p:spPr>
            <a:xfrm>
              <a:off x="495300" y="2362200"/>
              <a:ext cx="3429000" cy="3467100"/>
            </a:xfrm>
            <a:prstGeom prst="rect">
              <a:avLst/>
            </a:prstGeom>
            <a:solidFill>
              <a:srgbClr val="E21A23"/>
            </a:solidFill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" name="Title"/>
          <p:cNvSpPr>
            <a:spLocks noGrp="1"/>
          </p:cNvSpPr>
          <p:nvPr userDrawn="1">
            <p:ph type="ctrTitle" hasCustomPrompt="1"/>
          </p:nvPr>
        </p:nvSpPr>
        <p:spPr>
          <a:xfrm>
            <a:off x="621792" y="2608290"/>
            <a:ext cx="3035808" cy="1394084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2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ubtitle"/>
          <p:cNvSpPr>
            <a:spLocks noGrp="1"/>
          </p:cNvSpPr>
          <p:nvPr userDrawn="1">
            <p:ph type="subTitle" idx="1" hasCustomPrompt="1"/>
          </p:nvPr>
        </p:nvSpPr>
        <p:spPr>
          <a:xfrm>
            <a:off x="621792" y="4069830"/>
            <a:ext cx="3035808" cy="80409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</a:t>
            </a:r>
          </a:p>
        </p:txBody>
      </p:sp>
      <p:cxnSp>
        <p:nvCxnSpPr>
          <p:cNvPr id="9" name="MHE line separating subtitles from text">
            <a:extLst>
              <a:ext uri="{FF2B5EF4-FFF2-40B4-BE49-F238E27FC236}">
                <a16:creationId xmlns:a16="http://schemas.microsoft.com/office/drawing/2014/main" id="{EC86C884-D766-9149-B40E-B86A943DE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3232" y="4919472"/>
            <a:ext cx="2532888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Placeholder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21791" y="5096656"/>
            <a:ext cx="3043303" cy="56962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1200" b="1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Extra Text</a:t>
            </a:r>
          </a:p>
        </p:txBody>
      </p:sp>
      <p:sp>
        <p:nvSpPr>
          <p:cNvPr id="3" name="Cover Placeholder">
            <a:extLst>
              <a:ext uri="{FF2B5EF4-FFF2-40B4-BE49-F238E27FC236}">
                <a16:creationId xmlns:a16="http://schemas.microsoft.com/office/drawing/2014/main" id="{67C61915-1FDF-4DF1-95F4-8BAC894B4DC1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4572000" y="1450229"/>
            <a:ext cx="4229100" cy="497645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Optional: Include Cover Here</a:t>
            </a:r>
          </a:p>
        </p:txBody>
      </p:sp>
      <p:sp>
        <p:nvSpPr>
          <p:cNvPr id="2" name="Long Copyright">
            <a:extLst>
              <a:ext uri="{FF2B5EF4-FFF2-40B4-BE49-F238E27FC236}">
                <a16:creationId xmlns:a16="http://schemas.microsoft.com/office/drawing/2014/main" id="{F4607C07-D864-4A1A-8061-D12997CC50C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pPr defTabSz="457200">
              <a:spcBef>
                <a:spcPct val="20000"/>
              </a:spcBef>
              <a:defRPr/>
            </a:pPr>
            <a:r>
              <a:rPr lang="en-US" dirty="0"/>
              <a:t>© &lt; add the year&gt; McGraw Hill. All rights reserved. Authorized only for instructor use in the classroom.</a:t>
            </a:r>
          </a:p>
          <a:p>
            <a:pPr defTabSz="457200">
              <a:spcBef>
                <a:spcPct val="20000"/>
              </a:spcBef>
              <a:defRPr/>
            </a:pPr>
            <a:r>
              <a:rPr lang="en-US" dirty="0"/>
              <a:t>No reproduction or further distribution permitted without the prior written consent of McGraw Hill.</a:t>
            </a:r>
          </a:p>
        </p:txBody>
      </p:sp>
    </p:spTree>
    <p:extLst>
      <p:ext uri="{BB962C8B-B14F-4D97-AF65-F5344CB8AC3E}">
        <p14:creationId xmlns:p14="http://schemas.microsoft.com/office/powerpoint/2010/main" val="24890689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20">
          <p15:clr>
            <a:srgbClr val="FBAE40"/>
          </p15:clr>
        </p15:guide>
        <p15:guide id="2" orient="horz" pos="3768">
          <p15:clr>
            <a:srgbClr val="FBAE40"/>
          </p15:clr>
        </p15:guide>
        <p15:guide id="3" pos="2664">
          <p15:clr>
            <a:srgbClr val="FBAE40"/>
          </p15:clr>
        </p15:guide>
        <p15:guide id="4" pos="2880">
          <p15:clr>
            <a:srgbClr val="FBAE40"/>
          </p15:clr>
        </p15:guide>
        <p15:guide id="5" pos="2472">
          <p15:clr>
            <a:srgbClr val="FBAE40"/>
          </p15:clr>
        </p15:guide>
        <p15:guide id="6" pos="312">
          <p15:clr>
            <a:srgbClr val="FBAE40"/>
          </p15:clr>
        </p15:guide>
        <p15:guide id="7" orient="horz" pos="1488">
          <p15:clr>
            <a:srgbClr val="FBAE40"/>
          </p15:clr>
        </p15:guide>
        <p15:guide id="8" orient="horz" pos="367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NO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MHE Official Background, fixe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452559"/>
            <a:ext cx="9144000" cy="4982750"/>
            <a:chOff x="0" y="1521567"/>
            <a:chExt cx="9144000" cy="4846438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3FD8DC8-1EF1-6B48-9F31-D9D254F85818}"/>
                </a:ext>
              </a:extLst>
            </p:cNvPr>
            <p:cNvSpPr/>
            <p:nvPr userDrawn="1"/>
          </p:nvSpPr>
          <p:spPr>
            <a:xfrm>
              <a:off x="0" y="1521567"/>
              <a:ext cx="9144000" cy="4846438"/>
            </a:xfrm>
            <a:prstGeom prst="rect">
              <a:avLst/>
            </a:prstGeom>
            <a:solidFill>
              <a:srgbClr val="720F11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500492E-5EBE-C745-8EEE-F17D4BB4582E}"/>
                </a:ext>
              </a:extLst>
            </p:cNvPr>
            <p:cNvSpPr/>
            <p:nvPr userDrawn="1"/>
          </p:nvSpPr>
          <p:spPr>
            <a:xfrm>
              <a:off x="185629" y="2001422"/>
              <a:ext cx="8493233" cy="4166364"/>
            </a:xfrm>
            <a:prstGeom prst="rect">
              <a:avLst/>
            </a:prstGeom>
            <a:solidFill>
              <a:srgbClr val="9F2241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D976C39-0B94-D44F-9108-A52DD0916B5A}"/>
                </a:ext>
              </a:extLst>
            </p:cNvPr>
            <p:cNvSpPr/>
            <p:nvPr userDrawn="1"/>
          </p:nvSpPr>
          <p:spPr>
            <a:xfrm>
              <a:off x="364385" y="2475809"/>
              <a:ext cx="7858340" cy="3513221"/>
            </a:xfrm>
            <a:prstGeom prst="rect">
              <a:avLst/>
            </a:prstGeom>
            <a:solidFill>
              <a:srgbClr val="E21A23"/>
            </a:solidFill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"/>
          <p:cNvSpPr>
            <a:spLocks noGrp="1"/>
          </p:cNvSpPr>
          <p:nvPr userDrawn="1">
            <p:ph type="ctrTitle"/>
          </p:nvPr>
        </p:nvSpPr>
        <p:spPr>
          <a:xfrm>
            <a:off x="777240" y="2985555"/>
            <a:ext cx="6521640" cy="873214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2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782058" y="3986784"/>
            <a:ext cx="4297680" cy="51758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21" name="MHE line separating subtitles from text">
            <a:extLst>
              <a:ext uri="{FF2B5EF4-FFF2-40B4-BE49-F238E27FC236}">
                <a16:creationId xmlns:a16="http://schemas.microsoft.com/office/drawing/2014/main" id="{EC86C884-D766-9149-B40E-B86A943DE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7202" y="4650037"/>
            <a:ext cx="357478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 Placeholder"/>
          <p:cNvSpPr>
            <a:spLocks noGrp="1"/>
          </p:cNvSpPr>
          <p:nvPr>
            <p:ph type="body" sz="quarter" idx="10"/>
          </p:nvPr>
        </p:nvSpPr>
        <p:spPr>
          <a:xfrm>
            <a:off x="777240" y="4718304"/>
            <a:ext cx="4443413" cy="576185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Long Copyright">
            <a:extLst>
              <a:ext uri="{FF2B5EF4-FFF2-40B4-BE49-F238E27FC236}">
                <a16:creationId xmlns:a16="http://schemas.microsoft.com/office/drawing/2014/main" id="{54514DA3-A928-4CD1-BFAE-B5DF399C4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87064"/>
            <a:ext cx="9144000" cy="370935"/>
          </a:xfrm>
        </p:spPr>
        <p:txBody>
          <a:bodyPr/>
          <a:lstStyle>
            <a:lvl1pPr algn="ctr">
              <a:defRPr/>
            </a:lvl1pPr>
          </a:lstStyle>
          <a:p>
            <a:pPr defTabSz="457200">
              <a:spcBef>
                <a:spcPct val="20000"/>
              </a:spcBef>
              <a:defRPr/>
            </a:pPr>
            <a:r>
              <a:rPr lang="en-US" dirty="0"/>
              <a:t>© &lt; add the year&gt; McGraw Hill. All rights reserved. Authorized only for instructor use in the classroom.</a:t>
            </a:r>
          </a:p>
          <a:p>
            <a:pPr defTabSz="457200">
              <a:spcBef>
                <a:spcPct val="20000"/>
              </a:spcBef>
              <a:defRPr/>
            </a:pPr>
            <a:r>
              <a:rPr lang="en-US" dirty="0"/>
              <a:t>No reproduction or further distribution permitted without the prior written consent of McGraw Hill.</a:t>
            </a:r>
          </a:p>
        </p:txBody>
      </p:sp>
    </p:spTree>
    <p:extLst>
      <p:ext uri="{BB962C8B-B14F-4D97-AF65-F5344CB8AC3E}">
        <p14:creationId xmlns:p14="http://schemas.microsoft.com/office/powerpoint/2010/main" val="3806434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9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NO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MHE altered Background, fixed">
            <a:extLst>
              <a:ext uri="{FF2B5EF4-FFF2-40B4-BE49-F238E27FC236}">
                <a16:creationId xmlns:a16="http://schemas.microsoft.com/office/drawing/2014/main" id="{7A14A7A9-A9D7-4A08-A24F-4D1C1F4C29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446366"/>
            <a:ext cx="9143999" cy="4991100"/>
            <a:chOff x="0" y="1524000"/>
            <a:chExt cx="9143999" cy="49911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500492E-5EBE-C745-8EEE-F17D4BB4582E}"/>
                </a:ext>
              </a:extLst>
            </p:cNvPr>
            <p:cNvSpPr/>
            <p:nvPr userDrawn="1"/>
          </p:nvSpPr>
          <p:spPr>
            <a:xfrm>
              <a:off x="0" y="1524000"/>
              <a:ext cx="9143999" cy="4991100"/>
            </a:xfrm>
            <a:prstGeom prst="rect">
              <a:avLst/>
            </a:prstGeom>
            <a:solidFill>
              <a:srgbClr val="9F2241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D976C39-0B94-D44F-9108-A52DD0916B5A}"/>
                </a:ext>
              </a:extLst>
            </p:cNvPr>
            <p:cNvSpPr/>
            <p:nvPr userDrawn="1"/>
          </p:nvSpPr>
          <p:spPr>
            <a:xfrm>
              <a:off x="190500" y="2019300"/>
              <a:ext cx="8496300" cy="4267200"/>
            </a:xfrm>
            <a:prstGeom prst="rect">
              <a:avLst/>
            </a:prstGeom>
            <a:solidFill>
              <a:srgbClr val="E21A23"/>
            </a:solidFill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"/>
          <p:cNvSpPr>
            <a:spLocks noGrp="1"/>
          </p:cNvSpPr>
          <p:nvPr userDrawn="1">
            <p:ph type="ctrTitle"/>
          </p:nvPr>
        </p:nvSpPr>
        <p:spPr>
          <a:xfrm>
            <a:off x="567378" y="2593298"/>
            <a:ext cx="6980170" cy="1130559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2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"/>
          <p:cNvSpPr>
            <a:spLocks noGrp="1"/>
          </p:cNvSpPr>
          <p:nvPr userDrawn="1">
            <p:ph type="subTitle" idx="1"/>
          </p:nvPr>
        </p:nvSpPr>
        <p:spPr>
          <a:xfrm>
            <a:off x="567378" y="3807503"/>
            <a:ext cx="4542020" cy="71935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21" name="MHE line separating subtitles from text">
            <a:extLst>
              <a:ext uri="{FF2B5EF4-FFF2-40B4-BE49-F238E27FC236}">
                <a16:creationId xmlns:a16="http://schemas.microsoft.com/office/drawing/2014/main" id="{EC86C884-D766-9149-B40E-B86A943DE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02310" y="4665027"/>
            <a:ext cx="357478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 Placeholder"/>
          <p:cNvSpPr>
            <a:spLocks noGrp="1"/>
          </p:cNvSpPr>
          <p:nvPr userDrawn="1">
            <p:ph type="body" sz="quarter" idx="10"/>
          </p:nvPr>
        </p:nvSpPr>
        <p:spPr>
          <a:xfrm>
            <a:off x="567378" y="4770769"/>
            <a:ext cx="4443413" cy="576185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Long Copyright">
            <a:extLst>
              <a:ext uri="{FF2B5EF4-FFF2-40B4-BE49-F238E27FC236}">
                <a16:creationId xmlns:a16="http://schemas.microsoft.com/office/drawing/2014/main" id="{54514DA3-A928-4CD1-BFAE-B5DF399C4B36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>
          <a:xfrm>
            <a:off x="0" y="6487064"/>
            <a:ext cx="9144000" cy="370935"/>
          </a:xfrm>
        </p:spPr>
        <p:txBody>
          <a:bodyPr/>
          <a:lstStyle>
            <a:lvl1pPr algn="ctr">
              <a:defRPr/>
            </a:lvl1pPr>
          </a:lstStyle>
          <a:p>
            <a:pPr defTabSz="457200">
              <a:spcBef>
                <a:spcPct val="20000"/>
              </a:spcBef>
              <a:defRPr/>
            </a:pPr>
            <a:r>
              <a:rPr lang="en-US" dirty="0"/>
              <a:t>© &lt; add the year&gt; McGraw Hill. All rights reserved. Authorized only for instructor use in the classroom.</a:t>
            </a:r>
          </a:p>
          <a:p>
            <a:pPr defTabSz="457200">
              <a:spcBef>
                <a:spcPct val="20000"/>
              </a:spcBef>
              <a:defRPr/>
            </a:pPr>
            <a:r>
              <a:rPr lang="en-US" dirty="0"/>
              <a:t>No reproduction or further distribution permitted without the prior written consent of McGraw Hill.</a:t>
            </a:r>
          </a:p>
        </p:txBody>
      </p:sp>
    </p:spTree>
    <p:extLst>
      <p:ext uri="{BB962C8B-B14F-4D97-AF65-F5344CB8AC3E}">
        <p14:creationId xmlns:p14="http://schemas.microsoft.com/office/powerpoint/2010/main" val="1233895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  <p15:guide id="2" orient="horz" pos="3960">
          <p15:clr>
            <a:srgbClr val="FBAE40"/>
          </p15:clr>
        </p15:guide>
        <p15:guide id="3" pos="120">
          <p15:clr>
            <a:srgbClr val="FBAE40"/>
          </p15:clr>
        </p15:guide>
        <p15:guide id="4" pos="5472">
          <p15:clr>
            <a:srgbClr val="FBAE40"/>
          </p15:clr>
        </p15:guide>
        <p15:guide id="5" orient="horz" pos="226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Main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276709"/>
            <a:ext cx="8458200" cy="497169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Appendix Link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9347" y="6324600"/>
            <a:ext cx="2405307" cy="190500"/>
          </a:xfrm>
        </p:spPr>
        <p:txBody>
          <a:bodyPr anchor="b">
            <a:noAutofit/>
          </a:bodyPr>
          <a:lstStyle>
            <a:lvl1pPr algn="ctr">
              <a:defRPr sz="900"/>
            </a:lvl1pPr>
          </a:lstStyle>
          <a:p>
            <a:pPr lvl="0"/>
            <a:r>
              <a:rPr lang="en-US" dirty="0"/>
              <a:t>Add text alternative link, if needed.</a:t>
            </a:r>
          </a:p>
        </p:txBody>
      </p:sp>
      <p:sp>
        <p:nvSpPr>
          <p:cNvPr id="9" name="Image Credit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2099" y="6684963"/>
            <a:ext cx="6972301" cy="173037"/>
          </a:xfrm>
        </p:spPr>
        <p:txBody>
          <a:bodyPr anchor="ctr">
            <a:noAutofit/>
          </a:bodyPr>
          <a:lstStyle>
            <a:lvl1pPr algn="r"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algn="r">
              <a:defRPr sz="900"/>
            </a:lvl2pPr>
            <a:lvl3pPr algn="r">
              <a:defRPr sz="900"/>
            </a:lvl3pPr>
            <a:lvl4pPr algn="r">
              <a:defRPr sz="900"/>
            </a:lvl4pPr>
            <a:lvl5pPr algn="r">
              <a:defRPr sz="900"/>
            </a:lvl5pPr>
          </a:lstStyle>
          <a:p>
            <a:pPr lvl="0"/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0858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  <p15:guide id="2" orient="horz" pos="360" userDrawn="1">
          <p15:clr>
            <a:srgbClr val="FBAE40"/>
          </p15:clr>
        </p15:guide>
        <p15:guide id="3" pos="264" userDrawn="1">
          <p15:clr>
            <a:srgbClr val="FBAE40"/>
          </p15:clr>
        </p15:guide>
        <p15:guide id="4" orient="horz" pos="216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Horizontal Main Placehol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276709"/>
            <a:ext cx="8458200" cy="2838091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600"/>
            </a:lvl2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2D170F-7AF9-40BB-A11B-08474DF5C3A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42900" y="4343400"/>
            <a:ext cx="8458200" cy="1905000"/>
          </a:xfrm>
        </p:spPr>
        <p:txBody>
          <a:bodyPr/>
          <a:lstStyle>
            <a:lvl1pPr>
              <a:defRPr sz="2800"/>
            </a:lvl1pPr>
            <a:lvl2pPr>
              <a:defRPr sz="2600"/>
            </a:lvl2pPr>
            <a:lvl4pPr marL="455613" indent="0">
              <a:buNone/>
              <a:defRPr/>
            </a:lvl4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Appendix Link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9564" y="6324600"/>
            <a:ext cx="2404872" cy="190500"/>
          </a:xfrm>
        </p:spPr>
        <p:txBody>
          <a:bodyPr anchor="b">
            <a:noAutofit/>
          </a:bodyPr>
          <a:lstStyle>
            <a:lvl1pPr algn="ctr">
              <a:defRPr sz="900"/>
            </a:lvl1pPr>
          </a:lstStyle>
          <a:p>
            <a:pPr lvl="0"/>
            <a:r>
              <a:rPr lang="en-US" dirty="0"/>
              <a:t>Add text alternative link, if needed.</a:t>
            </a:r>
          </a:p>
        </p:txBody>
      </p:sp>
      <p:sp>
        <p:nvSpPr>
          <p:cNvPr id="9" name="Image Credit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2100" y="6684963"/>
            <a:ext cx="6972300" cy="173037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800" dirty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 algn="r"/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9330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 userDrawn="1">
          <p15:clr>
            <a:srgbClr val="FBAE40"/>
          </p15:clr>
        </p15:guide>
        <p15:guide id="2" orient="horz" pos="273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mparison Placehol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276709"/>
            <a:ext cx="4076700" cy="497169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2D170F-7AF9-40BB-A11B-08474DF5C3A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724400" y="1257300"/>
            <a:ext cx="4076700" cy="49911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Appendix Link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9564" y="6324600"/>
            <a:ext cx="2404872" cy="190500"/>
          </a:xfrm>
        </p:spPr>
        <p:txBody>
          <a:bodyPr anchor="b">
            <a:noAutofit/>
          </a:bodyPr>
          <a:lstStyle>
            <a:lvl1pPr algn="ctr">
              <a:defRPr sz="900"/>
            </a:lvl1pPr>
          </a:lstStyle>
          <a:p>
            <a:pPr lvl="0"/>
            <a:r>
              <a:rPr lang="en-US" dirty="0"/>
              <a:t>Add text alternative link, if needed.</a:t>
            </a:r>
          </a:p>
        </p:txBody>
      </p:sp>
      <p:sp>
        <p:nvSpPr>
          <p:cNvPr id="9" name="Image Credit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2099" y="6684963"/>
            <a:ext cx="6972301" cy="173037"/>
          </a:xfrm>
        </p:spPr>
        <p:txBody>
          <a:bodyPr anchor="ctr">
            <a:noAutofit/>
          </a:bodyPr>
          <a:lstStyle>
            <a:lvl1pPr algn="r"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algn="r">
              <a:defRPr sz="900"/>
            </a:lvl2pPr>
            <a:lvl3pPr algn="r">
              <a:defRPr sz="900"/>
            </a:lvl3pPr>
            <a:lvl4pPr algn="r">
              <a:defRPr sz="900"/>
            </a:lvl4pPr>
            <a:lvl5pPr algn="r">
              <a:defRPr sz="900"/>
            </a:lvl5pPr>
          </a:lstStyle>
          <a:p>
            <a:pPr lvl="0"/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8157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orient="horz" pos="2736">
          <p15:clr>
            <a:srgbClr val="FBAE40"/>
          </p15:clr>
        </p15:guide>
        <p15:guide id="3" pos="2880">
          <p15:clr>
            <a:srgbClr val="FBAE40"/>
          </p15:clr>
        </p15:guide>
        <p15:guide id="4" pos="2976">
          <p15:clr>
            <a:srgbClr val="FBAE40"/>
          </p15:clr>
        </p15:guide>
        <p15:guide id="5" pos="278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Main One Second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276709"/>
            <a:ext cx="5791200" cy="497169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2D170F-7AF9-40BB-A11B-08474DF5C3A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18052" y="1257300"/>
            <a:ext cx="2383047" cy="49911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Appendix Link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9564" y="6324600"/>
            <a:ext cx="2404872" cy="190500"/>
          </a:xfrm>
        </p:spPr>
        <p:txBody>
          <a:bodyPr anchor="b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 sz="900"/>
            </a:lvl1pPr>
          </a:lstStyle>
          <a:p>
            <a:pPr lvl="0"/>
            <a:r>
              <a:rPr lang="en-US" dirty="0"/>
              <a:t>Add text alternative link, if needed.</a:t>
            </a:r>
          </a:p>
        </p:txBody>
      </p:sp>
      <p:sp>
        <p:nvSpPr>
          <p:cNvPr id="9" name="Image Credit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2101" y="6684963"/>
            <a:ext cx="6972299" cy="173037"/>
          </a:xfrm>
        </p:spPr>
        <p:txBody>
          <a:bodyPr anchor="ctr">
            <a:noAutofit/>
          </a:bodyPr>
          <a:lstStyle>
            <a:lvl1pPr algn="r"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algn="r">
              <a:defRPr sz="900"/>
            </a:lvl2pPr>
            <a:lvl3pPr algn="r">
              <a:defRPr sz="900"/>
            </a:lvl3pPr>
            <a:lvl4pPr algn="r">
              <a:defRPr sz="900"/>
            </a:lvl4pPr>
            <a:lvl5pPr algn="r">
              <a:defRPr sz="900"/>
            </a:lvl5pPr>
          </a:lstStyle>
          <a:p>
            <a:pPr lvl="0"/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9627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orient="horz" pos="2736">
          <p15:clr>
            <a:srgbClr val="FBAE40"/>
          </p15:clr>
        </p15:guide>
        <p15:guide id="4" pos="4032" userDrawn="1">
          <p15:clr>
            <a:srgbClr val="FBAE40"/>
          </p15:clr>
        </p15:guide>
        <p15:guide id="5" pos="3864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with Third as Acc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276709"/>
            <a:ext cx="8458200" cy="283809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2D170F-7AF9-40BB-A11B-08474DF5C3A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42901" y="4343400"/>
            <a:ext cx="5791200" cy="1905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22432755-BCF5-451F-968D-CFFD10D87BE2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400800" y="4343400"/>
            <a:ext cx="2400300" cy="1905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3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Appendix Link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9564" y="6324600"/>
            <a:ext cx="2404872" cy="190500"/>
          </a:xfrm>
        </p:spPr>
        <p:txBody>
          <a:bodyPr anchor="b">
            <a:noAutofit/>
          </a:bodyPr>
          <a:lstStyle>
            <a:lvl1pPr algn="ctr">
              <a:defRPr sz="900"/>
            </a:lvl1pPr>
          </a:lstStyle>
          <a:p>
            <a:pPr lvl="0"/>
            <a:r>
              <a:rPr lang="en-US" dirty="0"/>
              <a:t>Add text alternative link, if needed.</a:t>
            </a:r>
          </a:p>
        </p:txBody>
      </p:sp>
      <p:sp>
        <p:nvSpPr>
          <p:cNvPr id="9" name="Image Credit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2101" y="6684963"/>
            <a:ext cx="6972299" cy="173037"/>
          </a:xfrm>
        </p:spPr>
        <p:txBody>
          <a:bodyPr anchor="ctr">
            <a:noAutofit/>
          </a:bodyPr>
          <a:lstStyle>
            <a:lvl1pPr algn="r"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algn="r">
              <a:defRPr sz="900"/>
            </a:lvl2pPr>
            <a:lvl3pPr algn="r">
              <a:defRPr sz="900"/>
            </a:lvl3pPr>
            <a:lvl4pPr algn="r">
              <a:defRPr sz="900"/>
            </a:lvl4pPr>
            <a:lvl5pPr algn="r">
              <a:defRPr sz="900"/>
            </a:lvl5pPr>
          </a:lstStyle>
          <a:p>
            <a:pPr lvl="0"/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0055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orient="horz" pos="2736">
          <p15:clr>
            <a:srgbClr val="FBAE40"/>
          </p15:clr>
        </p15:guide>
        <p15:guide id="4" pos="4032">
          <p15:clr>
            <a:srgbClr val="FBAE40"/>
          </p15:clr>
        </p15:guide>
        <p15:guide id="5" pos="386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Main Placehol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276710"/>
            <a:ext cx="8458200" cy="61247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2D170F-7AF9-40BB-A11B-08474DF5C3A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42900" y="2070496"/>
            <a:ext cx="8458200" cy="64913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3356A590-66B5-4770-8441-82DC031F56EA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42900" y="2900944"/>
            <a:ext cx="8458200" cy="6731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3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30BD29E5-BD7B-4CD0-9B09-8F8B24F89FBE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342900" y="3755354"/>
            <a:ext cx="8458200" cy="6985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4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E908CA92-5DB2-4DC0-937B-1B178AA9178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42900" y="4635164"/>
            <a:ext cx="8458200" cy="6985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5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5" name="Content Placeholder 6">
            <a:extLst>
              <a:ext uri="{FF2B5EF4-FFF2-40B4-BE49-F238E27FC236}">
                <a16:creationId xmlns:a16="http://schemas.microsoft.com/office/drawing/2014/main" id="{8B728CCD-2639-461B-9841-57505AC13467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42900" y="5514975"/>
            <a:ext cx="8458200" cy="7334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6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Appendix Link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9564" y="6324600"/>
            <a:ext cx="2404872" cy="190500"/>
          </a:xfrm>
        </p:spPr>
        <p:txBody>
          <a:bodyPr anchor="b">
            <a:noAutofit/>
          </a:bodyPr>
          <a:lstStyle>
            <a:lvl1pPr algn="ctr">
              <a:defRPr sz="900"/>
            </a:lvl1pPr>
          </a:lstStyle>
          <a:p>
            <a:pPr lvl="0"/>
            <a:r>
              <a:rPr lang="en-US" dirty="0"/>
              <a:t>Add text alternative link, if needed.</a:t>
            </a:r>
          </a:p>
        </p:txBody>
      </p:sp>
      <p:sp>
        <p:nvSpPr>
          <p:cNvPr id="9" name="Image Credit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2101" y="6684963"/>
            <a:ext cx="6972299" cy="173037"/>
          </a:xfrm>
        </p:spPr>
        <p:txBody>
          <a:bodyPr anchor="ctr">
            <a:noAutofit/>
          </a:bodyPr>
          <a:lstStyle>
            <a:lvl1pPr algn="r"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algn="r">
              <a:defRPr sz="900"/>
            </a:lvl2pPr>
            <a:lvl3pPr algn="r">
              <a:defRPr sz="900"/>
            </a:lvl3pPr>
            <a:lvl4pPr algn="r">
              <a:defRPr sz="900"/>
            </a:lvl4pPr>
            <a:lvl5pPr algn="r">
              <a:defRPr sz="900"/>
            </a:lvl5pPr>
          </a:lstStyle>
          <a:p>
            <a:pPr lvl="0"/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614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orient="horz" pos="2736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 W/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MHE Altered Background, fixed">
            <a:extLst>
              <a:ext uri="{FF2B5EF4-FFF2-40B4-BE49-F238E27FC236}">
                <a16:creationId xmlns:a16="http://schemas.microsoft.com/office/drawing/2014/main" id="{E2D8ACCF-E5FC-4FE9-9E84-B2A0A6B1EE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42900" y="2095500"/>
            <a:ext cx="3886199" cy="3886199"/>
            <a:chOff x="342900" y="2095500"/>
            <a:chExt cx="3886199" cy="388619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2AD1ADE-6D88-5C48-9EEF-7E081C733011}"/>
                </a:ext>
              </a:extLst>
            </p:cNvPr>
            <p:cNvSpPr/>
            <p:nvPr userDrawn="1"/>
          </p:nvSpPr>
          <p:spPr>
            <a:xfrm>
              <a:off x="342900" y="2095500"/>
              <a:ext cx="3886199" cy="3886199"/>
            </a:xfrm>
            <a:prstGeom prst="rect">
              <a:avLst/>
            </a:prstGeom>
            <a:solidFill>
              <a:srgbClr val="9F2241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FE6DE48-1064-2849-AF2D-2E29711B1885}"/>
                </a:ext>
              </a:extLst>
            </p:cNvPr>
            <p:cNvSpPr/>
            <p:nvPr userDrawn="1"/>
          </p:nvSpPr>
          <p:spPr>
            <a:xfrm>
              <a:off x="495300" y="2362200"/>
              <a:ext cx="3429000" cy="3467100"/>
            </a:xfrm>
            <a:prstGeom prst="rect">
              <a:avLst/>
            </a:prstGeom>
            <a:solidFill>
              <a:srgbClr val="E21A23"/>
            </a:solidFill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" name="Title"/>
          <p:cNvSpPr>
            <a:spLocks noGrp="1"/>
          </p:cNvSpPr>
          <p:nvPr userDrawn="1">
            <p:ph type="ctrTitle" hasCustomPrompt="1"/>
          </p:nvPr>
        </p:nvSpPr>
        <p:spPr>
          <a:xfrm>
            <a:off x="621792" y="2608290"/>
            <a:ext cx="3035808" cy="1394084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2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ubtitle"/>
          <p:cNvSpPr>
            <a:spLocks noGrp="1"/>
          </p:cNvSpPr>
          <p:nvPr userDrawn="1">
            <p:ph type="subTitle" idx="1" hasCustomPrompt="1"/>
          </p:nvPr>
        </p:nvSpPr>
        <p:spPr>
          <a:xfrm>
            <a:off x="621792" y="4069830"/>
            <a:ext cx="3035808" cy="80409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</a:t>
            </a:r>
          </a:p>
        </p:txBody>
      </p:sp>
      <p:cxnSp>
        <p:nvCxnSpPr>
          <p:cNvPr id="9" name="MHE line separating subtitles from text">
            <a:extLst>
              <a:ext uri="{FF2B5EF4-FFF2-40B4-BE49-F238E27FC236}">
                <a16:creationId xmlns:a16="http://schemas.microsoft.com/office/drawing/2014/main" id="{EC86C884-D766-9149-B40E-B86A943DE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3232" y="4919472"/>
            <a:ext cx="2532888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Placeholder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21791" y="5096656"/>
            <a:ext cx="3043303" cy="56962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1200" b="1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Extra Text</a:t>
            </a:r>
          </a:p>
        </p:txBody>
      </p:sp>
      <p:sp>
        <p:nvSpPr>
          <p:cNvPr id="3" name="Cover Placeholder">
            <a:extLst>
              <a:ext uri="{FF2B5EF4-FFF2-40B4-BE49-F238E27FC236}">
                <a16:creationId xmlns:a16="http://schemas.microsoft.com/office/drawing/2014/main" id="{67C61915-1FDF-4DF1-95F4-8BAC894B4DC1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4572000" y="1450229"/>
            <a:ext cx="4229100" cy="497645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Optional: Include Cover Here</a:t>
            </a:r>
          </a:p>
        </p:txBody>
      </p:sp>
      <p:sp>
        <p:nvSpPr>
          <p:cNvPr id="2" name="Long Copyright">
            <a:extLst>
              <a:ext uri="{FF2B5EF4-FFF2-40B4-BE49-F238E27FC236}">
                <a16:creationId xmlns:a16="http://schemas.microsoft.com/office/drawing/2014/main" id="{F4607C07-D864-4A1A-8061-D12997CC50C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pPr defTabSz="457200">
              <a:spcBef>
                <a:spcPct val="20000"/>
              </a:spcBef>
              <a:defRPr/>
            </a:pPr>
            <a:r>
              <a:rPr lang="en-US" dirty="0"/>
              <a:t>© &lt; add the year&gt; McGraw Hill. All rights reserved. Authorized only for instructor use in the classroom.</a:t>
            </a:r>
          </a:p>
          <a:p>
            <a:pPr defTabSz="457200">
              <a:spcBef>
                <a:spcPct val="20000"/>
              </a:spcBef>
              <a:defRPr/>
            </a:pPr>
            <a:r>
              <a:rPr lang="en-US" dirty="0"/>
              <a:t>No reproduction or further distribution permitted without the prior written consent of McGraw Hill.</a:t>
            </a:r>
          </a:p>
        </p:txBody>
      </p:sp>
    </p:spTree>
    <p:extLst>
      <p:ext uri="{BB962C8B-B14F-4D97-AF65-F5344CB8AC3E}">
        <p14:creationId xmlns:p14="http://schemas.microsoft.com/office/powerpoint/2010/main" val="19150898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20">
          <p15:clr>
            <a:srgbClr val="FBAE40"/>
          </p15:clr>
        </p15:guide>
        <p15:guide id="2" orient="horz" pos="3768">
          <p15:clr>
            <a:srgbClr val="FBAE40"/>
          </p15:clr>
        </p15:guide>
        <p15:guide id="3" pos="2664">
          <p15:clr>
            <a:srgbClr val="FBAE40"/>
          </p15:clr>
        </p15:guide>
        <p15:guide id="4" pos="2880">
          <p15:clr>
            <a:srgbClr val="FBAE40"/>
          </p15:clr>
        </p15:guide>
        <p15:guide id="5" pos="2472">
          <p15:clr>
            <a:srgbClr val="FBAE40"/>
          </p15:clr>
        </p15:guide>
        <p15:guide id="6" pos="312">
          <p15:clr>
            <a:srgbClr val="FBAE40"/>
          </p15:clr>
        </p15:guide>
        <p15:guide id="7" orient="horz" pos="1488">
          <p15:clr>
            <a:srgbClr val="FBAE40"/>
          </p15:clr>
        </p15:guide>
        <p15:guide id="8" orient="horz" pos="367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idden Slide Title">
            <a:extLst>
              <a:ext uri="{FF2B5EF4-FFF2-40B4-BE49-F238E27FC236}">
                <a16:creationId xmlns:a16="http://schemas.microsoft.com/office/drawing/2014/main" id="{D3229D0C-04EF-482F-B26C-8D49CD33DB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5949" y="418391"/>
            <a:ext cx="2292103" cy="29182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hidden title here </a:t>
            </a:r>
          </a:p>
        </p:txBody>
      </p:sp>
      <p:pic>
        <p:nvPicPr>
          <p:cNvPr id="6" name="MGH Logo">
            <a:extLst>
              <a:ext uri="{FF2B5EF4-FFF2-40B4-BE49-F238E27FC236}">
                <a16:creationId xmlns:a16="http://schemas.microsoft.com/office/drawing/2014/main" id="{60DCFDF5-2A5B-440E-888A-BC0BFEF9FF5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0211" y="1005697"/>
            <a:ext cx="2443579" cy="2443579"/>
          </a:xfrm>
          <a:prstGeom prst="rect">
            <a:avLst/>
          </a:prstGeom>
        </p:spPr>
      </p:pic>
      <p:sp>
        <p:nvSpPr>
          <p:cNvPr id="3" name="Long Copyright">
            <a:extLst>
              <a:ext uri="{FF2B5EF4-FFF2-40B4-BE49-F238E27FC236}">
                <a16:creationId xmlns:a16="http://schemas.microsoft.com/office/drawing/2014/main" id="{9AB572CE-E262-4FA6-8D47-02F068ADD1B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487064"/>
            <a:ext cx="9144000" cy="370936"/>
          </a:xfrm>
        </p:spPr>
        <p:txBody>
          <a:bodyPr/>
          <a:lstStyle>
            <a:lvl1pPr algn="ctr">
              <a:defRPr/>
            </a:lvl1pPr>
          </a:lstStyle>
          <a:p>
            <a:pPr defTabSz="457200">
              <a:spcBef>
                <a:spcPct val="20000"/>
              </a:spcBef>
              <a:defRPr/>
            </a:pPr>
            <a:r>
              <a:rPr lang="en-US" dirty="0"/>
              <a:t>© &lt; add the year&gt; McGraw Hill. All rights reserved. Authorized only for instructor use in the classroom.</a:t>
            </a:r>
          </a:p>
          <a:p>
            <a:pPr defTabSz="457200">
              <a:spcBef>
                <a:spcPct val="20000"/>
              </a:spcBef>
              <a:defRPr/>
            </a:pPr>
            <a:r>
              <a:rPr lang="en-US" dirty="0"/>
              <a:t>No reproduction or further distribution permitted without the prior written consent of McGraw Hill.</a:t>
            </a:r>
          </a:p>
        </p:txBody>
      </p:sp>
      <p:sp>
        <p:nvSpPr>
          <p:cNvPr id="9" name="MGH Tagline">
            <a:extLst>
              <a:ext uri="{FF2B5EF4-FFF2-40B4-BE49-F238E27FC236}">
                <a16:creationId xmlns:a16="http://schemas.microsoft.com/office/drawing/2014/main" id="{F040BF5C-A78D-440C-93DF-72F3F641F3F1}"/>
              </a:ext>
            </a:extLst>
          </p:cNvPr>
          <p:cNvSpPr txBox="1"/>
          <p:nvPr userDrawn="1"/>
        </p:nvSpPr>
        <p:spPr>
          <a:xfrm>
            <a:off x="1730746" y="3796682"/>
            <a:ext cx="5682508" cy="469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+mn-cs"/>
              </a:rPr>
              <a:t>Because learning changes everything.</a:t>
            </a:r>
            <a:r>
              <a:rPr kumimoji="0" lang="en-US" sz="1400" b="0" i="0" u="none" strike="noStrike" kern="1200" cap="none" spc="40" normalizeH="0" baseline="6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+mn-cs"/>
              </a:rPr>
              <a:t>®</a:t>
            </a:r>
            <a:endParaRPr kumimoji="0" lang="en-US" sz="2400" b="0" i="0" u="none" strike="noStrike" kern="1200" cap="none" spc="40" normalizeH="0" baseline="6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MGH URL">
            <a:extLst>
              <a:ext uri="{FF2B5EF4-FFF2-40B4-BE49-F238E27FC236}">
                <a16:creationId xmlns:a16="http://schemas.microsoft.com/office/drawing/2014/main" id="{2215B5DD-E18E-478F-81B9-79BA83A9A251}"/>
              </a:ext>
            </a:extLst>
          </p:cNvPr>
          <p:cNvSpPr txBox="1"/>
          <p:nvPr userDrawn="1"/>
        </p:nvSpPr>
        <p:spPr>
          <a:xfrm>
            <a:off x="3269085" y="5329121"/>
            <a:ext cx="26058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www.mheducation.com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43668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6CA9270-FD0E-4B64-B0D8-24095E6A29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899" y="2366309"/>
            <a:ext cx="7696919" cy="526936"/>
          </a:xfrm>
          <a:prstGeom prst="rect">
            <a:avLst/>
          </a:prstGeom>
        </p:spPr>
        <p:txBody>
          <a:bodyPr anchor="ctr"/>
          <a:lstStyle>
            <a:lvl1pPr>
              <a:defRPr/>
            </a:lvl1pPr>
          </a:lstStyle>
          <a:p>
            <a:r>
              <a:rPr lang="en-US" dirty="0"/>
              <a:t>Accessibility Content: Text Alternatives for Images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0B6E1DCB-9B8A-423D-B48B-2CCDE624B4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37202" y="6682314"/>
            <a:ext cx="342900" cy="143831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5710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sc.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C0136BE0-3F2D-44D5-B125-B7A30D2C8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450" y="117244"/>
            <a:ext cx="6065851" cy="73097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FA117DCA-6A6D-48B9-9002-DA1E4814BF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37202" y="6682314"/>
            <a:ext cx="342900" cy="143831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">
            <a:extLst>
              <a:ext uri="{FF2B5EF4-FFF2-40B4-BE49-F238E27FC236}">
                <a16:creationId xmlns:a16="http://schemas.microsoft.com/office/drawing/2014/main" id="{DA8444E8-1445-4AB7-85DD-90449330C00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973249"/>
            <a:ext cx="6477000" cy="4343400"/>
          </a:xfrm>
        </p:spPr>
        <p:txBody>
          <a:bodyPr/>
          <a:lstStyle>
            <a:lvl1pPr>
              <a:defRPr/>
            </a:lvl1pPr>
            <a:lvl2pPr marL="344488" indent="-342900">
              <a:buFont typeface="Arial" panose="020B0604020202020204" pitchFamily="34" charset="0"/>
              <a:buChar char="•"/>
              <a:defRPr/>
            </a:lvl2pPr>
            <a:lvl3pPr>
              <a:defRPr/>
            </a:lvl3pPr>
            <a:lvl4pPr>
              <a:defRPr/>
            </a:lvl4pPr>
          </a:lstStyle>
          <a:p>
            <a:pPr lvl="0"/>
            <a:r>
              <a:rPr lang="en-US" dirty="0"/>
              <a:t>Slide Content</a:t>
            </a:r>
          </a:p>
          <a:p>
            <a:pPr lvl="2"/>
            <a:r>
              <a:rPr lang="en-US" dirty="0"/>
              <a:t>Second level</a:t>
            </a:r>
          </a:p>
          <a:p>
            <a:pPr lvl="3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45416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-One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6" name="Return to main slide Link 1">
            <a:extLst>
              <a:ext uri="{FF2B5EF4-FFF2-40B4-BE49-F238E27FC236}">
                <a16:creationId xmlns:a16="http://schemas.microsoft.com/office/drawing/2014/main" id="{F538FEEA-434F-404A-8A40-5F717D6CB59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81587" y="1068234"/>
            <a:ext cx="2980826" cy="225425"/>
          </a:xfrm>
        </p:spPr>
        <p:txBody>
          <a:bodyPr anchor="ctr">
            <a:noAutofit/>
          </a:bodyPr>
          <a:lstStyle>
            <a:lvl1pPr algn="ctr">
              <a:defRPr sz="1200"/>
            </a:lvl1pPr>
          </a:lstStyle>
          <a:p>
            <a:pPr lvl="0"/>
            <a:r>
              <a:rPr lang="en-US" dirty="0"/>
              <a:t>Return to parent-slide containing images.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371601"/>
            <a:ext cx="8458200" cy="48768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Return to main slide Link 2">
            <a:extLst>
              <a:ext uri="{FF2B5EF4-FFF2-40B4-BE49-F238E27FC236}">
                <a16:creationId xmlns:a16="http://schemas.microsoft.com/office/drawing/2014/main" id="{D8AF3780-479B-4486-8AEE-B0E29BE2F87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092111" y="6350211"/>
            <a:ext cx="2959779" cy="228600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200" dirty="0"/>
            </a:lvl1pPr>
          </a:lstStyle>
          <a:p>
            <a:pPr lvl="0" algn="ctr"/>
            <a:r>
              <a:rPr lang="en-US" dirty="0"/>
              <a:t>Return to parent-slide containing images.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7028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orient="horz" pos="360">
          <p15:clr>
            <a:srgbClr val="FBAE40"/>
          </p15:clr>
        </p15:guide>
        <p15:guide id="3" pos="264">
          <p15:clr>
            <a:srgbClr val="FBAE4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-Two Comparison Placeholders With Identifi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9" name="Return to main slide Link 1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81528" y="1059828"/>
            <a:ext cx="2980944" cy="228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200" dirty="0"/>
            </a:lvl1pPr>
          </a:lstStyle>
          <a:p>
            <a:pPr lvl="0" algn="ctr"/>
            <a:r>
              <a:rPr lang="en-US" dirty="0"/>
              <a:t>Return to parent-slide containing images.</a:t>
            </a:r>
          </a:p>
        </p:txBody>
      </p:sp>
      <p:sp>
        <p:nvSpPr>
          <p:cNvPr id="8" name="Image Identifier 1">
            <a:extLst>
              <a:ext uri="{FF2B5EF4-FFF2-40B4-BE49-F238E27FC236}">
                <a16:creationId xmlns:a16="http://schemas.microsoft.com/office/drawing/2014/main" id="{C828D23C-A7ED-420E-B199-2D8CCF24D6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5125" y="1410562"/>
            <a:ext cx="4076700" cy="39211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Image Identifier 1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933303"/>
            <a:ext cx="4076700" cy="431509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Image Identifier 2">
            <a:extLst>
              <a:ext uri="{FF2B5EF4-FFF2-40B4-BE49-F238E27FC236}">
                <a16:creationId xmlns:a16="http://schemas.microsoft.com/office/drawing/2014/main" id="{7DBCEA22-E8D2-4B8A-B55C-3FFA6FAB31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15145" y="1410562"/>
            <a:ext cx="4078224" cy="39319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Image Identifier 2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2D170F-7AF9-40BB-A11B-08474DF5C3A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724400" y="1933303"/>
            <a:ext cx="4076700" cy="431509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Return to main slide Link 2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081528" y="6348550"/>
            <a:ext cx="2980944" cy="228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200" dirty="0"/>
            </a:lvl1pPr>
          </a:lstStyle>
          <a:p>
            <a:pPr lvl="0" algn="ctr"/>
            <a:r>
              <a:rPr lang="en-US" dirty="0"/>
              <a:t>Return to parent-slide containing images.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9332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orient="horz" pos="2736">
          <p15:clr>
            <a:srgbClr val="FBAE40"/>
          </p15:clr>
        </p15:guide>
        <p15:guide id="3" pos="2880">
          <p15:clr>
            <a:srgbClr val="FBAE40"/>
          </p15:clr>
        </p15:guide>
        <p15:guide id="4" pos="2976">
          <p15:clr>
            <a:srgbClr val="FBAE40"/>
          </p15:clr>
        </p15:guide>
        <p15:guide id="5" pos="278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2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MGH logo">
            <a:extLst>
              <a:ext uri="{FF2B5EF4-FFF2-40B4-BE49-F238E27FC236}">
                <a16:creationId xmlns:a16="http://schemas.microsoft.com/office/drawing/2014/main" id="{BF372B49-B6F5-4826-B4F8-2F8A4FFF889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106" y="283845"/>
            <a:ext cx="999514" cy="999514"/>
          </a:xfrm>
          <a:prstGeom prst="rect">
            <a:avLst/>
          </a:prstGeom>
        </p:spPr>
      </p:pic>
      <p:sp>
        <p:nvSpPr>
          <p:cNvPr id="3" name="MGH Tagline">
            <a:extLst>
              <a:ext uri="{FF2B5EF4-FFF2-40B4-BE49-F238E27FC236}">
                <a16:creationId xmlns:a16="http://schemas.microsoft.com/office/drawing/2014/main" id="{70E12349-CEA7-4006-B6E3-3E283BDBD258}"/>
              </a:ext>
            </a:extLst>
          </p:cNvPr>
          <p:cNvSpPr txBox="1"/>
          <p:nvPr userDrawn="1"/>
        </p:nvSpPr>
        <p:spPr>
          <a:xfrm>
            <a:off x="5060273" y="337349"/>
            <a:ext cx="3873993" cy="338554"/>
          </a:xfrm>
          <a:prstGeom prst="rect">
            <a:avLst/>
          </a:prstGeom>
          <a:noFill/>
        </p:spPr>
        <p:txBody>
          <a:bodyPr wrap="square" lIns="45720" rIns="4572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spc="4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Because learning changes everything.</a:t>
            </a:r>
            <a:r>
              <a:rPr lang="en-US" sz="1050" spc="40" baseline="600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®</a:t>
            </a:r>
            <a:endParaRPr lang="en-US" sz="1600" spc="40" baseline="60000" dirty="0"/>
          </a:p>
        </p:txBody>
      </p:sp>
      <p:sp>
        <p:nvSpPr>
          <p:cNvPr id="5" name="Long Copyright"/>
          <p:cNvSpPr>
            <a:spLocks noGrp="1"/>
          </p:cNvSpPr>
          <p:nvPr>
            <p:ph type="ftr" sz="quarter" idx="3"/>
          </p:nvPr>
        </p:nvSpPr>
        <p:spPr>
          <a:xfrm>
            <a:off x="0" y="6478439"/>
            <a:ext cx="9144000" cy="379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57200">
              <a:spcBef>
                <a:spcPct val="20000"/>
              </a:spcBef>
              <a:defRPr/>
            </a:pPr>
            <a:r>
              <a:rPr lang="en-US" dirty="0"/>
              <a:t>Add long copyright</a:t>
            </a:r>
          </a:p>
        </p:txBody>
      </p:sp>
      <p:sp>
        <p:nvSpPr>
          <p:cNvPr id="8" name="MGH Yellow Line">
            <a:extLst>
              <a:ext uri="{FF2B5EF4-FFF2-40B4-BE49-F238E27FC236}">
                <a16:creationId xmlns:a16="http://schemas.microsoft.com/office/drawing/2014/main" id="{86E6E250-D1F9-6444-A77C-4DC8C64A97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32547"/>
            <a:ext cx="9144000" cy="545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5458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Arial" panose="020B0604020202020204" pitchFamily="34" charset="0"/>
        <a:buNone/>
        <a:tabLst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230188" indent="-228600" algn="l" defTabSz="914400" rtl="0" eaLnBrk="1" latinLnBrk="0" hangingPunct="1">
        <a:lnSpc>
          <a:spcPct val="100000"/>
        </a:lnSpc>
        <a:spcBef>
          <a:spcPts val="800"/>
        </a:spcBef>
        <a:buClrTx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460375" indent="-22860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455613" indent="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" indent="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60">
          <p15:clr>
            <a:srgbClr val="F26B43"/>
          </p15:clr>
        </p15:guide>
        <p15:guide id="2" orient="horz" pos="192">
          <p15:clr>
            <a:srgbClr val="F26B43"/>
          </p15:clr>
        </p15:guide>
        <p15:guide id="5" pos="2880">
          <p15:clr>
            <a:srgbClr val="F26B43"/>
          </p15:clr>
        </p15:guide>
        <p15:guide id="6" pos="216">
          <p15:clr>
            <a:srgbClr val="F26B43"/>
          </p15:clr>
        </p15:guide>
        <p15:guide id="7" pos="5544">
          <p15:clr>
            <a:srgbClr val="F26B43"/>
          </p15:clr>
        </p15:guide>
        <p15:guide id="9" orient="horz" pos="4211">
          <p15:clr>
            <a:srgbClr val="F26B43"/>
          </p15:clr>
        </p15:guide>
        <p15:guide id="10" orient="horz" pos="960">
          <p15:clr>
            <a:srgbClr val="F26B43"/>
          </p15:clr>
        </p15:guide>
        <p15:guide id="11" orient="horz" pos="410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">
            <a:extLst>
              <a:ext uri="{FF2B5EF4-FFF2-40B4-BE49-F238E27FC236}">
                <a16:creationId xmlns:a16="http://schemas.microsoft.com/office/drawing/2014/main" id="{881C4C4E-EEEF-442A-AE3B-63C7E062F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136257"/>
            <a:ext cx="84582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Title goes here</a:t>
            </a:r>
          </a:p>
        </p:txBody>
      </p:sp>
      <p:sp>
        <p:nvSpPr>
          <p:cNvPr id="5" name="Text Placeholder">
            <a:extLst>
              <a:ext uri="{FF2B5EF4-FFF2-40B4-BE49-F238E27FC236}">
                <a16:creationId xmlns:a16="http://schemas.microsoft.com/office/drawing/2014/main" id="{4F2C87DD-ADFA-433D-B7C8-4E9E42BC9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2900" y="1273877"/>
            <a:ext cx="8458200" cy="49443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MGH Yellow Line">
            <a:extLst>
              <a:ext uri="{FF2B5EF4-FFF2-40B4-BE49-F238E27FC236}">
                <a16:creationId xmlns:a16="http://schemas.microsoft.com/office/drawing/2014/main" id="{86E6E250-D1F9-6444-A77C-4DC8C64A97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622319"/>
            <a:ext cx="9144000" cy="545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Short Copyright">
            <a:extLst>
              <a:ext uri="{FF2B5EF4-FFF2-40B4-BE49-F238E27FC236}">
                <a16:creationId xmlns:a16="http://schemas.microsoft.com/office/drawing/2014/main" id="{36838A37-515E-4F5C-BF9F-CE51891A9C27}"/>
              </a:ext>
            </a:extLst>
          </p:cNvPr>
          <p:cNvSpPr txBox="1"/>
          <p:nvPr userDrawn="1"/>
        </p:nvSpPr>
        <p:spPr>
          <a:xfrm>
            <a:off x="215658" y="6664280"/>
            <a:ext cx="1233578" cy="215444"/>
          </a:xfrm>
          <a:prstGeom prst="rect">
            <a:avLst/>
          </a:prstGeom>
          <a:noFill/>
        </p:spPr>
        <p:txBody>
          <a:bodyPr wrap="square" lIns="45720" rIns="45720" rtlCol="0" anchor="ctr">
            <a:spAutoFit/>
          </a:bodyPr>
          <a:lstStyle/>
          <a:p>
            <a:r>
              <a:rPr lang="en-US" sz="800" b="0" dirty="0">
                <a:solidFill>
                  <a:schemeClr val="tx1"/>
                </a:solidFill>
              </a:rPr>
              <a:t>© McGraw Hill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E14E55-7953-4C3C-81FD-F2FC44310182}"/>
              </a:ext>
            </a:extLst>
          </p:cNvPr>
          <p:cNvSpPr txBox="1"/>
          <p:nvPr userDrawn="1"/>
        </p:nvSpPr>
        <p:spPr>
          <a:xfrm>
            <a:off x="8631382" y="6639647"/>
            <a:ext cx="3602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53864CA9-ADCA-4554-9432-EA4A2FB55A34}" type="slidenum">
              <a:rPr lang="en-US" sz="1000" smtClean="0">
                <a:solidFill>
                  <a:schemeClr val="tx1"/>
                </a:solidFill>
                <a:latin typeface="+mn-lt"/>
                <a:ea typeface="MS PGothic" pitchFamily="34" charset="-128"/>
              </a:rPr>
              <a:pPr algn="r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sz="1000" dirty="0">
              <a:solidFill>
                <a:schemeClr val="tx1"/>
              </a:solidFill>
              <a:latin typeface="+mn-lt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81564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9" r:id="rId3"/>
    <p:sldLayoutId id="2147483695" r:id="rId4"/>
    <p:sldLayoutId id="2147483696" r:id="rId5"/>
    <p:sldLayoutId id="2147483697" r:id="rId6"/>
    <p:sldLayoutId id="2147483704" r:id="rId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Tx/>
        <a:buFont typeface="Arial" panose="020B0604020202020204" pitchFamily="34" charset="0"/>
        <a:buNone/>
        <a:tabLst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344488" indent="-3429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Tx/>
        <a:buFont typeface="Arial" panose="020B0604020202020204" pitchFamily="34" charset="0"/>
        <a:buChar char="•"/>
        <a:defRPr sz="2600" kern="1200">
          <a:solidFill>
            <a:schemeClr val="tx2"/>
          </a:solidFill>
          <a:latin typeface="+mn-lt"/>
          <a:ea typeface="+mn-ea"/>
          <a:cs typeface="+mn-cs"/>
        </a:defRPr>
      </a:lvl2pPr>
      <a:lvl3pPr marL="517525" indent="-28575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741363" indent="-28575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971550" indent="-28575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orient="horz" pos="192">
          <p15:clr>
            <a:srgbClr val="F26B43"/>
          </p15:clr>
        </p15:guide>
        <p15:guide id="6" pos="216">
          <p15:clr>
            <a:srgbClr val="F26B43"/>
          </p15:clr>
        </p15:guide>
        <p15:guide id="7" pos="5544">
          <p15:clr>
            <a:srgbClr val="F26B43"/>
          </p15:clr>
        </p15:guide>
        <p15:guide id="9" orient="horz" pos="4211">
          <p15:clr>
            <a:srgbClr val="F26B43"/>
          </p15:clr>
        </p15:guide>
        <p15:guide id="10" orient="horz" pos="624" userDrawn="1">
          <p15:clr>
            <a:srgbClr val="F26B43"/>
          </p15:clr>
        </p15:guide>
        <p15:guide id="11" orient="horz" pos="4104">
          <p15:clr>
            <a:srgbClr val="F26B43"/>
          </p15:clr>
        </p15:guide>
        <p15:guide id="12" orient="horz" pos="864" userDrawn="1">
          <p15:clr>
            <a:srgbClr val="F26B43"/>
          </p15:clr>
        </p15:guide>
        <p15:guide id="13" orient="horz" pos="360" userDrawn="1">
          <p15:clr>
            <a:srgbClr val="F26B43"/>
          </p15:clr>
        </p15:guide>
        <p15:guide id="14" orient="horz" pos="3936" userDrawn="1">
          <p15:clr>
            <a:srgbClr val="F26B43"/>
          </p15:clr>
        </p15:guide>
        <p15:guide id="15" pos="984" userDrawn="1">
          <p15:clr>
            <a:srgbClr val="F26B43"/>
          </p15:clr>
        </p15:guide>
        <p15:guide id="16" pos="5376" userDrawn="1">
          <p15:clr>
            <a:srgbClr val="F26B43"/>
          </p15:clr>
        </p15:guide>
        <p15:guide id="17" pos="264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495691"/>
            <a:ext cx="9144000" cy="3623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Add long copyright line here</a:t>
            </a:r>
          </a:p>
        </p:txBody>
      </p:sp>
      <p:sp>
        <p:nvSpPr>
          <p:cNvPr id="6" name="MGH Yellow Line">
            <a:extLst>
              <a:ext uri="{FF2B5EF4-FFF2-40B4-BE49-F238E27FC236}">
                <a16:creationId xmlns:a16="http://schemas.microsoft.com/office/drawing/2014/main" id="{F20163A4-4644-4B17-9C8A-EF42A992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32547"/>
            <a:ext cx="9144000" cy="545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8883F8-FE81-4D17-BFF9-4A8EF5974662}"/>
              </a:ext>
            </a:extLst>
          </p:cNvPr>
          <p:cNvSpPr txBox="1"/>
          <p:nvPr userDrawn="1"/>
        </p:nvSpPr>
        <p:spPr>
          <a:xfrm>
            <a:off x="8631382" y="6528808"/>
            <a:ext cx="3602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53864CA9-ADCA-4554-9432-EA4A2FB55A34}" type="slidenum">
              <a:rPr lang="en-US" sz="1000" smtClean="0">
                <a:solidFill>
                  <a:schemeClr val="tx1"/>
                </a:solidFill>
                <a:latin typeface="+mn-lt"/>
                <a:ea typeface="MS PGothic" pitchFamily="34" charset="-128"/>
              </a:rPr>
              <a:pPr algn="r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sz="1000" dirty="0">
              <a:solidFill>
                <a:schemeClr val="tx1"/>
              </a:solidFill>
              <a:latin typeface="+mn-lt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37998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1600" b="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marR="0" indent="0" algn="ctr" defTabSz="914400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230188" indent="-228600" algn="l" defTabSz="914400" rtl="0" eaLnBrk="1" latinLnBrk="0" hangingPunct="1">
        <a:lnSpc>
          <a:spcPct val="100000"/>
        </a:lnSpc>
        <a:spcBef>
          <a:spcPts val="800"/>
        </a:spcBef>
        <a:buClrTx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460375" indent="-22860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455613" indent="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" indent="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60">
          <p15:clr>
            <a:srgbClr val="F26B43"/>
          </p15:clr>
        </p15:guide>
        <p15:guide id="2" orient="horz" pos="192">
          <p15:clr>
            <a:srgbClr val="F26B43"/>
          </p15:clr>
        </p15:guide>
        <p15:guide id="5" pos="2112" userDrawn="1">
          <p15:clr>
            <a:srgbClr val="F26B43"/>
          </p15:clr>
        </p15:guide>
        <p15:guide id="6" pos="216">
          <p15:clr>
            <a:srgbClr val="F26B43"/>
          </p15:clr>
        </p15:guide>
        <p15:guide id="7" pos="5544">
          <p15:clr>
            <a:srgbClr val="F26B43"/>
          </p15:clr>
        </p15:guide>
        <p15:guide id="9" orient="horz" pos="4211">
          <p15:clr>
            <a:srgbClr val="F26B43"/>
          </p15:clr>
        </p15:guide>
        <p15:guide id="10" orient="horz" pos="624" userDrawn="1">
          <p15:clr>
            <a:srgbClr val="F26B43"/>
          </p15:clr>
        </p15:guide>
        <p15:guide id="11" orient="horz" pos="4104">
          <p15:clr>
            <a:srgbClr val="F26B43"/>
          </p15:clr>
        </p15:guide>
        <p15:guide id="12" orient="horz" pos="2160" userDrawn="1">
          <p15:clr>
            <a:srgbClr val="F26B43"/>
          </p15:clr>
        </p15:guide>
        <p15:guide id="13" pos="3648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">
            <a:extLst>
              <a:ext uri="{FF2B5EF4-FFF2-40B4-BE49-F238E27FC236}">
                <a16:creationId xmlns:a16="http://schemas.microsoft.com/office/drawing/2014/main" id="{BEB99B55-73FB-42B4-93ED-C5E818675C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2901" y="1976546"/>
            <a:ext cx="648059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Slide Content</a:t>
            </a:r>
          </a:p>
          <a:p>
            <a:pPr lvl="2"/>
            <a:r>
              <a:rPr lang="en-US" dirty="0"/>
              <a:t>Second level</a:t>
            </a:r>
          </a:p>
          <a:p>
            <a:pPr lvl="3"/>
            <a:r>
              <a:rPr lang="en-US" dirty="0"/>
              <a:t>Third level</a:t>
            </a:r>
          </a:p>
        </p:txBody>
      </p:sp>
      <p:sp>
        <p:nvSpPr>
          <p:cNvPr id="8" name="MGH Yellow Line">
            <a:extLst>
              <a:ext uri="{FF2B5EF4-FFF2-40B4-BE49-F238E27FC236}">
                <a16:creationId xmlns:a16="http://schemas.microsoft.com/office/drawing/2014/main" id="{86E6E250-D1F9-6444-A77C-4DC8C64A97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622319"/>
            <a:ext cx="9144000" cy="545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Short Copyright">
            <a:extLst>
              <a:ext uri="{FF2B5EF4-FFF2-40B4-BE49-F238E27FC236}">
                <a16:creationId xmlns:a16="http://schemas.microsoft.com/office/drawing/2014/main" id="{36838A37-515E-4F5C-BF9F-CE51891A9C27}"/>
              </a:ext>
            </a:extLst>
          </p:cNvPr>
          <p:cNvSpPr txBox="1"/>
          <p:nvPr userDrawn="1"/>
        </p:nvSpPr>
        <p:spPr>
          <a:xfrm>
            <a:off x="224279" y="6660234"/>
            <a:ext cx="1285344" cy="215444"/>
          </a:xfrm>
          <a:prstGeom prst="rect">
            <a:avLst/>
          </a:prstGeom>
          <a:noFill/>
        </p:spPr>
        <p:txBody>
          <a:bodyPr wrap="square" lIns="45720" rIns="45720" rtlCol="0" anchor="ctr">
            <a:spAutoFit/>
          </a:bodyPr>
          <a:lstStyle/>
          <a:p>
            <a:r>
              <a:rPr lang="en-US" sz="800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© McGraw Hill</a:t>
            </a:r>
          </a:p>
        </p:txBody>
      </p:sp>
      <p:grpSp>
        <p:nvGrpSpPr>
          <p:cNvPr id="6" name="MGH Shape">
            <a:extLst>
              <a:ext uri="{FF2B5EF4-FFF2-40B4-BE49-F238E27FC236}">
                <a16:creationId xmlns:a16="http://schemas.microsoft.com/office/drawing/2014/main" id="{B719ECBD-8119-4217-9D58-2638FA4365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622742" y="0"/>
            <a:ext cx="2521258" cy="6623843"/>
            <a:chOff x="3491346" y="0"/>
            <a:chExt cx="2508933" cy="6367263"/>
          </a:xfrm>
        </p:grpSpPr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FCAD01AC-30CD-4728-B0FD-543493B2CE55}"/>
                </a:ext>
              </a:extLst>
            </p:cNvPr>
            <p:cNvSpPr/>
            <p:nvPr/>
          </p:nvSpPr>
          <p:spPr>
            <a:xfrm rot="10800000">
              <a:off x="5468761" y="1352709"/>
              <a:ext cx="531517" cy="1821241"/>
            </a:xfrm>
            <a:custGeom>
              <a:avLst/>
              <a:gdLst>
                <a:gd name="connsiteX0" fmla="*/ 0 w 531517"/>
                <a:gd name="connsiteY0" fmla="*/ 1821241 h 1821241"/>
                <a:gd name="connsiteX1" fmla="*/ 0 w 531517"/>
                <a:gd name="connsiteY1" fmla="*/ 0 h 1821241"/>
                <a:gd name="connsiteX2" fmla="*/ 531517 w 531517"/>
                <a:gd name="connsiteY2" fmla="*/ 672400 h 1821241"/>
                <a:gd name="connsiteX3" fmla="*/ 0 w 531517"/>
                <a:gd name="connsiteY3" fmla="*/ 1821241 h 18212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1517" h="1821241">
                  <a:moveTo>
                    <a:pt x="0" y="1821241"/>
                  </a:moveTo>
                  <a:lnTo>
                    <a:pt x="0" y="0"/>
                  </a:lnTo>
                  <a:lnTo>
                    <a:pt x="531517" y="672400"/>
                  </a:lnTo>
                  <a:lnTo>
                    <a:pt x="0" y="1821241"/>
                  </a:lnTo>
                  <a:close/>
                </a:path>
              </a:pathLst>
            </a:custGeom>
            <a:solidFill>
              <a:srgbClr val="9F22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id="{9A51DD71-B849-456F-A479-25728C0B26F4}"/>
                </a:ext>
              </a:extLst>
            </p:cNvPr>
            <p:cNvSpPr/>
            <p:nvPr/>
          </p:nvSpPr>
          <p:spPr>
            <a:xfrm rot="10800000">
              <a:off x="3491346" y="0"/>
              <a:ext cx="2508932" cy="2501550"/>
            </a:xfrm>
            <a:custGeom>
              <a:avLst/>
              <a:gdLst>
                <a:gd name="connsiteX0" fmla="*/ 2508932 w 2508932"/>
                <a:gd name="connsiteY0" fmla="*/ 2501550 h 2501550"/>
                <a:gd name="connsiteX1" fmla="*/ 0 w 2508932"/>
                <a:gd name="connsiteY1" fmla="*/ 2501550 h 2501550"/>
                <a:gd name="connsiteX2" fmla="*/ 0 w 2508932"/>
                <a:gd name="connsiteY2" fmla="*/ 1148841 h 2501550"/>
                <a:gd name="connsiteX3" fmla="*/ 531517 w 2508932"/>
                <a:gd name="connsiteY3" fmla="*/ 0 h 2501550"/>
                <a:gd name="connsiteX4" fmla="*/ 2508932 w 2508932"/>
                <a:gd name="connsiteY4" fmla="*/ 2501550 h 2501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08932" h="2501550">
                  <a:moveTo>
                    <a:pt x="2508932" y="2501550"/>
                  </a:moveTo>
                  <a:lnTo>
                    <a:pt x="0" y="2501550"/>
                  </a:lnTo>
                  <a:lnTo>
                    <a:pt x="0" y="1148841"/>
                  </a:lnTo>
                  <a:lnTo>
                    <a:pt x="531517" y="0"/>
                  </a:lnTo>
                  <a:lnTo>
                    <a:pt x="2508932" y="2501550"/>
                  </a:lnTo>
                  <a:close/>
                </a:path>
              </a:pathLst>
            </a:custGeom>
            <a:solidFill>
              <a:srgbClr val="E2DF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1" name="Freeform 13">
              <a:extLst>
                <a:ext uri="{FF2B5EF4-FFF2-40B4-BE49-F238E27FC236}">
                  <a16:creationId xmlns:a16="http://schemas.microsoft.com/office/drawing/2014/main" id="{CE349BEA-4244-4589-91D3-1DECC6AB1E90}"/>
                </a:ext>
              </a:extLst>
            </p:cNvPr>
            <p:cNvSpPr/>
            <p:nvPr/>
          </p:nvSpPr>
          <p:spPr>
            <a:xfrm rot="10800000">
              <a:off x="3680272" y="1352707"/>
              <a:ext cx="2320007" cy="5014556"/>
            </a:xfrm>
            <a:custGeom>
              <a:avLst/>
              <a:gdLst>
                <a:gd name="connsiteX0" fmla="*/ 0 w 2320007"/>
                <a:gd name="connsiteY0" fmla="*/ 5014556 h 5014556"/>
                <a:gd name="connsiteX1" fmla="*/ 0 w 2320007"/>
                <a:gd name="connsiteY1" fmla="*/ 0 h 5014556"/>
                <a:gd name="connsiteX2" fmla="*/ 2320007 w 2320007"/>
                <a:gd name="connsiteY2" fmla="*/ 0 h 5014556"/>
                <a:gd name="connsiteX3" fmla="*/ 531518 w 2320007"/>
                <a:gd name="connsiteY3" fmla="*/ 3865713 h 5014556"/>
                <a:gd name="connsiteX4" fmla="*/ 1 w 2320007"/>
                <a:gd name="connsiteY4" fmla="*/ 3193313 h 5014556"/>
                <a:gd name="connsiteX5" fmla="*/ 1 w 2320007"/>
                <a:gd name="connsiteY5" fmla="*/ 5014554 h 5014556"/>
                <a:gd name="connsiteX6" fmla="*/ 0 w 2320007"/>
                <a:gd name="connsiteY6" fmla="*/ 5014556 h 5014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20007" h="5014556">
                  <a:moveTo>
                    <a:pt x="0" y="5014556"/>
                  </a:moveTo>
                  <a:lnTo>
                    <a:pt x="0" y="0"/>
                  </a:lnTo>
                  <a:lnTo>
                    <a:pt x="2320007" y="0"/>
                  </a:lnTo>
                  <a:lnTo>
                    <a:pt x="531518" y="3865713"/>
                  </a:lnTo>
                  <a:lnTo>
                    <a:pt x="1" y="3193313"/>
                  </a:lnTo>
                  <a:lnTo>
                    <a:pt x="1" y="5014554"/>
                  </a:lnTo>
                  <a:lnTo>
                    <a:pt x="0" y="50145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/>
                </a:solidFill>
              </a:endParaRPr>
            </a:p>
          </p:txBody>
        </p:sp>
      </p:grpSp>
      <p:sp>
        <p:nvSpPr>
          <p:cNvPr id="13" name="Title Placeholder">
            <a:extLst>
              <a:ext uri="{FF2B5EF4-FFF2-40B4-BE49-F238E27FC236}">
                <a16:creationId xmlns:a16="http://schemas.microsoft.com/office/drawing/2014/main" id="{34622483-C344-43F3-82BE-D7AE2DFFF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136257"/>
            <a:ext cx="6073803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Title goes here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A6DDF3-C50B-48E9-8C73-044D29A7735E}"/>
              </a:ext>
            </a:extLst>
          </p:cNvPr>
          <p:cNvSpPr txBox="1"/>
          <p:nvPr userDrawn="1"/>
        </p:nvSpPr>
        <p:spPr>
          <a:xfrm>
            <a:off x="8631382" y="6639647"/>
            <a:ext cx="3602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53864CA9-ADCA-4554-9432-EA4A2FB55A34}" type="slidenum">
              <a:rPr lang="en-US" sz="1000" smtClean="0">
                <a:solidFill>
                  <a:schemeClr val="tx1"/>
                </a:solidFill>
                <a:latin typeface="+mn-lt"/>
                <a:ea typeface="MS PGothic" pitchFamily="34" charset="-128"/>
              </a:rPr>
              <a:pPr algn="r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sz="1000" dirty="0">
              <a:solidFill>
                <a:schemeClr val="tx1"/>
              </a:solidFill>
              <a:latin typeface="+mn-lt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90558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8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anose="020B0604020202020204" pitchFamily="34" charset="0"/>
        <a:buNone/>
        <a:tabLst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1588" indent="0" algn="l" defTabSz="914400" rtl="0" eaLnBrk="1" latinLnBrk="0" hangingPunct="1">
        <a:lnSpc>
          <a:spcPct val="100000"/>
        </a:lnSpc>
        <a:spcBef>
          <a:spcPts val="800"/>
        </a:spcBef>
        <a:buClrTx/>
        <a:buFont typeface="Arial" panose="020B0604020202020204" pitchFamily="34" charset="0"/>
        <a:buNone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517525" indent="-28575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741363" indent="-28575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" indent="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60">
          <p15:clr>
            <a:srgbClr val="F26B43"/>
          </p15:clr>
        </p15:guide>
        <p15:guide id="2" orient="horz" pos="192">
          <p15:clr>
            <a:srgbClr val="F26B43"/>
          </p15:clr>
        </p15:guide>
        <p15:guide id="5" pos="5544" userDrawn="1">
          <p15:clr>
            <a:srgbClr val="F26B43"/>
          </p15:clr>
        </p15:guide>
        <p15:guide id="6" pos="216">
          <p15:clr>
            <a:srgbClr val="F26B43"/>
          </p15:clr>
        </p15:guide>
        <p15:guide id="7" pos="4296" userDrawn="1">
          <p15:clr>
            <a:srgbClr val="F26B43"/>
          </p15:clr>
        </p15:guide>
        <p15:guide id="9" orient="horz" pos="4211">
          <p15:clr>
            <a:srgbClr val="F26B43"/>
          </p15:clr>
        </p15:guide>
        <p15:guide id="10" orient="horz" pos="1248" userDrawn="1">
          <p15:clr>
            <a:srgbClr val="F26B43"/>
          </p15:clr>
        </p15:guide>
        <p15:guide id="11" orient="horz" pos="3984" userDrawn="1">
          <p15:clr>
            <a:srgbClr val="F26B43"/>
          </p15:clr>
        </p15:guide>
        <p15:guide id="12" orient="horz" pos="1656" userDrawn="1">
          <p15:clr>
            <a:srgbClr val="F26B43"/>
          </p15:clr>
        </p15:guide>
        <p15:guide id="13" pos="2980">
          <p15:clr>
            <a:srgbClr val="F26B43"/>
          </p15:clr>
        </p15:guide>
        <p15:guide id="14" orient="horz" pos="2260" userDrawn="1">
          <p15:clr>
            <a:srgbClr val="F26B43"/>
          </p15:clr>
        </p15:guide>
        <p15:guide id="15" pos="264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">
            <a:extLst>
              <a:ext uri="{FF2B5EF4-FFF2-40B4-BE49-F238E27FC236}">
                <a16:creationId xmlns:a16="http://schemas.microsoft.com/office/drawing/2014/main" id="{881C4C4E-EEEF-442A-AE3B-63C7E062F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136257"/>
            <a:ext cx="84582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Title goes here</a:t>
            </a:r>
          </a:p>
        </p:txBody>
      </p:sp>
      <p:sp>
        <p:nvSpPr>
          <p:cNvPr id="5" name="Text Placeholder">
            <a:extLst>
              <a:ext uri="{FF2B5EF4-FFF2-40B4-BE49-F238E27FC236}">
                <a16:creationId xmlns:a16="http://schemas.microsoft.com/office/drawing/2014/main" id="{4F2C87DD-ADFA-433D-B7C8-4E9E42BC9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2900" y="1371599"/>
            <a:ext cx="8458200" cy="4876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MGH Yellow Line">
            <a:extLst>
              <a:ext uri="{FF2B5EF4-FFF2-40B4-BE49-F238E27FC236}">
                <a16:creationId xmlns:a16="http://schemas.microsoft.com/office/drawing/2014/main" id="{86E6E250-D1F9-6444-A77C-4DC8C64A97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622319"/>
            <a:ext cx="9144000" cy="545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Short Copyright">
            <a:extLst>
              <a:ext uri="{FF2B5EF4-FFF2-40B4-BE49-F238E27FC236}">
                <a16:creationId xmlns:a16="http://schemas.microsoft.com/office/drawing/2014/main" id="{36838A37-515E-4F5C-BF9F-CE51891A9C27}"/>
              </a:ext>
            </a:extLst>
          </p:cNvPr>
          <p:cNvSpPr txBox="1"/>
          <p:nvPr userDrawn="1"/>
        </p:nvSpPr>
        <p:spPr>
          <a:xfrm>
            <a:off x="215658" y="6664280"/>
            <a:ext cx="1233578" cy="215444"/>
          </a:xfrm>
          <a:prstGeom prst="rect">
            <a:avLst/>
          </a:prstGeom>
          <a:noFill/>
        </p:spPr>
        <p:txBody>
          <a:bodyPr wrap="square" lIns="45720" rIns="45720" rtlCol="0" anchor="ctr">
            <a:spAutoFit/>
          </a:bodyPr>
          <a:lstStyle/>
          <a:p>
            <a:r>
              <a:rPr lang="en-US" sz="800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© McGraw Hill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9CEB9B-393C-4D35-B8DE-B952B1F73083}"/>
              </a:ext>
            </a:extLst>
          </p:cNvPr>
          <p:cNvSpPr txBox="1"/>
          <p:nvPr userDrawn="1"/>
        </p:nvSpPr>
        <p:spPr>
          <a:xfrm>
            <a:off x="8631382" y="6639647"/>
            <a:ext cx="3602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53864CA9-ADCA-4554-9432-EA4A2FB55A34}" type="slidenum">
              <a:rPr lang="en-US" sz="1000" smtClean="0">
                <a:solidFill>
                  <a:schemeClr val="tx1"/>
                </a:solidFill>
                <a:latin typeface="+mn-lt"/>
                <a:ea typeface="MS PGothic" pitchFamily="34" charset="-128"/>
              </a:rPr>
              <a:pPr algn="r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sz="1000" dirty="0">
              <a:solidFill>
                <a:schemeClr val="tx1"/>
              </a:solidFill>
              <a:latin typeface="+mn-lt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24093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Tx/>
        <a:buFont typeface="Arial" panose="020B0604020202020204" pitchFamily="34" charset="0"/>
        <a:buNone/>
        <a:tabLst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344488" indent="-3429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Tx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517525" indent="-28575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741363" indent="-28575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971550" indent="-28575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orient="horz" pos="192">
          <p15:clr>
            <a:srgbClr val="F26B43"/>
          </p15:clr>
        </p15:guide>
        <p15:guide id="6" pos="216">
          <p15:clr>
            <a:srgbClr val="F26B43"/>
          </p15:clr>
        </p15:guide>
        <p15:guide id="7" pos="5544">
          <p15:clr>
            <a:srgbClr val="F26B43"/>
          </p15:clr>
        </p15:guide>
        <p15:guide id="9" orient="horz" pos="4211">
          <p15:clr>
            <a:srgbClr val="F26B43"/>
          </p15:clr>
        </p15:guide>
        <p15:guide id="10" orient="horz" pos="624">
          <p15:clr>
            <a:srgbClr val="F26B43"/>
          </p15:clr>
        </p15:guide>
        <p15:guide id="11" orient="horz" pos="4104">
          <p15:clr>
            <a:srgbClr val="F26B43"/>
          </p15:clr>
        </p15:guide>
        <p15:guide id="12" orient="horz" pos="864">
          <p15:clr>
            <a:srgbClr val="F26B43"/>
          </p15:clr>
        </p15:guide>
        <p15:guide id="13" orient="horz" pos="360">
          <p15:clr>
            <a:srgbClr val="F26B43"/>
          </p15:clr>
        </p15:guide>
        <p15:guide id="14" orient="horz" pos="3936">
          <p15:clr>
            <a:srgbClr val="F26B43"/>
          </p15:clr>
        </p15:guide>
        <p15:guide id="15" pos="984">
          <p15:clr>
            <a:srgbClr val="F26B43"/>
          </p15:clr>
        </p15:guide>
        <p15:guide id="16" pos="5376">
          <p15:clr>
            <a:srgbClr val="F26B43"/>
          </p15:clr>
        </p15:guide>
        <p15:guide id="17" pos="2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26" Type="http://schemas.openxmlformats.org/officeDocument/2006/relationships/image" Target="../media/image56.png"/><Relationship Id="rId21" Type="http://schemas.openxmlformats.org/officeDocument/2006/relationships/customXml" Target="../ink/ink9.xml"/><Relationship Id="rId42" Type="http://schemas.openxmlformats.org/officeDocument/2006/relationships/image" Target="../media/image64.png"/><Relationship Id="rId47" Type="http://schemas.openxmlformats.org/officeDocument/2006/relationships/customXml" Target="../ink/ink22.xml"/><Relationship Id="rId63" Type="http://schemas.openxmlformats.org/officeDocument/2006/relationships/customXml" Target="../ink/ink30.xml"/><Relationship Id="rId68" Type="http://schemas.openxmlformats.org/officeDocument/2006/relationships/image" Target="../media/image77.png"/><Relationship Id="rId7" Type="http://schemas.openxmlformats.org/officeDocument/2006/relationships/customXml" Target="../ink/ink2.xml"/><Relationship Id="rId71" Type="http://schemas.openxmlformats.org/officeDocument/2006/relationships/customXml" Target="../ink/ink34.xml"/><Relationship Id="rId2" Type="http://schemas.openxmlformats.org/officeDocument/2006/relationships/image" Target="../media/image40.png"/><Relationship Id="rId16" Type="http://schemas.openxmlformats.org/officeDocument/2006/relationships/image" Target="../media/image51.png"/><Relationship Id="rId29" Type="http://schemas.openxmlformats.org/officeDocument/2006/relationships/customXml" Target="../ink/ink13.xml"/><Relationship Id="rId11" Type="http://schemas.openxmlformats.org/officeDocument/2006/relationships/customXml" Target="../ink/ink4.xml"/><Relationship Id="rId24" Type="http://schemas.openxmlformats.org/officeDocument/2006/relationships/image" Target="../media/image55.png"/><Relationship Id="rId32" Type="http://schemas.openxmlformats.org/officeDocument/2006/relationships/image" Target="../media/image59.png"/><Relationship Id="rId37" Type="http://schemas.openxmlformats.org/officeDocument/2006/relationships/customXml" Target="../ink/ink17.xml"/><Relationship Id="rId40" Type="http://schemas.openxmlformats.org/officeDocument/2006/relationships/image" Target="../media/image63.png"/><Relationship Id="rId45" Type="http://schemas.openxmlformats.org/officeDocument/2006/relationships/customXml" Target="../ink/ink21.xml"/><Relationship Id="rId53" Type="http://schemas.openxmlformats.org/officeDocument/2006/relationships/customXml" Target="../ink/ink25.xml"/><Relationship Id="rId58" Type="http://schemas.openxmlformats.org/officeDocument/2006/relationships/image" Target="../media/image72.png"/><Relationship Id="rId66" Type="http://schemas.openxmlformats.org/officeDocument/2006/relationships/image" Target="../media/image76.png"/><Relationship Id="rId5" Type="http://schemas.openxmlformats.org/officeDocument/2006/relationships/customXml" Target="../ink/ink1.xml"/><Relationship Id="rId61" Type="http://schemas.openxmlformats.org/officeDocument/2006/relationships/customXml" Target="../ink/ink29.xml"/><Relationship Id="rId19" Type="http://schemas.openxmlformats.org/officeDocument/2006/relationships/customXml" Target="../ink/ink8.xml"/><Relationship Id="rId14" Type="http://schemas.openxmlformats.org/officeDocument/2006/relationships/image" Target="../media/image50.png"/><Relationship Id="rId22" Type="http://schemas.openxmlformats.org/officeDocument/2006/relationships/image" Target="../media/image54.png"/><Relationship Id="rId27" Type="http://schemas.openxmlformats.org/officeDocument/2006/relationships/customXml" Target="../ink/ink12.xml"/><Relationship Id="rId30" Type="http://schemas.openxmlformats.org/officeDocument/2006/relationships/image" Target="../media/image58.png"/><Relationship Id="rId35" Type="http://schemas.openxmlformats.org/officeDocument/2006/relationships/customXml" Target="../ink/ink16.xml"/><Relationship Id="rId43" Type="http://schemas.openxmlformats.org/officeDocument/2006/relationships/customXml" Target="../ink/ink20.xml"/><Relationship Id="rId48" Type="http://schemas.openxmlformats.org/officeDocument/2006/relationships/image" Target="../media/image67.png"/><Relationship Id="rId56" Type="http://schemas.openxmlformats.org/officeDocument/2006/relationships/image" Target="../media/image71.png"/><Relationship Id="rId64" Type="http://schemas.openxmlformats.org/officeDocument/2006/relationships/image" Target="../media/image75.png"/><Relationship Id="rId69" Type="http://schemas.openxmlformats.org/officeDocument/2006/relationships/customXml" Target="../ink/ink33.xml"/><Relationship Id="rId8" Type="http://schemas.openxmlformats.org/officeDocument/2006/relationships/image" Target="../media/image47.png"/><Relationship Id="rId51" Type="http://schemas.openxmlformats.org/officeDocument/2006/relationships/customXml" Target="../ink/ink24.xml"/><Relationship Id="rId72" Type="http://schemas.openxmlformats.org/officeDocument/2006/relationships/image" Target="../media/image79.png"/><Relationship Id="rId3" Type="http://schemas.openxmlformats.org/officeDocument/2006/relationships/image" Target="../media/image41.png"/><Relationship Id="rId12" Type="http://schemas.openxmlformats.org/officeDocument/2006/relationships/image" Target="../media/image49.png"/><Relationship Id="rId17" Type="http://schemas.openxmlformats.org/officeDocument/2006/relationships/customXml" Target="../ink/ink7.xml"/><Relationship Id="rId25" Type="http://schemas.openxmlformats.org/officeDocument/2006/relationships/customXml" Target="../ink/ink11.xml"/><Relationship Id="rId33" Type="http://schemas.openxmlformats.org/officeDocument/2006/relationships/customXml" Target="../ink/ink15.xml"/><Relationship Id="rId38" Type="http://schemas.openxmlformats.org/officeDocument/2006/relationships/image" Target="../media/image62.png"/><Relationship Id="rId46" Type="http://schemas.openxmlformats.org/officeDocument/2006/relationships/image" Target="../media/image66.png"/><Relationship Id="rId59" Type="http://schemas.openxmlformats.org/officeDocument/2006/relationships/customXml" Target="../ink/ink28.xml"/><Relationship Id="rId67" Type="http://schemas.openxmlformats.org/officeDocument/2006/relationships/customXml" Target="../ink/ink32.xml"/><Relationship Id="rId20" Type="http://schemas.openxmlformats.org/officeDocument/2006/relationships/image" Target="../media/image53.png"/><Relationship Id="rId41" Type="http://schemas.openxmlformats.org/officeDocument/2006/relationships/customXml" Target="../ink/ink19.xml"/><Relationship Id="rId54" Type="http://schemas.openxmlformats.org/officeDocument/2006/relationships/image" Target="../media/image70.png"/><Relationship Id="rId62" Type="http://schemas.openxmlformats.org/officeDocument/2006/relationships/image" Target="../media/image74.png"/><Relationship Id="rId70" Type="http://schemas.openxmlformats.org/officeDocument/2006/relationships/image" Target="../media/image78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6.png"/><Relationship Id="rId15" Type="http://schemas.openxmlformats.org/officeDocument/2006/relationships/customXml" Target="../ink/ink6.xml"/><Relationship Id="rId23" Type="http://schemas.openxmlformats.org/officeDocument/2006/relationships/customXml" Target="../ink/ink10.xml"/><Relationship Id="rId28" Type="http://schemas.openxmlformats.org/officeDocument/2006/relationships/image" Target="../media/image57.png"/><Relationship Id="rId36" Type="http://schemas.openxmlformats.org/officeDocument/2006/relationships/image" Target="../media/image61.png"/><Relationship Id="rId49" Type="http://schemas.openxmlformats.org/officeDocument/2006/relationships/customXml" Target="../ink/ink23.xml"/><Relationship Id="rId57" Type="http://schemas.openxmlformats.org/officeDocument/2006/relationships/customXml" Target="../ink/ink27.xml"/><Relationship Id="rId10" Type="http://schemas.openxmlformats.org/officeDocument/2006/relationships/image" Target="../media/image48.png"/><Relationship Id="rId31" Type="http://schemas.openxmlformats.org/officeDocument/2006/relationships/customXml" Target="../ink/ink14.xml"/><Relationship Id="rId44" Type="http://schemas.openxmlformats.org/officeDocument/2006/relationships/image" Target="../media/image65.png"/><Relationship Id="rId52" Type="http://schemas.openxmlformats.org/officeDocument/2006/relationships/image" Target="../media/image69.png"/><Relationship Id="rId60" Type="http://schemas.openxmlformats.org/officeDocument/2006/relationships/image" Target="../media/image73.png"/><Relationship Id="rId65" Type="http://schemas.openxmlformats.org/officeDocument/2006/relationships/customXml" Target="../ink/ink31.xml"/><Relationship Id="rId4" Type="http://schemas.openxmlformats.org/officeDocument/2006/relationships/image" Target="../media/image42.png"/><Relationship Id="rId9" Type="http://schemas.openxmlformats.org/officeDocument/2006/relationships/customXml" Target="../ink/ink3.xml"/><Relationship Id="rId13" Type="http://schemas.openxmlformats.org/officeDocument/2006/relationships/customXml" Target="../ink/ink5.xml"/><Relationship Id="rId18" Type="http://schemas.openxmlformats.org/officeDocument/2006/relationships/image" Target="../media/image52.png"/><Relationship Id="rId39" Type="http://schemas.openxmlformats.org/officeDocument/2006/relationships/customXml" Target="../ink/ink18.xml"/><Relationship Id="rId34" Type="http://schemas.openxmlformats.org/officeDocument/2006/relationships/image" Target="../media/image60.png"/><Relationship Id="rId50" Type="http://schemas.openxmlformats.org/officeDocument/2006/relationships/image" Target="../media/image68.png"/><Relationship Id="rId55" Type="http://schemas.openxmlformats.org/officeDocument/2006/relationships/customXml" Target="../ink/ink2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0.png"/><Relationship Id="rId4" Type="http://schemas.openxmlformats.org/officeDocument/2006/relationships/image" Target="../media/image45.w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1.wmf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0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10.xml"/></Relationships>
</file>

<file path=ppt/slides/_rels/slide45.xml.rels><?xml version="1.0" encoding="UTF-8" standalone="yes"?>
<Relationships xmlns="http://schemas.openxmlformats.org/package/2006/relationships"><Relationship Id="rId13" Type="http://schemas.openxmlformats.org/officeDocument/2006/relationships/customXml" Target="../ink/ink40.xml"/><Relationship Id="rId18" Type="http://schemas.openxmlformats.org/officeDocument/2006/relationships/image" Target="../media/image100.png"/><Relationship Id="rId26" Type="http://schemas.openxmlformats.org/officeDocument/2006/relationships/image" Target="../media/image104.png"/><Relationship Id="rId21" Type="http://schemas.openxmlformats.org/officeDocument/2006/relationships/customXml" Target="../ink/ink44.xml"/><Relationship Id="rId34" Type="http://schemas.openxmlformats.org/officeDocument/2006/relationships/image" Target="../media/image108.png"/><Relationship Id="rId7" Type="http://schemas.openxmlformats.org/officeDocument/2006/relationships/customXml" Target="../ink/ink37.xml"/><Relationship Id="rId12" Type="http://schemas.openxmlformats.org/officeDocument/2006/relationships/image" Target="../media/image97.png"/><Relationship Id="rId17" Type="http://schemas.openxmlformats.org/officeDocument/2006/relationships/customXml" Target="../ink/ink42.xml"/><Relationship Id="rId25" Type="http://schemas.openxmlformats.org/officeDocument/2006/relationships/customXml" Target="../ink/ink46.xml"/><Relationship Id="rId33" Type="http://schemas.openxmlformats.org/officeDocument/2006/relationships/customXml" Target="../ink/ink50.xml"/><Relationship Id="rId38" Type="http://schemas.openxmlformats.org/officeDocument/2006/relationships/image" Target="../media/image110.png"/><Relationship Id="rId2" Type="http://schemas.openxmlformats.org/officeDocument/2006/relationships/image" Target="../media/image84.png"/><Relationship Id="rId16" Type="http://schemas.openxmlformats.org/officeDocument/2006/relationships/image" Target="../media/image99.png"/><Relationship Id="rId20" Type="http://schemas.openxmlformats.org/officeDocument/2006/relationships/image" Target="../media/image101.png"/><Relationship Id="rId29" Type="http://schemas.openxmlformats.org/officeDocument/2006/relationships/customXml" Target="../ink/ink4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94.png"/><Relationship Id="rId11" Type="http://schemas.openxmlformats.org/officeDocument/2006/relationships/customXml" Target="../ink/ink39.xml"/><Relationship Id="rId24" Type="http://schemas.openxmlformats.org/officeDocument/2006/relationships/image" Target="../media/image103.png"/><Relationship Id="rId32" Type="http://schemas.openxmlformats.org/officeDocument/2006/relationships/image" Target="../media/image107.png"/><Relationship Id="rId37" Type="http://schemas.openxmlformats.org/officeDocument/2006/relationships/customXml" Target="../ink/ink52.xml"/><Relationship Id="rId5" Type="http://schemas.openxmlformats.org/officeDocument/2006/relationships/customXml" Target="../ink/ink36.xml"/><Relationship Id="rId15" Type="http://schemas.openxmlformats.org/officeDocument/2006/relationships/customXml" Target="../ink/ink41.xml"/><Relationship Id="rId23" Type="http://schemas.openxmlformats.org/officeDocument/2006/relationships/customXml" Target="../ink/ink45.xml"/><Relationship Id="rId28" Type="http://schemas.openxmlformats.org/officeDocument/2006/relationships/image" Target="../media/image105.png"/><Relationship Id="rId36" Type="http://schemas.openxmlformats.org/officeDocument/2006/relationships/image" Target="../media/image109.png"/><Relationship Id="rId10" Type="http://schemas.openxmlformats.org/officeDocument/2006/relationships/image" Target="../media/image96.png"/><Relationship Id="rId19" Type="http://schemas.openxmlformats.org/officeDocument/2006/relationships/customXml" Target="../ink/ink43.xml"/><Relationship Id="rId31" Type="http://schemas.openxmlformats.org/officeDocument/2006/relationships/customXml" Target="../ink/ink49.xml"/><Relationship Id="rId4" Type="http://schemas.openxmlformats.org/officeDocument/2006/relationships/image" Target="../media/image93.png"/><Relationship Id="rId9" Type="http://schemas.openxmlformats.org/officeDocument/2006/relationships/customXml" Target="../ink/ink38.xml"/><Relationship Id="rId14" Type="http://schemas.openxmlformats.org/officeDocument/2006/relationships/image" Target="../media/image98.png"/><Relationship Id="rId22" Type="http://schemas.openxmlformats.org/officeDocument/2006/relationships/image" Target="../media/image102.png"/><Relationship Id="rId27" Type="http://schemas.openxmlformats.org/officeDocument/2006/relationships/customXml" Target="../ink/ink47.xml"/><Relationship Id="rId30" Type="http://schemas.openxmlformats.org/officeDocument/2006/relationships/image" Target="../media/image106.png"/><Relationship Id="rId35" Type="http://schemas.openxmlformats.org/officeDocument/2006/relationships/customXml" Target="../ink/ink51.xml"/><Relationship Id="rId8" Type="http://schemas.openxmlformats.org/officeDocument/2006/relationships/image" Target="../media/image95.png"/><Relationship Id="rId3" Type="http://schemas.openxmlformats.org/officeDocument/2006/relationships/customXml" Target="../ink/ink3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10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0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10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10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10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10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10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10.xml"/></Relationships>
</file>

<file path=ppt/slides/_rels/slide54.xml.rels><?xml version="1.0" encoding="UTF-8" standalone="yes"?>
<Relationships xmlns="http://schemas.openxmlformats.org/package/2006/relationships"><Relationship Id="rId13" Type="http://schemas.openxmlformats.org/officeDocument/2006/relationships/customXml" Target="../ink/ink57.xml"/><Relationship Id="rId18" Type="http://schemas.openxmlformats.org/officeDocument/2006/relationships/image" Target="../media/image121.png"/><Relationship Id="rId26" Type="http://schemas.openxmlformats.org/officeDocument/2006/relationships/image" Target="../media/image125.png"/><Relationship Id="rId39" Type="http://schemas.openxmlformats.org/officeDocument/2006/relationships/customXml" Target="../ink/ink70.xml"/><Relationship Id="rId21" Type="http://schemas.openxmlformats.org/officeDocument/2006/relationships/customXml" Target="../ink/ink61.xml"/><Relationship Id="rId34" Type="http://schemas.openxmlformats.org/officeDocument/2006/relationships/image" Target="../media/image129.png"/><Relationship Id="rId42" Type="http://schemas.openxmlformats.org/officeDocument/2006/relationships/image" Target="../media/image133.png"/><Relationship Id="rId47" Type="http://schemas.openxmlformats.org/officeDocument/2006/relationships/customXml" Target="../ink/ink74.xml"/><Relationship Id="rId50" Type="http://schemas.openxmlformats.org/officeDocument/2006/relationships/image" Target="../media/image137.png"/><Relationship Id="rId7" Type="http://schemas.openxmlformats.org/officeDocument/2006/relationships/customXml" Target="../ink/ink54.xml"/><Relationship Id="rId2" Type="http://schemas.openxmlformats.org/officeDocument/2006/relationships/image" Target="../media/image112.png"/><Relationship Id="rId16" Type="http://schemas.openxmlformats.org/officeDocument/2006/relationships/image" Target="../media/image120.png"/><Relationship Id="rId29" Type="http://schemas.openxmlformats.org/officeDocument/2006/relationships/customXml" Target="../ink/ink65.xml"/><Relationship Id="rId11" Type="http://schemas.openxmlformats.org/officeDocument/2006/relationships/customXml" Target="../ink/ink56.xml"/><Relationship Id="rId24" Type="http://schemas.openxmlformats.org/officeDocument/2006/relationships/image" Target="../media/image124.png"/><Relationship Id="rId32" Type="http://schemas.openxmlformats.org/officeDocument/2006/relationships/image" Target="../media/image128.png"/><Relationship Id="rId37" Type="http://schemas.openxmlformats.org/officeDocument/2006/relationships/customXml" Target="../ink/ink69.xml"/><Relationship Id="rId40" Type="http://schemas.openxmlformats.org/officeDocument/2006/relationships/image" Target="../media/image132.png"/><Relationship Id="rId45" Type="http://schemas.openxmlformats.org/officeDocument/2006/relationships/customXml" Target="../ink/ink73.xml"/><Relationship Id="rId5" Type="http://schemas.openxmlformats.org/officeDocument/2006/relationships/customXml" Target="../ink/ink53.xml"/><Relationship Id="rId15" Type="http://schemas.openxmlformats.org/officeDocument/2006/relationships/customXml" Target="../ink/ink58.xml"/><Relationship Id="rId23" Type="http://schemas.openxmlformats.org/officeDocument/2006/relationships/customXml" Target="../ink/ink62.xml"/><Relationship Id="rId28" Type="http://schemas.openxmlformats.org/officeDocument/2006/relationships/image" Target="../media/image126.png"/><Relationship Id="rId36" Type="http://schemas.openxmlformats.org/officeDocument/2006/relationships/image" Target="../media/image130.png"/><Relationship Id="rId49" Type="http://schemas.openxmlformats.org/officeDocument/2006/relationships/customXml" Target="../ink/ink75.xml"/><Relationship Id="rId10" Type="http://schemas.openxmlformats.org/officeDocument/2006/relationships/image" Target="../media/image117.png"/><Relationship Id="rId19" Type="http://schemas.openxmlformats.org/officeDocument/2006/relationships/customXml" Target="../ink/ink60.xml"/><Relationship Id="rId31" Type="http://schemas.openxmlformats.org/officeDocument/2006/relationships/customXml" Target="../ink/ink66.xml"/><Relationship Id="rId44" Type="http://schemas.openxmlformats.org/officeDocument/2006/relationships/image" Target="../media/image134.png"/><Relationship Id="rId4" Type="http://schemas.openxmlformats.org/officeDocument/2006/relationships/image" Target="../media/image114.png"/><Relationship Id="rId9" Type="http://schemas.openxmlformats.org/officeDocument/2006/relationships/customXml" Target="../ink/ink55.xml"/><Relationship Id="rId14" Type="http://schemas.openxmlformats.org/officeDocument/2006/relationships/image" Target="../media/image119.png"/><Relationship Id="rId22" Type="http://schemas.openxmlformats.org/officeDocument/2006/relationships/image" Target="../media/image123.png"/><Relationship Id="rId27" Type="http://schemas.openxmlformats.org/officeDocument/2006/relationships/customXml" Target="../ink/ink64.xml"/><Relationship Id="rId30" Type="http://schemas.openxmlformats.org/officeDocument/2006/relationships/image" Target="../media/image127.png"/><Relationship Id="rId35" Type="http://schemas.openxmlformats.org/officeDocument/2006/relationships/customXml" Target="../ink/ink68.xml"/><Relationship Id="rId43" Type="http://schemas.openxmlformats.org/officeDocument/2006/relationships/customXml" Target="../ink/ink72.xml"/><Relationship Id="rId48" Type="http://schemas.openxmlformats.org/officeDocument/2006/relationships/image" Target="../media/image136.png"/><Relationship Id="rId8" Type="http://schemas.openxmlformats.org/officeDocument/2006/relationships/image" Target="../media/image116.png"/><Relationship Id="rId51" Type="http://schemas.openxmlformats.org/officeDocument/2006/relationships/image" Target="../media/image138.png"/><Relationship Id="rId3" Type="http://schemas.openxmlformats.org/officeDocument/2006/relationships/image" Target="../media/image113.png"/><Relationship Id="rId12" Type="http://schemas.openxmlformats.org/officeDocument/2006/relationships/image" Target="../media/image118.png"/><Relationship Id="rId17" Type="http://schemas.openxmlformats.org/officeDocument/2006/relationships/customXml" Target="../ink/ink59.xml"/><Relationship Id="rId25" Type="http://schemas.openxmlformats.org/officeDocument/2006/relationships/customXml" Target="../ink/ink63.xml"/><Relationship Id="rId33" Type="http://schemas.openxmlformats.org/officeDocument/2006/relationships/customXml" Target="../ink/ink67.xml"/><Relationship Id="rId38" Type="http://schemas.openxmlformats.org/officeDocument/2006/relationships/image" Target="../media/image131.png"/><Relationship Id="rId46" Type="http://schemas.openxmlformats.org/officeDocument/2006/relationships/image" Target="../media/image135.png"/><Relationship Id="rId20" Type="http://schemas.openxmlformats.org/officeDocument/2006/relationships/image" Target="../media/image122.png"/><Relationship Id="rId41" Type="http://schemas.openxmlformats.org/officeDocument/2006/relationships/customXml" Target="../ink/ink7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15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40.png"/><Relationship Id="rId4" Type="http://schemas.openxmlformats.org/officeDocument/2006/relationships/image" Target="../media/image139.wmf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10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10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10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10.xml"/></Relationships>
</file>

<file path=ppt/slides/_rels/slide62.xml.rels><?xml version="1.0" encoding="UTF-8" standalone="yes"?>
<Relationships xmlns="http://schemas.openxmlformats.org/package/2006/relationships"><Relationship Id="rId13" Type="http://schemas.openxmlformats.org/officeDocument/2006/relationships/customXml" Target="../ink/ink80.xml"/><Relationship Id="rId18" Type="http://schemas.openxmlformats.org/officeDocument/2006/relationships/image" Target="../media/image1400.png"/><Relationship Id="rId26" Type="http://schemas.openxmlformats.org/officeDocument/2006/relationships/image" Target="../media/image1440.png"/><Relationship Id="rId39" Type="http://schemas.openxmlformats.org/officeDocument/2006/relationships/customXml" Target="../ink/ink93.xml"/><Relationship Id="rId21" Type="http://schemas.openxmlformats.org/officeDocument/2006/relationships/customXml" Target="../ink/ink84.xml"/><Relationship Id="rId34" Type="http://schemas.openxmlformats.org/officeDocument/2006/relationships/image" Target="../media/image148.png"/><Relationship Id="rId50" Type="http://schemas.openxmlformats.org/officeDocument/2006/relationships/image" Target="../media/image156.png"/><Relationship Id="rId7" Type="http://schemas.openxmlformats.org/officeDocument/2006/relationships/customXml" Target="../ink/ink77.xml"/><Relationship Id="rId2" Type="http://schemas.openxmlformats.org/officeDocument/2006/relationships/image" Target="../media/image146.png"/><Relationship Id="rId16" Type="http://schemas.openxmlformats.org/officeDocument/2006/relationships/image" Target="../media/image139.png"/><Relationship Id="rId29" Type="http://schemas.openxmlformats.org/officeDocument/2006/relationships/customXml" Target="../ink/ink8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340.png"/><Relationship Id="rId11" Type="http://schemas.openxmlformats.org/officeDocument/2006/relationships/customXml" Target="../ink/ink79.xml"/><Relationship Id="rId24" Type="http://schemas.openxmlformats.org/officeDocument/2006/relationships/image" Target="../media/image1430.png"/><Relationship Id="rId32" Type="http://schemas.openxmlformats.org/officeDocument/2006/relationships/image" Target="../media/image1470.png"/><Relationship Id="rId37" Type="http://schemas.openxmlformats.org/officeDocument/2006/relationships/customXml" Target="../ink/ink92.xml"/><Relationship Id="rId53" Type="http://schemas.openxmlformats.org/officeDocument/2006/relationships/customXml" Target="../ink/ink96.xml"/><Relationship Id="rId15" Type="http://schemas.openxmlformats.org/officeDocument/2006/relationships/customXml" Target="../ink/ink81.xml"/><Relationship Id="rId23" Type="http://schemas.openxmlformats.org/officeDocument/2006/relationships/customXml" Target="../ink/ink85.xml"/><Relationship Id="rId28" Type="http://schemas.openxmlformats.org/officeDocument/2006/relationships/image" Target="../media/image1450.png"/><Relationship Id="rId36" Type="http://schemas.openxmlformats.org/officeDocument/2006/relationships/image" Target="../media/image149.png"/><Relationship Id="rId49" Type="http://schemas.openxmlformats.org/officeDocument/2006/relationships/customXml" Target="../ink/ink94.xml"/><Relationship Id="rId10" Type="http://schemas.openxmlformats.org/officeDocument/2006/relationships/image" Target="../media/image1360.png"/><Relationship Id="rId19" Type="http://schemas.openxmlformats.org/officeDocument/2006/relationships/customXml" Target="../ink/ink83.xml"/><Relationship Id="rId31" Type="http://schemas.openxmlformats.org/officeDocument/2006/relationships/customXml" Target="../ink/ink89.xml"/><Relationship Id="rId52" Type="http://schemas.openxmlformats.org/officeDocument/2006/relationships/image" Target="../media/image1280.png"/><Relationship Id="rId4" Type="http://schemas.openxmlformats.org/officeDocument/2006/relationships/customXml" Target="../ink/ink76.xml"/><Relationship Id="rId9" Type="http://schemas.openxmlformats.org/officeDocument/2006/relationships/customXml" Target="../ink/ink78.xml"/><Relationship Id="rId14" Type="http://schemas.openxmlformats.org/officeDocument/2006/relationships/image" Target="../media/image1380.png"/><Relationship Id="rId22" Type="http://schemas.openxmlformats.org/officeDocument/2006/relationships/image" Target="../media/image1420.png"/><Relationship Id="rId27" Type="http://schemas.openxmlformats.org/officeDocument/2006/relationships/customXml" Target="../ink/ink87.xml"/><Relationship Id="rId30" Type="http://schemas.openxmlformats.org/officeDocument/2006/relationships/image" Target="../media/image1460.png"/><Relationship Id="rId35" Type="http://schemas.openxmlformats.org/officeDocument/2006/relationships/customXml" Target="../ink/ink91.xml"/><Relationship Id="rId48" Type="http://schemas.openxmlformats.org/officeDocument/2006/relationships/image" Target="../media/image155.png"/><Relationship Id="rId8" Type="http://schemas.openxmlformats.org/officeDocument/2006/relationships/image" Target="../media/image1350.png"/><Relationship Id="rId51" Type="http://schemas.openxmlformats.org/officeDocument/2006/relationships/customXml" Target="../ink/ink95.xml"/><Relationship Id="rId3" Type="http://schemas.openxmlformats.org/officeDocument/2006/relationships/image" Target="../media/image147.png"/><Relationship Id="rId12" Type="http://schemas.openxmlformats.org/officeDocument/2006/relationships/image" Target="../media/image1370.png"/><Relationship Id="rId17" Type="http://schemas.openxmlformats.org/officeDocument/2006/relationships/customXml" Target="../ink/ink82.xml"/><Relationship Id="rId25" Type="http://schemas.openxmlformats.org/officeDocument/2006/relationships/customXml" Target="../ink/ink86.xml"/><Relationship Id="rId33" Type="http://schemas.openxmlformats.org/officeDocument/2006/relationships/customXml" Target="../ink/ink90.xml"/><Relationship Id="rId38" Type="http://schemas.openxmlformats.org/officeDocument/2006/relationships/image" Target="../media/image150.png"/><Relationship Id="rId20" Type="http://schemas.openxmlformats.org/officeDocument/2006/relationships/image" Target="../media/image1410.png"/><Relationship Id="rId54" Type="http://schemas.openxmlformats.org/officeDocument/2006/relationships/image" Target="../media/image1290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10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39.wmf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png"/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34640" cy="685800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834640" y="0"/>
            <a:ext cx="54864" cy="6858000"/>
          </a:xfrm>
          <a:prstGeom prst="rect">
            <a:avLst/>
          </a:prstGeom>
          <a:solidFill>
            <a:srgbClr val="FFB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2331720"/>
            <a:ext cx="219456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Times New Roman"/>
              </a:rPr>
              <a:t>ECET 250E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2971800"/>
            <a:ext cx="822960" cy="36576"/>
          </a:xfrm>
          <a:prstGeom prst="rect">
            <a:avLst/>
          </a:prstGeom>
          <a:solidFill>
            <a:srgbClr val="FFB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598932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Times New Roman"/>
              </a:rPr>
              <a:t>Camosun College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CFDAEA"/>
                </a:solidFill>
                <a:latin typeface="Times New Roman"/>
              </a:rPr>
              <a:t>Electronics &amp; Computer Engineering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0984" y="1965960"/>
            <a:ext cx="5431536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081F3D"/>
                </a:solidFill>
                <a:latin typeface="Times New Roman"/>
              </a:rPr>
              <a:t>Linear Circuits 1</a:t>
            </a:r>
          </a:p>
        </p:txBody>
      </p:sp>
      <p:sp>
        <p:nvSpPr>
          <p:cNvPr id="9" name="Rectangle 8"/>
          <p:cNvSpPr/>
          <p:nvPr/>
        </p:nvSpPr>
        <p:spPr>
          <a:xfrm>
            <a:off x="3300984" y="2880360"/>
            <a:ext cx="1920240" cy="27432"/>
          </a:xfrm>
          <a:prstGeom prst="rect">
            <a:avLst/>
          </a:prstGeom>
          <a:solidFill>
            <a:srgbClr val="FFB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00984" y="3108960"/>
            <a:ext cx="572414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solidFill>
                  <a:srgbClr val="3B3B3B"/>
                </a:solidFill>
                <a:latin typeface="Times New Roman"/>
              </a:rPr>
              <a:t>Week 4  |  Chapter 4: Circuit Theorems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00984" y="5989320"/>
            <a:ext cx="5431536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300" b="1" i="0">
                <a:solidFill>
                  <a:srgbClr val="3B3B3B"/>
                </a:solidFill>
                <a:latin typeface="Times New Roman"/>
              </a:rPr>
              <a:t>Mozhgan Bacon, PhD, P.Eng.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707070"/>
                </a:solidFill>
                <a:latin typeface="Times New Roman"/>
              </a:rPr>
              <a:t>Fall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00984" y="6473952"/>
            <a:ext cx="54315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1">
                <a:solidFill>
                  <a:srgbClr val="8A8A8A"/>
                </a:solidFill>
                <a:latin typeface="Times New Roman"/>
              </a:rPr>
              <a:t>Based on Fundamentals of Electric Circuits, 2026 Release — C.K. Alexander, M.N.O. Sadiku &amp; S.J. Fredette (McGraw Hill)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CC1D9-AB6A-47F5-BABB-4F4AF03E6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en-US" sz="4400" noProof="0" dirty="0"/>
              <a:t>Overview</a:t>
            </a:r>
            <a:endParaRPr lang="en-US" sz="44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F9D94-137F-441D-8245-D477B46E924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10"/>
            <a:ext cx="8458200" cy="4309444"/>
          </a:xfrm>
        </p:spPr>
        <p:txBody>
          <a:bodyPr>
            <a:norm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chapter, the concept of </a:t>
            </a:r>
            <a:r>
              <a:rPr lang="en-US" altLang="en-US" sz="3200" b="1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superposition</a:t>
            </a:r>
            <a:r>
              <a:rPr lang="en-US" alt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will be introduced.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 transformation </a:t>
            </a:r>
            <a:r>
              <a:rPr lang="en-US" alt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 also be covered.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b="1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Thevenin and Norton’s </a:t>
            </a:r>
            <a:r>
              <a:rPr lang="en-US" alt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theorems will be covered.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Maximum Power Transfer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3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279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CC1D9-AB6A-47F5-BABB-4F4AF03E6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en-US" sz="4400" noProof="0" dirty="0"/>
              <a:t>Linearity</a:t>
            </a:r>
            <a:endParaRPr lang="en-US" sz="44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F9D94-137F-441D-8245-D477B46E924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10"/>
            <a:ext cx="8458200" cy="3927057"/>
          </a:xfrm>
        </p:spPr>
        <p:txBody>
          <a:bodyPr>
            <a:norm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Linearity in a circuit means that as current is changed, the voltage changes proportionally.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also requires that the response of a circuit to a sum of sources will be the sum of the individual responses from each source separately.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resistor satisfies both of these criteria.</a:t>
            </a:r>
          </a:p>
        </p:txBody>
      </p:sp>
    </p:spTree>
    <p:extLst>
      <p:ext uri="{BB962C8B-B14F-4D97-AF65-F5344CB8AC3E}">
        <p14:creationId xmlns:p14="http://schemas.microsoft.com/office/powerpoint/2010/main" val="1069943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A0662-8E94-46F3-8A73-323F1F4A7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en-US" sz="4400" noProof="0" dirty="0"/>
              <a:t>Superposition</a:t>
            </a:r>
            <a:endParaRPr lang="en-US" sz="44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1311CD-C623-4107-A3E5-30DB608F69E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08"/>
            <a:ext cx="8458200" cy="1865503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altLang="en-US" sz="3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there are two or more independent sources there are two ways to solve for the circuit parameters:</a:t>
            </a:r>
          </a:p>
          <a:p>
            <a:pPr marL="291600" lvl="1" indent="-29160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Nodal or mesh analysis.</a:t>
            </a:r>
          </a:p>
          <a:p>
            <a:pPr marL="291600" lvl="1" indent="-29160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superposition.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D26D68-A57E-48AB-97B7-EE51FD11236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2900" y="3275215"/>
            <a:ext cx="8458200" cy="2306077"/>
          </a:xfrm>
        </p:spPr>
        <p:txBody>
          <a:bodyPr>
            <a:noAutofit/>
          </a:bodyPr>
          <a:lstStyle/>
          <a:p>
            <a:pPr algn="just"/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superposition principle states that the voltage across (or current through) an element in a linear circuit is the algebraic sum of the voltages across (or currents through) that element due to each independent source acting alone.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7E1D6FF-EC18-4880-A210-1239BAFE0D4D}"/>
              </a:ext>
            </a:extLst>
          </p:cNvPr>
          <p:cNvSpPr/>
          <p:nvPr/>
        </p:nvSpPr>
        <p:spPr>
          <a:xfrm>
            <a:off x="249382" y="3278908"/>
            <a:ext cx="8551718" cy="2087419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41499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5581C3D6-D9CA-463F-B8CA-6F2F9C387B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7833"/>
            <a:ext cx="9144000" cy="6562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674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A0662-8E94-46F3-8A73-323F1F4A7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en-US" sz="4400" noProof="0" dirty="0"/>
              <a:t>Applying Superposition</a:t>
            </a:r>
            <a:endParaRPr lang="en-US" sz="44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1311CD-C623-4107-A3E5-30DB608F69E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41300" y="983411"/>
            <a:ext cx="8458200" cy="1865503"/>
          </a:xfrm>
        </p:spPr>
        <p:txBody>
          <a:bodyPr>
            <a:norm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superposition means applying </a:t>
            </a:r>
            <a:r>
              <a:rPr lang="en-US" altLang="en-US" sz="2400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independent </a:t>
            </a: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at a time.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Dependent sources </a:t>
            </a: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left alone.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steps are: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D26D68-A57E-48AB-97B7-EE51FD11236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41300" y="2848914"/>
            <a:ext cx="8458200" cy="2619399"/>
          </a:xfrm>
        </p:spPr>
        <p:txBody>
          <a:bodyPr>
            <a:noAutofit/>
          </a:bodyPr>
          <a:lstStyle/>
          <a:p>
            <a:pPr marL="403200" indent="-403200" algn="just">
              <a:spcBef>
                <a:spcPts val="10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altLang="en-US" sz="2400" u="sng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Turn off </a:t>
            </a: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independent sources except one source. Find the output (voltage or current) due to that active source using the techniques covered in Chapters 2 and 3.</a:t>
            </a:r>
          </a:p>
          <a:p>
            <a:pPr marL="403200" indent="-403200" algn="just">
              <a:spcBef>
                <a:spcPts val="10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altLang="en-US" sz="2400" u="sng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 step 1 </a:t>
            </a: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each of the other independent sources.</a:t>
            </a:r>
          </a:p>
          <a:p>
            <a:pPr marL="403200" indent="-403200" algn="just">
              <a:spcBef>
                <a:spcPts val="10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altLang="en-US" sz="2400" u="sng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total contribution </a:t>
            </a: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adding algebraically all the contributions due to the independent sources.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1C8D3AD-526F-49E4-BBD5-3DE76C022926}"/>
              </a:ext>
            </a:extLst>
          </p:cNvPr>
          <p:cNvSpPr/>
          <p:nvPr/>
        </p:nvSpPr>
        <p:spPr>
          <a:xfrm>
            <a:off x="226033" y="2754669"/>
            <a:ext cx="8691933" cy="2713644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332550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71212937-5434-427E-BF2E-67DC7A6C6D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1458"/>
            <a:ext cx="9144000" cy="5635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3317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0CCEBBAB-5C3F-4070-908B-D54D2DDF2130}"/>
              </a:ext>
            </a:extLst>
          </p:cNvPr>
          <p:cNvGrpSpPr/>
          <p:nvPr/>
        </p:nvGrpSpPr>
        <p:grpSpPr>
          <a:xfrm>
            <a:off x="471055" y="1919542"/>
            <a:ext cx="6725482" cy="4721402"/>
            <a:chOff x="544922" y="114259"/>
            <a:chExt cx="8530593" cy="6428942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7596B9D-C22E-4C05-9EF2-0E83DB66AA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4922" y="114259"/>
              <a:ext cx="8530593" cy="6428942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8E885610-4EF9-432B-8323-35443F24EC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04315" y="3790916"/>
              <a:ext cx="2747225" cy="34842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6CE86EC-AB91-415A-A8C2-6622E50CF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1187" y="3790916"/>
              <a:ext cx="2747225" cy="34842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B73558B6-AD0C-41A2-8252-EB0822AAE30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013780" y="3586817"/>
              <a:ext cx="1571844" cy="552527"/>
            </a:xfrm>
            <a:prstGeom prst="rect">
              <a:avLst/>
            </a:prstGeom>
          </p:spPr>
        </p:pic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05177439-7F82-4237-9ACD-7318F1B9E5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8111"/>
            <a:ext cx="9144000" cy="2076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7886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6D425AB4-6E75-4D40-A0CC-3FD97A8C2144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4655" y="0"/>
            <a:ext cx="6040581" cy="3001466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325375" y="3078248"/>
            <a:ext cx="3175207" cy="341651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C00000"/>
                </a:solidFill>
                <a:latin typeface="Times New Roman"/>
              </a:rPr>
              <a:t>Solution (v₂ contribution)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1A1A1A"/>
                </a:solidFill>
                <a:latin typeface="Times New Roman"/>
              </a:rPr>
              <a:t>To find v₂: turn off the voltage source (replace it with a short circuit).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A1A1A"/>
                </a:solidFill>
                <a:latin typeface="Times New Roman"/>
              </a:rPr>
              <a:t>Using current division to find i₂:</a:t>
            </a:r>
          </a:p>
          <a:p>
            <a:pPr algn="l">
              <a:spcAft>
                <a:spcPts val="500"/>
              </a:spcAft>
            </a:pPr>
            <a:r>
              <a:rPr sz="1250" b="1">
                <a:solidFill>
                  <a:srgbClr val="1F378C"/>
                </a:solidFill>
                <a:latin typeface="Times New Roman"/>
              </a:rPr>
              <a:t>i₂ = 5 × [5 / (3 + 2 + 5)] = 25/10 = 2.5 A</a:t>
            </a:r>
          </a:p>
          <a:p>
            <a:pPr algn="l">
              <a:spcAft>
                <a:spcPts val="800"/>
              </a:spcAft>
            </a:pPr>
            <a:r>
              <a:rPr sz="1250" b="1">
                <a:solidFill>
                  <a:srgbClr val="1F378C"/>
                </a:solidFill>
                <a:latin typeface="Times New Roman"/>
              </a:rPr>
              <a:t>v₂ = 2 · i₂ = 2(2.5) = 5 V</a:t>
            </a:r>
          </a:p>
          <a:p>
            <a:pPr algn="l">
              <a:spcAft>
                <a:spcPts val="0"/>
              </a:spcAft>
            </a:pPr>
            <a:r>
              <a:rPr sz="1350" b="1">
                <a:solidFill>
                  <a:srgbClr val="C00000"/>
                </a:solidFill>
                <a:latin typeface="Times New Roman"/>
              </a:rPr>
              <a:t>v₀ = v₁ + v₂ = 2.4 + 5 = 7.4 V  ✓</a:t>
            </a:r>
          </a:p>
        </p:txBody>
      </p:sp>
      <p:sp>
        <p:nvSpPr>
          <p:cNvPr id="7" name="Conector reto 6">
            <a:extLst>
              <a:ext uri="{FF2B5EF4-FFF2-40B4-BE49-F238E27FC236}">
                <a16:creationId xmlns:a16="http://schemas.microsoft.com/office/drawing/2014/main" id="{CC08DE4E-0F02-48D5-86FE-9FA2CC76A029}"/>
              </a:ext>
            </a:extLst>
          </p:cNvPr>
          <p:cNvSpPr/>
          <p:nvPr/>
        </p:nvSpPr>
        <p:spPr>
          <a:xfrm rot="5400000">
            <a:off x="2032020" y="4758840"/>
            <a:ext cx="2926080" cy="0"/>
          </a:xfrm>
          <a:prstGeom prst="line">
            <a:avLst/>
          </a:prstGeom>
          <a:solidFill>
            <a:srgbClr val="E71224">
              <a:alpha val="5000"/>
            </a:srgbClr>
          </a:solidFill>
          <a:ln w="18000">
            <a:solidFill>
              <a:srgbClr val="E712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 anchorCtr="1"/>
          <a:lstStyle/>
          <a:p>
            <a:endParaRPr lang="en-US">
              <a:solidFill>
                <a:srgbClr val="E71224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F9D9A7-338D-0437-78DD-19FC5B4A1E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603" y="4913383"/>
            <a:ext cx="2579488" cy="13852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2F3AACB-4FEE-EA44-59E4-29E8FFD239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0582" y="4260028"/>
            <a:ext cx="5220429" cy="203863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A23C4A4-F990-0F34-E3FD-82CE6B30A3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1097" y="1779599"/>
            <a:ext cx="4416876" cy="199831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1E4559F-4520-3D53-D1F3-7613AAB36506}"/>
              </a:ext>
            </a:extLst>
          </p:cNvPr>
          <p:cNvSpPr txBox="1"/>
          <p:nvPr/>
        </p:nvSpPr>
        <p:spPr>
          <a:xfrm>
            <a:off x="4461163" y="743487"/>
            <a:ext cx="20880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Different ways:</a:t>
            </a:r>
          </a:p>
        </p:txBody>
      </p:sp>
    </p:spTree>
    <p:extLst>
      <p:ext uri="{BB962C8B-B14F-4D97-AF65-F5344CB8AC3E}">
        <p14:creationId xmlns:p14="http://schemas.microsoft.com/office/powerpoint/2010/main" val="2565923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CC1D9-AB6A-47F5-BABB-4F4AF03E6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en-US" sz="4400" noProof="0" dirty="0"/>
              <a:t>Source Transformation</a:t>
            </a:r>
            <a:endParaRPr lang="en-US" sz="44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F9D94-137F-441D-8245-D477B46E924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60085"/>
            <a:ext cx="8458200" cy="3927057"/>
          </a:xfrm>
        </p:spPr>
        <p:txBody>
          <a:bodyPr>
            <a:norm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possible to transform a source from one form to another.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can be useful for simplifying circuits.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principle behind all of these transformations is equivalence.</a:t>
            </a:r>
          </a:p>
        </p:txBody>
      </p:sp>
    </p:spTree>
    <p:extLst>
      <p:ext uri="{BB962C8B-B14F-4D97-AF65-F5344CB8AC3E}">
        <p14:creationId xmlns:p14="http://schemas.microsoft.com/office/powerpoint/2010/main" val="26575660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CC1D9-AB6A-47F5-BABB-4F4AF03E6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en-US" sz="4400" noProof="0" dirty="0"/>
              <a:t>Source Transformation II</a:t>
            </a:r>
            <a:endParaRPr lang="en-US" sz="44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F9D94-137F-441D-8245-D477B46E924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983411"/>
            <a:ext cx="8458200" cy="1954911"/>
          </a:xfrm>
        </p:spPr>
        <p:txBody>
          <a:bodyPr>
            <a:normAutofit lnSpcReduction="10000"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source transformation is the process of replacing a </a:t>
            </a:r>
            <a:r>
              <a:rPr lang="en-US" altLang="en-US" sz="3200" noProof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voltage source </a:t>
            </a:r>
            <a:r>
              <a:rPr lang="en-US" altLang="en-US" sz="32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3200" i="1" baseline="-25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altLang="en-US" sz="3200" noProof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series</a:t>
            </a:r>
            <a:r>
              <a:rPr lang="en-US" alt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a resistor </a:t>
            </a:r>
            <a:r>
              <a:rPr lang="en-US" altLang="en-US" sz="3200" i="1" noProof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a </a:t>
            </a:r>
            <a:r>
              <a:rPr lang="en-US" altLang="en-US" sz="3200" noProof="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source </a:t>
            </a:r>
            <a:r>
              <a:rPr lang="en-US" altLang="en-US" sz="32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3200" i="1" baseline="-25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altLang="en-US" sz="3200" noProof="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parallel</a:t>
            </a:r>
            <a:r>
              <a:rPr lang="en-US" alt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a resistor </a:t>
            </a:r>
            <a:r>
              <a:rPr lang="en-US" altLang="en-US" sz="3200" i="1" noProof="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 vice versa.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A1FA98-406E-4E0E-8671-7E94004233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103" y="2832813"/>
            <a:ext cx="6844099" cy="2173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3178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CC1D9-AB6A-47F5-BABB-4F4AF03E6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en-US" sz="4400" noProof="0" dirty="0"/>
              <a:t>Terminal Equivalency</a:t>
            </a:r>
            <a:endParaRPr lang="en-US" sz="44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F9D94-137F-441D-8245-D477B46E924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60085"/>
            <a:ext cx="8458200" cy="3927057"/>
          </a:xfrm>
        </p:spPr>
        <p:txBody>
          <a:bodyPr>
            <a:norm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transformations work because the two sources have equivalent behavior at their terminals.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sources are turned off the resistance at the terminals are both R.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terminals are short circuited, the currents need to be the same.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this we get the following requirement: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7612D461-1AE4-4CEC-89B8-E067A2FE94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1977142"/>
              </p:ext>
            </p:extLst>
          </p:nvPr>
        </p:nvGraphicFramePr>
        <p:xfrm>
          <a:off x="1977920" y="5261442"/>
          <a:ext cx="3658625" cy="11011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07880" imgH="393480" progId="Equation.DSMT4">
                  <p:embed/>
                </p:oleObj>
              </mc:Choice>
              <mc:Fallback>
                <p:oleObj name="Equation" r:id="rId3" imgW="1307880" imgH="39348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7612D461-1AE4-4CEC-89B8-E067A2FE943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77920" y="5261442"/>
                        <a:ext cx="3658625" cy="11011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54650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CC1D9-AB6A-47F5-BABB-4F4AF03E6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en-US" sz="4400" noProof="0" dirty="0"/>
              <a:t>Dependent Sources</a:t>
            </a:r>
            <a:endParaRPr lang="en-US" sz="44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F9D94-137F-441D-8245-D477B46E924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09"/>
            <a:ext cx="8458200" cy="2876939"/>
          </a:xfrm>
        </p:spPr>
        <p:txBody>
          <a:bodyPr>
            <a:no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transformation also applies to dependent sources.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But, the dependent variable must be handled carefully.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same relationship between the voltage and current holds here: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2D52FB-5595-4E6C-9EF7-836D2D390C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8854" y="4307280"/>
            <a:ext cx="5927781" cy="1863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6932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CC1D9-AB6A-47F5-BABB-4F4AF03E6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en-US" sz="4400" noProof="0" dirty="0"/>
              <a:t>Source transformation rules</a:t>
            </a:r>
            <a:endParaRPr lang="en-US" sz="44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F9D94-137F-441D-8245-D477B46E924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60085"/>
            <a:ext cx="8458200" cy="4701100"/>
          </a:xfrm>
        </p:spPr>
        <p:txBody>
          <a:bodyPr>
            <a:norm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 that the arrow of the current source is directed towards the </a:t>
            </a:r>
            <a:r>
              <a:rPr lang="en-US" altLang="en-US" sz="3200" noProof="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positive</a:t>
            </a:r>
            <a:r>
              <a:rPr lang="en-US" alt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terminal of the voltage source.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transformation is not possible when R = 0 for an ideal voltage source.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 realistic source, R </a:t>
            </a:r>
            <a:r>
              <a:rPr lang="en-US" alt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 0.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an ideal current source, R = </a:t>
            </a:r>
            <a:r>
              <a:rPr lang="en-US" alt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∞ also prevents the use of source transformation.</a:t>
            </a:r>
            <a:endParaRPr lang="en-US" altLang="en-US" sz="3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09257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E3A5C32-61D6-46BB-A3B9-2C23E22565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179" y="0"/>
            <a:ext cx="7686381" cy="6564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5552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B5BB089-728A-478F-A364-FE4F5F6619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839" y="0"/>
            <a:ext cx="7631682" cy="6631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0631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83B98EE-5569-4B0A-94F5-6E6A9BAB01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9876"/>
            <a:ext cx="9144000" cy="4973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8449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42B30E6-A473-4DD0-A433-C62E82AABE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7509"/>
            <a:ext cx="9144000" cy="4599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7925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6A8024-3261-4BDD-A368-BEC96DA74B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227615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6DE265C-4987-4A45-B9B5-8F52E64B1F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631" y="2456875"/>
            <a:ext cx="4774370" cy="366683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D2CB02E-F472-4C61-8A8F-3032737BA2C4}"/>
              </a:ext>
            </a:extLst>
          </p:cNvPr>
          <p:cNvSpPr/>
          <p:nvPr/>
        </p:nvSpPr>
        <p:spPr>
          <a:xfrm>
            <a:off x="5084874" y="3967127"/>
            <a:ext cx="419767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CA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now combine the 3Ω and 6Ω resistors in parallel to get </a:t>
            </a:r>
            <a:r>
              <a:rPr lang="en-CA" sz="1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2Ω</a:t>
            </a:r>
            <a:r>
              <a:rPr lang="en-CA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endParaRPr lang="en-CA" sz="1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CA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also combine the 2A and 4A current sources to get a </a:t>
            </a:r>
            <a:r>
              <a:rPr lang="en-CA" sz="1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2A</a:t>
            </a:r>
            <a:endParaRPr lang="en-CA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27550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AC00ACB-D121-47D4-BECB-80360FD2C11B}"/>
              </a:ext>
            </a:extLst>
          </p:cNvPr>
          <p:cNvGrpSpPr/>
          <p:nvPr/>
        </p:nvGrpSpPr>
        <p:grpSpPr>
          <a:xfrm>
            <a:off x="0" y="0"/>
            <a:ext cx="9144000" cy="6631710"/>
            <a:chOff x="0" y="0"/>
            <a:chExt cx="9144000" cy="663171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AA1AB395-8DA8-4C3B-A573-2C4CB63DD1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9144000" cy="3048000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295FD02-7129-4C73-942B-25064A95AA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135893"/>
              <a:ext cx="5345217" cy="3495817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72E3536-D263-4851-A36F-D04F05919A3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81137" y="3429000"/>
              <a:ext cx="3962863" cy="2959378"/>
            </a:xfrm>
            <a:prstGeom prst="rect">
              <a:avLst/>
            </a:prstGeom>
          </p:spPr>
        </p:pic>
        <p:sp>
          <p:nvSpPr>
            <p:cNvPr id="6" name="Arrow: Right 5">
              <a:extLst>
                <a:ext uri="{FF2B5EF4-FFF2-40B4-BE49-F238E27FC236}">
                  <a16:creationId xmlns:a16="http://schemas.microsoft.com/office/drawing/2014/main" id="{02634560-79BB-4D6B-9197-606E6F9902C4}"/>
                </a:ext>
              </a:extLst>
            </p:cNvPr>
            <p:cNvSpPr/>
            <p:nvPr/>
          </p:nvSpPr>
          <p:spPr>
            <a:xfrm>
              <a:off x="4765964" y="5107709"/>
              <a:ext cx="579253" cy="157018"/>
            </a:xfrm>
            <a:prstGeom prst="right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</p:spTree>
    <p:extLst>
      <p:ext uri="{BB962C8B-B14F-4D97-AF65-F5344CB8AC3E}">
        <p14:creationId xmlns:p14="http://schemas.microsoft.com/office/powerpoint/2010/main" val="33271438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CC1D9-AB6A-47F5-BABB-4F4AF03E6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en-US" sz="4400" noProof="0" dirty="0"/>
              <a:t>Thevenin’s Theorem</a:t>
            </a:r>
            <a:endParaRPr lang="en-US" sz="44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F9D94-137F-441D-8245-D477B46E924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60085"/>
            <a:ext cx="8458200" cy="4964870"/>
          </a:xfrm>
        </p:spPr>
        <p:txBody>
          <a:bodyPr>
            <a:no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many circuits, one element will be variable.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example of this is mains power; many different appliances may be plugged into the outlet, each presenting a different resistance.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variable element is called the load.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Ordinarily one would have to reanalyze the circuit for each change in the load.</a:t>
            </a:r>
          </a:p>
        </p:txBody>
      </p:sp>
    </p:spTree>
    <p:extLst>
      <p:ext uri="{BB962C8B-B14F-4D97-AF65-F5344CB8AC3E}">
        <p14:creationId xmlns:p14="http://schemas.microsoft.com/office/powerpoint/2010/main" val="6511617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CC1D9-AB6A-47F5-BABB-4F4AF03E6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en-US" sz="4400" noProof="0" dirty="0"/>
              <a:t>Thevenin’s Theorem II</a:t>
            </a:r>
            <a:endParaRPr lang="en-US" sz="44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F9D94-137F-441D-8245-D477B46E924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09"/>
            <a:ext cx="4464339" cy="4971691"/>
          </a:xfrm>
        </p:spPr>
        <p:txBody>
          <a:bodyPr>
            <a:no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Thevenin’s theorem states that a linear two terminal circuit may be replaced with a voltage source and resistor.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voltage source’s value is equal to the open circuit voltage at the terminals.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resistance is equal to the resistance measured at the terminals when the independent sources are turned off.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2851ED-F635-4034-87BA-BB921DA57B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0528" y="1436878"/>
            <a:ext cx="4040261" cy="433628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C7AF95F-A078-40C9-B505-8BCBED72B2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146" y="5773159"/>
            <a:ext cx="8750643" cy="848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3453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CC1D9-AB6A-47F5-BABB-4F4AF03E6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en-US" sz="4400" noProof="0" dirty="0"/>
              <a:t>Thevenin’s Theorem III</a:t>
            </a:r>
            <a:endParaRPr lang="en-US" sz="44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F9D94-137F-441D-8245-D477B46E924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09"/>
            <a:ext cx="8458200" cy="2359059"/>
          </a:xfrm>
        </p:spPr>
        <p:txBody>
          <a:bodyPr>
            <a:no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two cases to consider when finding the equivalent resistance.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 1</a:t>
            </a: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If there are no dependent sources, then the resistance may be found by simply turning off all the sources.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749D8F-F203-49C1-A584-5E6F79A3F8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455" y="3777126"/>
            <a:ext cx="6909087" cy="2412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7257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CC1D9-AB6A-47F5-BABB-4F4AF03E6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304800"/>
            <a:ext cx="8458200" cy="678611"/>
          </a:xfrm>
        </p:spPr>
        <p:txBody>
          <a:bodyPr anchor="ctr">
            <a:normAutofit/>
          </a:bodyPr>
          <a:lstStyle/>
          <a:p>
            <a:r>
              <a:rPr lang="en-US" altLang="en-US" noProof="0" dirty="0"/>
              <a:t>Thevenin’s Theorem IV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F9D94-137F-441D-8245-D477B46E924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10"/>
            <a:ext cx="4229100" cy="4420706"/>
          </a:xfrm>
        </p:spPr>
        <p:txBody>
          <a:bodyPr>
            <a:norm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 2</a:t>
            </a: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If there are dependent sources, we still turn off all the independent sources.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apply a voltage v</a:t>
            </a:r>
            <a:r>
              <a:rPr lang="en-US" altLang="en-US" baseline="-25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(or current i</a:t>
            </a:r>
            <a:r>
              <a:rPr lang="en-US" altLang="en-US" baseline="-25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to the terminals and determine the current i</a:t>
            </a:r>
            <a:r>
              <a:rPr lang="en-US" altLang="en-US" baseline="-25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(voltage v</a:t>
            </a:r>
            <a:r>
              <a:rPr lang="en-US" altLang="en-US" baseline="-25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530483-7702-4685-9417-56F5523CC3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6209" y="1369360"/>
            <a:ext cx="3548168" cy="456356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60331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CC1D9-AB6A-47F5-BABB-4F4AF03E6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en-US" sz="4400" noProof="0" dirty="0"/>
              <a:t>Thevenin’s Theorem V</a:t>
            </a:r>
            <a:endParaRPr lang="en-US" sz="44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F9D94-137F-441D-8245-D477B46E924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09"/>
            <a:ext cx="8458200" cy="4492324"/>
          </a:xfrm>
        </p:spPr>
        <p:txBody>
          <a:bodyPr>
            <a:no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Thevenin’s theorem is very powerful in circuit analysis.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one to simplify a circuit.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large circuit may be replaced by a single independent voltage source and a single resistor.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equivalent circuit behaves externally exactly the same as the original circuit.</a:t>
            </a:r>
          </a:p>
        </p:txBody>
      </p:sp>
    </p:spTree>
    <p:extLst>
      <p:ext uri="{BB962C8B-B14F-4D97-AF65-F5344CB8AC3E}">
        <p14:creationId xmlns:p14="http://schemas.microsoft.com/office/powerpoint/2010/main" val="4806675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CC1D9-AB6A-47F5-BABB-4F4AF03E6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en-US" sz="4400" noProof="0" dirty="0"/>
              <a:t>Negative Resistance?</a:t>
            </a:r>
            <a:endParaRPr lang="en-US" sz="44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F9D94-137F-441D-8245-D477B46E924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09"/>
            <a:ext cx="8458200" cy="4725080"/>
          </a:xfrm>
        </p:spPr>
        <p:txBody>
          <a:bodyPr>
            <a:no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possible for the result of this analysis to end up with a negative resistance.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implies the circuit is supplying power.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reasonable with dependent sources.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 that in the end, the Thevenin equivalent makes working with variable loads much easier.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current can be calculated with a voltage source and two series resistors.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voltages use the voltage divider rule.</a:t>
            </a:r>
          </a:p>
        </p:txBody>
      </p:sp>
    </p:spTree>
    <p:extLst>
      <p:ext uri="{BB962C8B-B14F-4D97-AF65-F5344CB8AC3E}">
        <p14:creationId xmlns:p14="http://schemas.microsoft.com/office/powerpoint/2010/main" val="5392136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15C023D-CD6C-4376-A6CB-9294C9AE32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709" y="0"/>
            <a:ext cx="8384833" cy="673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4118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47D8209-42AD-4328-A210-FF9644BAE9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913" y="0"/>
            <a:ext cx="7475441" cy="6277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9187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5E6812E-AE3B-4F7F-83C2-37F3E0A91B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9831"/>
            <a:ext cx="9144000" cy="4357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1972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5E1E209-1FF0-4DB5-88AC-3867EFDCF0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28" y="0"/>
            <a:ext cx="8375017" cy="6400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9435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198D457-0835-4C64-972D-6A0A6C829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1054" y="0"/>
            <a:ext cx="5583060" cy="6056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7638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2D41477-F750-45C6-9431-5701DAD2DD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3780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8045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4AF2C6F-F2FD-424F-8B2D-FD2C2F31F0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908" y="61880"/>
            <a:ext cx="8145838" cy="6098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8581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C4D2E74-C5B6-4EB3-B436-EFF919FCC0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2137" y="342028"/>
            <a:ext cx="5042226" cy="5742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047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96AA900-7DEB-414E-9B7D-CC40ED8BA5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590"/>
            <a:ext cx="9144000" cy="265641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8CE70DB-E606-474F-9C25-1664E9409E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114" y="2411465"/>
            <a:ext cx="6917331" cy="4215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0501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DF3DB6F-229B-480D-96DB-A58581D7E2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7993"/>
            <a:ext cx="8365355" cy="6076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49550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7C1ABE-C080-464D-89D4-6FEAD63223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0986"/>
            <a:ext cx="9144000" cy="3864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3509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ED5911F1-BC83-4AB0-8987-A184C55D0A1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21145" y="250449"/>
            <a:ext cx="8144164" cy="236344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8320554-4BC8-43A0-BB43-F79754351D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468" y="2613891"/>
            <a:ext cx="4245759" cy="340778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4724DF4-A720-40BC-86F3-6DB2B6A4CF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5609" y="3531162"/>
            <a:ext cx="3955357" cy="3076389"/>
          </a:xfrm>
          <a:prstGeom prst="rect">
            <a:avLst/>
          </a:prstGeom>
        </p:spPr>
      </p:pic>
      <p:sp>
        <p:nvSpPr>
          <p:cNvPr id="16" name="Arrow: Right 15">
            <a:extLst>
              <a:ext uri="{FF2B5EF4-FFF2-40B4-BE49-F238E27FC236}">
                <a16:creationId xmlns:a16="http://schemas.microsoft.com/office/drawing/2014/main" id="{605760D3-E4B3-4A82-8A07-3C978C3B2AC2}"/>
              </a:ext>
            </a:extLst>
          </p:cNvPr>
          <p:cNvSpPr/>
          <p:nvPr/>
        </p:nvSpPr>
        <p:spPr>
          <a:xfrm>
            <a:off x="4569063" y="4989995"/>
            <a:ext cx="646546" cy="106435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09CA248-3834-599C-B4FB-22976146F480}"/>
              </a:ext>
            </a:extLst>
          </p:cNvPr>
          <p:cNvGrpSpPr/>
          <p:nvPr/>
        </p:nvGrpSpPr>
        <p:grpSpPr>
          <a:xfrm>
            <a:off x="7580746" y="5636436"/>
            <a:ext cx="478440" cy="118080"/>
            <a:chOff x="7580746" y="5636436"/>
            <a:chExt cx="478440" cy="118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CC8AB3DE-DC20-9945-D1B8-020699D147A7}"/>
                    </a:ext>
                  </a:extLst>
                </p14:cNvPr>
                <p14:cNvContentPartPr/>
                <p14:nvPr/>
              </p14:nvContentPartPr>
              <p14:xfrm>
                <a:off x="7580746" y="5636436"/>
                <a:ext cx="410040" cy="288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CC8AB3DE-DC20-9945-D1B8-020699D147A7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517746" y="5573436"/>
                  <a:ext cx="53568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5A5BD113-0ED1-146B-1B0E-2924FEE2A783}"/>
                    </a:ext>
                  </a:extLst>
                </p14:cNvPr>
                <p14:cNvContentPartPr/>
                <p14:nvPr/>
              </p14:nvContentPartPr>
              <p14:xfrm>
                <a:off x="7638706" y="5722836"/>
                <a:ext cx="420480" cy="316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5A5BD113-0ED1-146B-1B0E-2924FEE2A78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576066" y="5659836"/>
                  <a:ext cx="546120" cy="157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B557D7AB-EE8E-E2B6-AE6A-80287C34D787}"/>
                  </a:ext>
                </a:extLst>
              </p14:cNvPr>
              <p14:cNvContentPartPr/>
              <p14:nvPr/>
            </p14:nvContentPartPr>
            <p14:xfrm>
              <a:off x="6714586" y="6431676"/>
              <a:ext cx="289800" cy="2772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B557D7AB-EE8E-E2B6-AE6A-80287C34D78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708466" y="6425556"/>
                <a:ext cx="302040" cy="39960"/>
              </a:xfrm>
              <a:prstGeom prst="rect">
                <a:avLst/>
              </a:prstGeom>
            </p:spPr>
          </p:pic>
        </mc:Fallback>
      </mc:AlternateContent>
      <p:grpSp>
        <p:nvGrpSpPr>
          <p:cNvPr id="43" name="Group 42">
            <a:extLst>
              <a:ext uri="{FF2B5EF4-FFF2-40B4-BE49-F238E27FC236}">
                <a16:creationId xmlns:a16="http://schemas.microsoft.com/office/drawing/2014/main" id="{FDE72C9D-5F16-AED2-4F47-884BE445D32A}"/>
              </a:ext>
            </a:extLst>
          </p:cNvPr>
          <p:cNvGrpSpPr/>
          <p:nvPr/>
        </p:nvGrpSpPr>
        <p:grpSpPr>
          <a:xfrm>
            <a:off x="7280146" y="5390556"/>
            <a:ext cx="1614600" cy="1181880"/>
            <a:chOff x="7280146" y="5390556"/>
            <a:chExt cx="1614600" cy="1181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0F36058-B568-B51A-4FED-2409DD756F6A}"/>
                    </a:ext>
                  </a:extLst>
                </p14:cNvPr>
                <p14:cNvContentPartPr/>
                <p14:nvPr/>
              </p14:nvContentPartPr>
              <p14:xfrm>
                <a:off x="7547986" y="5663076"/>
                <a:ext cx="442080" cy="277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0F36058-B568-B51A-4FED-2409DD756F6A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541866" y="5656956"/>
                  <a:ext cx="45432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402F756-6A3D-4C18-7824-553BBDFE6E80}"/>
                    </a:ext>
                  </a:extLst>
                </p14:cNvPr>
                <p14:cNvContentPartPr/>
                <p14:nvPr/>
              </p14:nvContentPartPr>
              <p14:xfrm>
                <a:off x="7995826" y="5613756"/>
                <a:ext cx="406800" cy="687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402F756-6A3D-4C18-7824-553BBDFE6E8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989706" y="5607636"/>
                  <a:ext cx="41904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F6D217A-CC6C-633C-DFF2-5BC7A6D297C8}"/>
                    </a:ext>
                  </a:extLst>
                </p14:cNvPr>
                <p14:cNvContentPartPr/>
                <p14:nvPr/>
              </p14:nvContentPartPr>
              <p14:xfrm>
                <a:off x="7929946" y="5446716"/>
                <a:ext cx="31680" cy="835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F6D217A-CC6C-633C-DFF2-5BC7A6D297C8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923826" y="5440596"/>
                  <a:ext cx="4392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0FA3A48-CA1D-A993-4187-DD7283189A2F}"/>
                    </a:ext>
                  </a:extLst>
                </p14:cNvPr>
                <p14:cNvContentPartPr/>
                <p14:nvPr/>
              </p14:nvContentPartPr>
              <p14:xfrm>
                <a:off x="7911586" y="5411796"/>
                <a:ext cx="92160" cy="964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0FA3A48-CA1D-A993-4187-DD7283189A2F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905466" y="5405676"/>
                  <a:ext cx="10440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3C0D60A-2929-3D2E-BAB2-68B819F691C4}"/>
                    </a:ext>
                  </a:extLst>
                </p14:cNvPr>
                <p14:cNvContentPartPr/>
                <p14:nvPr/>
              </p14:nvContentPartPr>
              <p14:xfrm>
                <a:off x="8029306" y="5471196"/>
                <a:ext cx="64800" cy="698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3C0D60A-2929-3D2E-BAB2-68B819F691C4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023186" y="5465076"/>
                  <a:ext cx="7704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BC05D26-3873-49D5-C2EA-C04634113D19}"/>
                    </a:ext>
                  </a:extLst>
                </p14:cNvPr>
                <p14:cNvContentPartPr/>
                <p14:nvPr/>
              </p14:nvContentPartPr>
              <p14:xfrm>
                <a:off x="8022106" y="5445636"/>
                <a:ext cx="98280" cy="316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BC05D26-3873-49D5-C2EA-C04634113D19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015986" y="5439516"/>
                  <a:ext cx="11052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39A8562-94B8-35A1-ED84-3FB8B9330DA1}"/>
                    </a:ext>
                  </a:extLst>
                </p14:cNvPr>
                <p14:cNvContentPartPr/>
                <p14:nvPr/>
              </p14:nvContentPartPr>
              <p14:xfrm>
                <a:off x="8116426" y="5390556"/>
                <a:ext cx="145440" cy="1105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39A8562-94B8-35A1-ED84-3FB8B9330DA1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110306" y="5384436"/>
                  <a:ext cx="15768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B95F7A2-0690-D1B3-3C2D-459C99E1E63C}"/>
                    </a:ext>
                  </a:extLst>
                </p14:cNvPr>
                <p14:cNvContentPartPr/>
                <p14:nvPr/>
              </p14:nvContentPartPr>
              <p14:xfrm>
                <a:off x="7539346" y="5675316"/>
                <a:ext cx="28440" cy="2833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B95F7A2-0690-D1B3-3C2D-459C99E1E63C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533226" y="5669196"/>
                  <a:ext cx="4068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303B24B-F535-BD5B-4804-8FDFC4B96BF1}"/>
                    </a:ext>
                  </a:extLst>
                </p14:cNvPr>
                <p14:cNvContentPartPr/>
                <p14:nvPr/>
              </p14:nvContentPartPr>
              <p14:xfrm>
                <a:off x="7518826" y="5987436"/>
                <a:ext cx="360" cy="32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303B24B-F535-BD5B-4804-8FDFC4B96BF1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512706" y="5981316"/>
                  <a:ext cx="1260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6A59676-8B6E-6414-31CB-BBEDD495E08A}"/>
                    </a:ext>
                  </a:extLst>
                </p14:cNvPr>
                <p14:cNvContentPartPr/>
                <p14:nvPr/>
              </p14:nvContentPartPr>
              <p14:xfrm>
                <a:off x="7473466" y="5955036"/>
                <a:ext cx="275760" cy="2746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6A59676-8B6E-6414-31CB-BBEDD495E08A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467346" y="5948916"/>
                  <a:ext cx="28800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22AC2FA-EA89-3B3C-697A-A1A628A32F8E}"/>
                    </a:ext>
                  </a:extLst>
                </p14:cNvPr>
                <p14:cNvContentPartPr/>
                <p14:nvPr/>
              </p14:nvContentPartPr>
              <p14:xfrm>
                <a:off x="7554826" y="6033156"/>
                <a:ext cx="94320" cy="244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22AC2FA-EA89-3B3C-697A-A1A628A32F8E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548706" y="6027036"/>
                  <a:ext cx="10656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02A7D17-2097-1ACB-24CE-E03A4B7E7986}"/>
                    </a:ext>
                  </a:extLst>
                </p14:cNvPr>
                <p14:cNvContentPartPr/>
                <p14:nvPr/>
              </p14:nvContentPartPr>
              <p14:xfrm>
                <a:off x="7606666" y="6014076"/>
                <a:ext cx="15480" cy="892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02A7D17-2097-1ACB-24CE-E03A4B7E7986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600546" y="6007956"/>
                  <a:ext cx="2772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B7B8DFD-182F-961B-B0B1-375CF23AFEA8}"/>
                    </a:ext>
                  </a:extLst>
                </p14:cNvPr>
                <p14:cNvContentPartPr/>
                <p14:nvPr/>
              </p14:nvContentPartPr>
              <p14:xfrm>
                <a:off x="7587946" y="6135036"/>
                <a:ext cx="64080" cy="205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B7B8DFD-182F-961B-B0B1-375CF23AFEA8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581826" y="6128916"/>
                  <a:ext cx="7632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F084C8F-4306-10DB-9645-0A7CF6BEE142}"/>
                    </a:ext>
                  </a:extLst>
                </p14:cNvPr>
                <p14:cNvContentPartPr/>
                <p14:nvPr/>
              </p14:nvContentPartPr>
              <p14:xfrm>
                <a:off x="7280146" y="5983836"/>
                <a:ext cx="103320" cy="1026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F084C8F-4306-10DB-9645-0A7CF6BEE142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274026" y="5977716"/>
                  <a:ext cx="11556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4BC77E5-2DB9-4530-563C-480764CE5FAF}"/>
                    </a:ext>
                  </a:extLst>
                </p14:cNvPr>
                <p14:cNvContentPartPr/>
                <p14:nvPr/>
              </p14:nvContentPartPr>
              <p14:xfrm>
                <a:off x="7430986" y="5934156"/>
                <a:ext cx="15120" cy="1026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4BC77E5-2DB9-4530-563C-480764CE5FAF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424866" y="5928036"/>
                  <a:ext cx="2736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905BA00-6059-6AEF-8F69-93E6D50B318C}"/>
                    </a:ext>
                  </a:extLst>
                </p14:cNvPr>
                <p14:cNvContentPartPr/>
                <p14:nvPr/>
              </p14:nvContentPartPr>
              <p14:xfrm>
                <a:off x="7395346" y="5922276"/>
                <a:ext cx="67320" cy="385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905BA00-6059-6AEF-8F69-93E6D50B318C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7389226" y="5916156"/>
                  <a:ext cx="7956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92579CC-B8B8-3293-BFE9-CB6C1F7EA607}"/>
                    </a:ext>
                  </a:extLst>
                </p14:cNvPr>
                <p14:cNvContentPartPr/>
                <p14:nvPr/>
              </p14:nvContentPartPr>
              <p14:xfrm>
                <a:off x="7476706" y="5863236"/>
                <a:ext cx="29520" cy="1033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92579CC-B8B8-3293-BFE9-CB6C1F7EA607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470586" y="5857116"/>
                  <a:ext cx="4176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79C783C-7EA4-8E7E-3D91-F0645FA06CFA}"/>
                    </a:ext>
                  </a:extLst>
                </p14:cNvPr>
                <p14:cNvContentPartPr/>
                <p14:nvPr/>
              </p14:nvContentPartPr>
              <p14:xfrm>
                <a:off x="7522066" y="5872236"/>
                <a:ext cx="17280" cy="716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79C783C-7EA4-8E7E-3D91-F0645FA06CFA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515946" y="5866116"/>
                  <a:ext cx="2952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75699D3-18BF-DECA-6FFC-ACE517B269FD}"/>
                    </a:ext>
                  </a:extLst>
                </p14:cNvPr>
                <p14:cNvContentPartPr/>
                <p14:nvPr/>
              </p14:nvContentPartPr>
              <p14:xfrm>
                <a:off x="7509466" y="5903196"/>
                <a:ext cx="46800" cy="50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75699D3-18BF-DECA-6FFC-ACE517B269FD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7503346" y="5897076"/>
                  <a:ext cx="5904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E0D758F-B901-93E4-BF48-A60F01E79958}"/>
                    </a:ext>
                  </a:extLst>
                </p14:cNvPr>
                <p14:cNvContentPartPr/>
                <p14:nvPr/>
              </p14:nvContentPartPr>
              <p14:xfrm>
                <a:off x="7483186" y="5695836"/>
                <a:ext cx="1057320" cy="8766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E0D758F-B901-93E4-BF48-A60F01E79958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7477066" y="5689716"/>
                  <a:ext cx="1069560" cy="88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2F5DA7C-4DA7-8F68-2225-08CEA50A5A11}"/>
                    </a:ext>
                  </a:extLst>
                </p14:cNvPr>
                <p14:cNvContentPartPr/>
                <p14:nvPr/>
              </p14:nvContentPartPr>
              <p14:xfrm>
                <a:off x="8613946" y="6027756"/>
                <a:ext cx="108360" cy="1548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2F5DA7C-4DA7-8F68-2225-08CEA50A5A11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607826" y="6021636"/>
                  <a:ext cx="12060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D3263EA-F604-CCA0-AF69-1B5AA6739E81}"/>
                    </a:ext>
                  </a:extLst>
                </p14:cNvPr>
                <p14:cNvContentPartPr/>
                <p14:nvPr/>
              </p14:nvContentPartPr>
              <p14:xfrm>
                <a:off x="8787106" y="6053316"/>
                <a:ext cx="107640" cy="1339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D3263EA-F604-CCA0-AF69-1B5AA6739E81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780986" y="6047196"/>
                  <a:ext cx="11988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A6CCEA3-9C8C-9B97-F2E1-A35F01D936BC}"/>
                    </a:ext>
                  </a:extLst>
                </p14:cNvPr>
                <p14:cNvContentPartPr/>
                <p14:nvPr/>
              </p14:nvContentPartPr>
              <p14:xfrm>
                <a:off x="8561026" y="5638236"/>
                <a:ext cx="23760" cy="1681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A6CCEA3-9C8C-9B97-F2E1-A35F01D936BC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554906" y="5632116"/>
                  <a:ext cx="3600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A71E256-5233-6444-4885-002F7ECB6796}"/>
                    </a:ext>
                  </a:extLst>
                </p14:cNvPr>
                <p14:cNvContentPartPr/>
                <p14:nvPr/>
              </p14:nvContentPartPr>
              <p14:xfrm>
                <a:off x="8491546" y="5745876"/>
                <a:ext cx="158040" cy="972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A71E256-5233-6444-4885-002F7ECB6796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8485426" y="5739756"/>
                  <a:ext cx="17028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AFE4BEB-9E29-3695-3E8B-996ACA782997}"/>
                    </a:ext>
                  </a:extLst>
                </p14:cNvPr>
                <p14:cNvContentPartPr/>
                <p14:nvPr/>
              </p14:nvContentPartPr>
              <p14:xfrm>
                <a:off x="8680546" y="5631396"/>
                <a:ext cx="43560" cy="817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AFE4BEB-9E29-3695-3E8B-996ACA782997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674426" y="5625276"/>
                  <a:ext cx="5580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5F5AF60-7D6B-7F15-C227-0EBF205BFB86}"/>
                    </a:ext>
                  </a:extLst>
                </p14:cNvPr>
                <p14:cNvContentPartPr/>
                <p14:nvPr/>
              </p14:nvContentPartPr>
              <p14:xfrm>
                <a:off x="8699986" y="5537796"/>
                <a:ext cx="13680" cy="93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5F5AF60-7D6B-7F15-C227-0EBF205BFB86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8693866" y="5531676"/>
                  <a:ext cx="2592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EB7F89A-B146-311E-0AD5-D9886536A3F2}"/>
                    </a:ext>
                  </a:extLst>
                </p14:cNvPr>
                <p14:cNvContentPartPr/>
                <p14:nvPr/>
              </p14:nvContentPartPr>
              <p14:xfrm>
                <a:off x="7942186" y="5747316"/>
                <a:ext cx="115200" cy="1324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EB7F89A-B146-311E-0AD5-D9886536A3F2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7936066" y="5741196"/>
                  <a:ext cx="12744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D18C98B9-9EB0-CA84-30D8-B37F21ED6D89}"/>
                    </a:ext>
                  </a:extLst>
                </p14:cNvPr>
                <p14:cNvContentPartPr/>
                <p14:nvPr/>
              </p14:nvContentPartPr>
              <p14:xfrm>
                <a:off x="8304346" y="6071316"/>
                <a:ext cx="46800" cy="1105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D18C98B9-9EB0-CA84-30D8-B37F21ED6D89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8298226" y="6065196"/>
                  <a:ext cx="5904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4291412-7917-0337-B67F-793580915A2C}"/>
                    </a:ext>
                  </a:extLst>
                </p14:cNvPr>
                <p14:cNvContentPartPr/>
                <p14:nvPr/>
              </p14:nvContentPartPr>
              <p14:xfrm>
                <a:off x="8254306" y="5911476"/>
                <a:ext cx="121320" cy="990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4291412-7917-0337-B67F-793580915A2C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248186" y="5905356"/>
                  <a:ext cx="13356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D4BD85A-0CEB-99E2-1BD9-B93223CDD0AC}"/>
                    </a:ext>
                  </a:extLst>
                </p14:cNvPr>
                <p14:cNvContentPartPr/>
                <p14:nvPr/>
              </p14:nvContentPartPr>
              <p14:xfrm>
                <a:off x="8095546" y="5715276"/>
                <a:ext cx="168840" cy="910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D4BD85A-0CEB-99E2-1BD9-B93223CDD0AC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8089426" y="5709156"/>
                  <a:ext cx="18108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1393CD9-8700-F865-BC46-D3E94502FA12}"/>
                    </a:ext>
                  </a:extLst>
                </p14:cNvPr>
                <p14:cNvContentPartPr/>
                <p14:nvPr/>
              </p14:nvContentPartPr>
              <p14:xfrm>
                <a:off x="8379226" y="5958996"/>
                <a:ext cx="27360" cy="46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1393CD9-8700-F865-BC46-D3E94502FA12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8373106" y="5952876"/>
                  <a:ext cx="39600" cy="16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66888579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CC1D9-AB6A-47F5-BABB-4F4AF03E6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en-US" sz="4400" noProof="0" dirty="0"/>
              <a:t>Norton’s Theorem</a:t>
            </a:r>
            <a:endParaRPr lang="en-US" sz="44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F9D94-137F-441D-8245-D477B46E924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09"/>
            <a:ext cx="4702629" cy="4971691"/>
          </a:xfrm>
        </p:spPr>
        <p:txBody>
          <a:bodyPr>
            <a:no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 to Thevenin’s theorem, Norton’s theorem states that a linear two terminal circuit may be replaced with an equivalent circuit containing a resistor and a current source.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Norton resistance will be exactly the same as the Thevenin.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F67EEF-418B-4C65-B02A-572C89199C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1848" y="1501676"/>
            <a:ext cx="3392342" cy="31439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35CA651-031C-4FD6-BF21-409C8A1C04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679011"/>
            <a:ext cx="9144000" cy="104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73200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CC1D9-AB6A-47F5-BABB-4F4AF03E6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en-US" sz="4400" noProof="0" dirty="0"/>
              <a:t>Norton’s Theorem II</a:t>
            </a:r>
            <a:endParaRPr lang="en-US" sz="44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F9D94-137F-441D-8245-D477B46E924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09"/>
            <a:ext cx="8458200" cy="1606441"/>
          </a:xfrm>
        </p:spPr>
        <p:txBody>
          <a:bodyPr>
            <a:no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Norton current I</a:t>
            </a:r>
            <a:r>
              <a:rPr lang="en-US" altLang="en-US" sz="3200" baseline="-25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found by short circuiting the circuit’s terminals and measuring the resulting current.</a:t>
            </a: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2534046C-2482-4818-8932-5C2616CC50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4560884"/>
              </p:ext>
            </p:extLst>
          </p:nvPr>
        </p:nvGraphicFramePr>
        <p:xfrm>
          <a:off x="2222495" y="2955039"/>
          <a:ext cx="1340680" cy="6522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69800" imgH="228600" progId="Equation.DSMT4">
                  <p:embed/>
                </p:oleObj>
              </mc:Choice>
              <mc:Fallback>
                <p:oleObj name="Equation" r:id="rId3" imgW="469800" imgH="228600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2534046C-2482-4818-8932-5C2616CC50A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22495" y="2955039"/>
                        <a:ext cx="1340680" cy="6522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745F3BA6-7451-4A75-BA27-2FDA56B316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5182" y="3875100"/>
            <a:ext cx="4203300" cy="2077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77815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CC1D9-AB6A-47F5-BABB-4F4AF03E6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304800"/>
            <a:ext cx="8458200" cy="678611"/>
          </a:xfrm>
        </p:spPr>
        <p:txBody>
          <a:bodyPr>
            <a:noAutofit/>
          </a:bodyPr>
          <a:lstStyle/>
          <a:p>
            <a:r>
              <a:rPr lang="en-US" altLang="en-US" sz="4400" noProof="0" dirty="0"/>
              <a:t>Norton versus Thevenin</a:t>
            </a:r>
            <a:endParaRPr lang="en-US" sz="44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F9D94-137F-441D-8245-D477B46E924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1" y="1260085"/>
            <a:ext cx="8458199" cy="2946156"/>
          </a:xfrm>
        </p:spPr>
        <p:txBody>
          <a:bodyPr>
            <a:no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two equivalent circuits can be related to each other.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need only look at source transformation to understand this.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Norton current and </a:t>
            </a:r>
            <a:r>
              <a:rPr lang="en-US" altLang="en-US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Thevein</a:t>
            </a: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voltage are related to each other as follows:</a:t>
            </a: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3AE9C636-335F-41A6-AC71-6532596E62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4608672"/>
              </p:ext>
            </p:extLst>
          </p:nvPr>
        </p:nvGraphicFramePr>
        <p:xfrm>
          <a:off x="3189753" y="4582666"/>
          <a:ext cx="1833471" cy="135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83920" imgH="431640" progId="Equation.DSMT4">
                  <p:embed/>
                </p:oleObj>
              </mc:Choice>
              <mc:Fallback>
                <p:oleObj name="Equation" r:id="rId3" imgW="583920" imgH="431640" progId="Equation.DSMT4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3AE9C636-335F-41A6-AC71-6532596E62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89753" y="4582666"/>
                        <a:ext cx="1833471" cy="1355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6353496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CC1D9-AB6A-47F5-BABB-4F4AF03E6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304800"/>
            <a:ext cx="8458200" cy="678611"/>
          </a:xfrm>
        </p:spPr>
        <p:txBody>
          <a:bodyPr>
            <a:noAutofit/>
          </a:bodyPr>
          <a:lstStyle/>
          <a:p>
            <a:r>
              <a:rPr lang="en-US" altLang="en-US" sz="4400" noProof="0" dirty="0"/>
              <a:t>Norton versus Thevenin II</a:t>
            </a:r>
            <a:endParaRPr lang="en-US" sz="44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F9D94-137F-441D-8245-D477B46E924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1" y="1260085"/>
            <a:ext cx="8458199" cy="4026810"/>
          </a:xfrm>
        </p:spPr>
        <p:txBody>
          <a:bodyPr>
            <a:no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V</a:t>
            </a:r>
            <a:r>
              <a:rPr lang="en-US" altLang="en-US" baseline="-25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</a:t>
            </a:r>
            <a:r>
              <a:rPr lang="en-US" altLang="en-US" baseline="-25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(R</a:t>
            </a:r>
            <a:r>
              <a:rPr lang="en-US" altLang="en-US" baseline="-25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=R</a:t>
            </a:r>
            <a:r>
              <a:rPr lang="en-US" altLang="en-US" baseline="-25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related, finding the Thevenin or Norton equivalent circuit requires that we find: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open-circuit voltage across terminals </a:t>
            </a:r>
            <a:r>
              <a:rPr lang="en-US" altLang="en-US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and b</a:t>
            </a: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short-circuit current at terminals </a:t>
            </a:r>
            <a:r>
              <a:rPr lang="en-US" altLang="en-US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and b</a:t>
            </a: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equivalent or input resistance at terminals </a:t>
            </a:r>
            <a:r>
              <a:rPr lang="en-US" altLang="en-US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and b</a:t>
            </a: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 independent sources are turned off.</a:t>
            </a:r>
          </a:p>
        </p:txBody>
      </p:sp>
    </p:spTree>
    <p:extLst>
      <p:ext uri="{BB962C8B-B14F-4D97-AF65-F5344CB8AC3E}">
        <p14:creationId xmlns:p14="http://schemas.microsoft.com/office/powerpoint/2010/main" val="169487723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622E6F8-E8F6-42FC-B5DB-03FEF87C0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500" y="158943"/>
            <a:ext cx="7056934" cy="5252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405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4BAB0CC-D46F-4D05-B170-5D382FD84E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591" y="482409"/>
            <a:ext cx="7636287" cy="4711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6703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CCB9DDB-4C06-428E-B663-90C698D00E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087" y="167619"/>
            <a:ext cx="8208660" cy="5930742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7EE6FA8C-120F-A7B6-9101-8212ACD96B72}"/>
              </a:ext>
            </a:extLst>
          </p:cNvPr>
          <p:cNvGrpSpPr/>
          <p:nvPr/>
        </p:nvGrpSpPr>
        <p:grpSpPr>
          <a:xfrm>
            <a:off x="5663380" y="4172370"/>
            <a:ext cx="700200" cy="337320"/>
            <a:chOff x="5663380" y="4172370"/>
            <a:chExt cx="700200" cy="337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272AABD-212B-F5CC-4441-2481911C4934}"/>
                    </a:ext>
                  </a:extLst>
                </p14:cNvPr>
                <p14:cNvContentPartPr/>
                <p14:nvPr/>
              </p14:nvContentPartPr>
              <p14:xfrm>
                <a:off x="5663380" y="4376130"/>
                <a:ext cx="700200" cy="1335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272AABD-212B-F5CC-4441-2481911C4934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657260" y="4370010"/>
                  <a:ext cx="71244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BB9728D-8547-1686-5858-F4FD69A00F02}"/>
                    </a:ext>
                  </a:extLst>
                </p14:cNvPr>
                <p14:cNvContentPartPr/>
                <p14:nvPr/>
              </p14:nvContentPartPr>
              <p14:xfrm>
                <a:off x="5855620" y="4172370"/>
                <a:ext cx="81720" cy="1414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BB9728D-8547-1686-5858-F4FD69A00F0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849500" y="4166250"/>
                  <a:ext cx="9396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B1575DE-A4F3-4492-1882-8AF7B606C930}"/>
                    </a:ext>
                  </a:extLst>
                </p14:cNvPr>
                <p14:cNvContentPartPr/>
                <p14:nvPr/>
              </p14:nvContentPartPr>
              <p14:xfrm>
                <a:off x="5846620" y="4320690"/>
                <a:ext cx="103320" cy="169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B1575DE-A4F3-4492-1882-8AF7B606C93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840500" y="4314570"/>
                  <a:ext cx="115560" cy="2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D562BA2-4650-411B-85B3-B23B54B374AD}"/>
              </a:ext>
            </a:extLst>
          </p:cNvPr>
          <p:cNvGrpSpPr/>
          <p:nvPr/>
        </p:nvGrpSpPr>
        <p:grpSpPr>
          <a:xfrm>
            <a:off x="1505740" y="5489610"/>
            <a:ext cx="743400" cy="584640"/>
            <a:chOff x="1505740" y="5489610"/>
            <a:chExt cx="743400" cy="58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10C986A-8933-1778-D7AE-BD97B342EA2E}"/>
                    </a:ext>
                  </a:extLst>
                </p14:cNvPr>
                <p14:cNvContentPartPr/>
                <p14:nvPr/>
              </p14:nvContentPartPr>
              <p14:xfrm>
                <a:off x="1507540" y="5602290"/>
                <a:ext cx="532440" cy="2689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10C986A-8933-1778-D7AE-BD97B342EA2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501420" y="5596170"/>
                  <a:ext cx="54468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A097960-B077-2437-89BA-9F8594EE8621}"/>
                    </a:ext>
                  </a:extLst>
                </p14:cNvPr>
                <p14:cNvContentPartPr/>
                <p14:nvPr/>
              </p14:nvContentPartPr>
              <p14:xfrm>
                <a:off x="1653340" y="5947170"/>
                <a:ext cx="50040" cy="1270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A097960-B077-2437-89BA-9F8594EE862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647220" y="5941050"/>
                  <a:ext cx="6228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67FB19D-CEFA-5F95-D037-349D7948A450}"/>
                    </a:ext>
                  </a:extLst>
                </p14:cNvPr>
                <p14:cNvContentPartPr/>
                <p14:nvPr/>
              </p14:nvContentPartPr>
              <p14:xfrm>
                <a:off x="1780420" y="5899650"/>
                <a:ext cx="159120" cy="1285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67FB19D-CEFA-5F95-D037-349D7948A45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774300" y="5893530"/>
                  <a:ext cx="17136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64BBF14-0331-A9C1-DDE9-2B4E0CCC24DF}"/>
                    </a:ext>
                  </a:extLst>
                </p14:cNvPr>
                <p14:cNvContentPartPr/>
                <p14:nvPr/>
              </p14:nvContentPartPr>
              <p14:xfrm>
                <a:off x="1505740" y="5489610"/>
                <a:ext cx="211320" cy="2095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64BBF14-0331-A9C1-DDE9-2B4E0CCC24DF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499620" y="5483490"/>
                  <a:ext cx="22356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826A701-E590-386B-4A40-991E2D72FFE4}"/>
                    </a:ext>
                  </a:extLst>
                </p14:cNvPr>
                <p14:cNvContentPartPr/>
                <p14:nvPr/>
              </p14:nvContentPartPr>
              <p14:xfrm>
                <a:off x="2003980" y="5889210"/>
                <a:ext cx="62640" cy="320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826A701-E590-386B-4A40-991E2D72FFE4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997860" y="5883090"/>
                  <a:ext cx="7488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51C920E-4E79-A717-B214-9FC7CA52EB64}"/>
                    </a:ext>
                  </a:extLst>
                </p14:cNvPr>
                <p14:cNvContentPartPr/>
                <p14:nvPr/>
              </p14:nvContentPartPr>
              <p14:xfrm>
                <a:off x="2019100" y="5859690"/>
                <a:ext cx="43200" cy="842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51C920E-4E79-A717-B214-9FC7CA52EB64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012980" y="5853570"/>
                  <a:ext cx="5544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5CDBF12-3ECB-D3D9-3DB1-E77DF52C413F}"/>
                    </a:ext>
                  </a:extLst>
                </p14:cNvPr>
                <p14:cNvContentPartPr/>
                <p14:nvPr/>
              </p14:nvContentPartPr>
              <p14:xfrm>
                <a:off x="2127820" y="5779050"/>
                <a:ext cx="121320" cy="1227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5CDBF12-3ECB-D3D9-3DB1-E77DF52C413F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121700" y="5772930"/>
                  <a:ext cx="133560" cy="13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4B36E57-884C-710E-D107-F8D528074A07}"/>
              </a:ext>
            </a:extLst>
          </p:cNvPr>
          <p:cNvGrpSpPr/>
          <p:nvPr/>
        </p:nvGrpSpPr>
        <p:grpSpPr>
          <a:xfrm>
            <a:off x="2121700" y="5281170"/>
            <a:ext cx="700560" cy="340560"/>
            <a:chOff x="2121700" y="5281170"/>
            <a:chExt cx="700560" cy="340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CBB79FF-42E1-99CF-0EDC-8404878407B6}"/>
                    </a:ext>
                  </a:extLst>
                </p14:cNvPr>
                <p14:cNvContentPartPr/>
                <p14:nvPr/>
              </p14:nvContentPartPr>
              <p14:xfrm>
                <a:off x="2133220" y="5475570"/>
                <a:ext cx="46080" cy="1461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CBB79FF-42E1-99CF-0EDC-8404878407B6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127100" y="5469450"/>
                  <a:ext cx="5832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6A48F5D-5809-35FD-588A-83EF0DA917A8}"/>
                    </a:ext>
                  </a:extLst>
                </p14:cNvPr>
                <p14:cNvContentPartPr/>
                <p14:nvPr/>
              </p14:nvContentPartPr>
              <p14:xfrm>
                <a:off x="2121700" y="5509770"/>
                <a:ext cx="95760" cy="651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6A48F5D-5809-35FD-588A-83EF0DA917A8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115580" y="5503650"/>
                  <a:ext cx="10800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1CD4E25-73B8-1D4E-E8A4-75426E3DDE3D}"/>
                    </a:ext>
                  </a:extLst>
                </p14:cNvPr>
                <p14:cNvContentPartPr/>
                <p14:nvPr/>
              </p14:nvContentPartPr>
              <p14:xfrm>
                <a:off x="2261380" y="5427330"/>
                <a:ext cx="149760" cy="1166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1CD4E25-73B8-1D4E-E8A4-75426E3DDE3D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255260" y="5421210"/>
                  <a:ext cx="16200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9F87F17-86E7-F36F-4232-9730F1DA2286}"/>
                    </a:ext>
                  </a:extLst>
                </p14:cNvPr>
                <p14:cNvContentPartPr/>
                <p14:nvPr/>
              </p14:nvContentPartPr>
              <p14:xfrm>
                <a:off x="2448940" y="5474130"/>
                <a:ext cx="9000" cy="208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9F87F17-86E7-F36F-4232-9730F1DA2286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442820" y="5468010"/>
                  <a:ext cx="2124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709E313-9089-4229-CF56-8897B719A6D6}"/>
                    </a:ext>
                  </a:extLst>
                </p14:cNvPr>
                <p14:cNvContentPartPr/>
                <p14:nvPr/>
              </p14:nvContentPartPr>
              <p14:xfrm>
                <a:off x="2494660" y="5342370"/>
                <a:ext cx="146520" cy="1033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709E313-9089-4229-CF56-8897B719A6D6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488540" y="5336250"/>
                  <a:ext cx="15876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1778686-7521-BF66-22FB-24393435C9D7}"/>
                    </a:ext>
                  </a:extLst>
                </p14:cNvPr>
                <p14:cNvContentPartPr/>
                <p14:nvPr/>
              </p14:nvContentPartPr>
              <p14:xfrm>
                <a:off x="2637940" y="5281170"/>
                <a:ext cx="131040" cy="1306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1778686-7521-BF66-22FB-24393435C9D7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631820" y="5275050"/>
                  <a:ext cx="14328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C220E0E-AA1B-326F-858C-5566419E231B}"/>
                    </a:ext>
                  </a:extLst>
                </p14:cNvPr>
                <p14:cNvContentPartPr/>
                <p14:nvPr/>
              </p14:nvContentPartPr>
              <p14:xfrm>
                <a:off x="2712460" y="5345250"/>
                <a:ext cx="109800" cy="309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C220E0E-AA1B-326F-858C-5566419E231B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706340" y="5339130"/>
                  <a:ext cx="122040" cy="43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5A8C40A0-E001-198E-891D-95F418DEFD17}"/>
                  </a:ext>
                </a:extLst>
              </p14:cNvPr>
              <p14:cNvContentPartPr/>
              <p14:nvPr/>
            </p14:nvContentPartPr>
            <p14:xfrm>
              <a:off x="3475660" y="5860050"/>
              <a:ext cx="886680" cy="11448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5A8C40A0-E001-198E-891D-95F418DEFD17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3469540" y="5853930"/>
                <a:ext cx="898920" cy="126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4853067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6F04EF2-8C15-4194-BC80-7B009E47B7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0785"/>
            <a:ext cx="9144000" cy="5816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9366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78557E5-DB31-4BF3-B036-D7D972D935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025" y="0"/>
            <a:ext cx="8118258" cy="6400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2304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F1DB9A4-4F6E-4787-96D4-50C54D4C59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04" y="0"/>
            <a:ext cx="89623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80636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BF559B-5DEB-4391-9666-5CAB38DC74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018" y="2576945"/>
            <a:ext cx="6502400" cy="403611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801AAE4-744F-4007-947C-D500BA1EEA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22" y="0"/>
            <a:ext cx="9144000" cy="2924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6035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4A09F01-BF37-480A-89BE-DD1740C92A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2613"/>
            <a:ext cx="9144000" cy="6392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04841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D1C06D7-3910-47BB-B182-10DD62465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24" y="386550"/>
            <a:ext cx="8872267" cy="4733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22227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3006CEC-B3EE-4435-B622-3074F8639F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15291"/>
            <a:ext cx="9144000" cy="3827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0287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D5167D6-6E37-430C-8D45-635EED718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5051"/>
            <a:ext cx="9144000" cy="6233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53630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5D6F3487-E1D3-4C31-AA4C-F0FFBA20FAE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94671" y="0"/>
            <a:ext cx="8910784" cy="197658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5DAA977-2751-40B0-B82F-00C6A5981F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650" y="1976581"/>
            <a:ext cx="2559888" cy="300660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954990" y="1950415"/>
            <a:ext cx="5913359" cy="2667397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dirty="0">
                <a:solidFill>
                  <a:srgbClr val="C00000"/>
                </a:solidFill>
                <a:latin typeface="Times New Roman"/>
              </a:rPr>
              <a:t>Verification by Nodal Analysis</a:t>
            </a:r>
          </a:p>
          <a:p>
            <a:pPr algn="l">
              <a:spcAft>
                <a:spcPts val="800"/>
              </a:spcAft>
            </a:pPr>
            <a:r>
              <a:rPr sz="1300" b="0" dirty="0">
                <a:solidFill>
                  <a:srgbClr val="1A1A1A"/>
                </a:solidFill>
                <a:latin typeface="Times New Roman"/>
              </a:rPr>
              <a:t>Let Vᴀ = node between the 15 V source and the 4 A source, </a:t>
            </a:r>
            <a:r>
              <a:rPr sz="1300" b="0" dirty="0" err="1">
                <a:solidFill>
                  <a:srgbClr val="1A1A1A"/>
                </a:solidFill>
                <a:latin typeface="Times New Roman"/>
              </a:rPr>
              <a:t>Vʙ</a:t>
            </a:r>
            <a:r>
              <a:rPr sz="1300" b="0" dirty="0">
                <a:solidFill>
                  <a:srgbClr val="1A1A1A"/>
                </a:solidFill>
                <a:latin typeface="Times New Roman"/>
              </a:rPr>
              <a:t> = node a (terminal), with terminal b as reference (0 V).</a:t>
            </a:r>
          </a:p>
          <a:p>
            <a:pPr>
              <a:spcAft>
                <a:spcPts val="600"/>
              </a:spcAft>
            </a:pPr>
            <a:r>
              <a:rPr sz="1400" b="1" dirty="0">
                <a:solidFill>
                  <a:srgbClr val="1F378C"/>
                </a:solidFill>
                <a:latin typeface="Times New Roman"/>
              </a:rPr>
              <a:t>KCL at A: </a:t>
            </a:r>
            <a:r>
              <a:rPr lang="en-CA" sz="1400" b="1" dirty="0">
                <a:solidFill>
                  <a:srgbClr val="1F378C"/>
                </a:solidFill>
                <a:latin typeface="Times New Roman"/>
              </a:rPr>
              <a:t>i1+4=i2 ⟶ </a:t>
            </a:r>
            <a:r>
              <a:rPr sz="1400" b="1" dirty="0">
                <a:solidFill>
                  <a:srgbClr val="1F378C"/>
                </a:solidFill>
                <a:latin typeface="Times New Roman"/>
              </a:rPr>
              <a:t> (15 − Vᴀ)/3 + 4 = (Vᴀ − </a:t>
            </a:r>
            <a:r>
              <a:rPr sz="1400" b="1" dirty="0" err="1">
                <a:solidFill>
                  <a:srgbClr val="1F378C"/>
                </a:solidFill>
                <a:latin typeface="Times New Roman"/>
              </a:rPr>
              <a:t>Vʙ</a:t>
            </a:r>
            <a:r>
              <a:rPr sz="1400" b="1" dirty="0">
                <a:solidFill>
                  <a:srgbClr val="1F378C"/>
                </a:solidFill>
                <a:latin typeface="Times New Roman"/>
              </a:rPr>
              <a:t>)/3   ⟶   2Vᴀ − </a:t>
            </a:r>
            <a:r>
              <a:rPr sz="1400" b="1" dirty="0" err="1">
                <a:solidFill>
                  <a:srgbClr val="1F378C"/>
                </a:solidFill>
                <a:latin typeface="Times New Roman"/>
              </a:rPr>
              <a:t>Vʙ</a:t>
            </a:r>
            <a:r>
              <a:rPr sz="1400" b="1" dirty="0">
                <a:solidFill>
                  <a:srgbClr val="1F378C"/>
                </a:solidFill>
                <a:latin typeface="Times New Roman"/>
              </a:rPr>
              <a:t> = 27</a:t>
            </a:r>
          </a:p>
          <a:p>
            <a:pPr>
              <a:spcAft>
                <a:spcPts val="600"/>
              </a:spcAft>
            </a:pPr>
            <a:r>
              <a:rPr sz="1400" b="1" dirty="0">
                <a:solidFill>
                  <a:srgbClr val="1F378C"/>
                </a:solidFill>
                <a:latin typeface="Times New Roman"/>
              </a:rPr>
              <a:t>KCL at B:  </a:t>
            </a:r>
            <a:r>
              <a:rPr lang="en-CA" sz="1400" b="1" dirty="0">
                <a:solidFill>
                  <a:srgbClr val="1F378C"/>
                </a:solidFill>
                <a:latin typeface="Times New Roman"/>
              </a:rPr>
              <a:t>i2=i2 ⟶ </a:t>
            </a:r>
            <a:r>
              <a:rPr sz="1400" b="1" dirty="0">
                <a:solidFill>
                  <a:srgbClr val="1F378C"/>
                </a:solidFill>
                <a:latin typeface="Times New Roman"/>
              </a:rPr>
              <a:t>(Vᴀ − </a:t>
            </a:r>
            <a:r>
              <a:rPr sz="1400" b="1" dirty="0" err="1">
                <a:solidFill>
                  <a:srgbClr val="1F378C"/>
                </a:solidFill>
                <a:latin typeface="Times New Roman"/>
              </a:rPr>
              <a:t>Vʙ</a:t>
            </a:r>
            <a:r>
              <a:rPr sz="1400" b="1" dirty="0">
                <a:solidFill>
                  <a:srgbClr val="1F378C"/>
                </a:solidFill>
                <a:latin typeface="Times New Roman"/>
              </a:rPr>
              <a:t>)/3 = </a:t>
            </a:r>
            <a:r>
              <a:rPr lang="en-CA" sz="1400" b="1" dirty="0">
                <a:solidFill>
                  <a:srgbClr val="1F378C"/>
                </a:solidFill>
                <a:latin typeface="Times New Roman"/>
              </a:rPr>
              <a:t>(</a:t>
            </a:r>
            <a:r>
              <a:rPr sz="1400" b="1" dirty="0" err="1">
                <a:solidFill>
                  <a:srgbClr val="1F378C"/>
                </a:solidFill>
                <a:latin typeface="Times New Roman"/>
              </a:rPr>
              <a:t>Vʙ</a:t>
            </a:r>
            <a:r>
              <a:rPr lang="en-CA" sz="1400" b="1" dirty="0">
                <a:solidFill>
                  <a:srgbClr val="1F378C"/>
                </a:solidFill>
                <a:latin typeface="Times New Roman"/>
              </a:rPr>
              <a:t>-0)</a:t>
            </a:r>
            <a:r>
              <a:rPr sz="1400" b="1" dirty="0">
                <a:solidFill>
                  <a:srgbClr val="1F378C"/>
                </a:solidFill>
                <a:latin typeface="Times New Roman"/>
              </a:rPr>
              <a:t>/6   ⟶   Vᴀ = 1.5 </a:t>
            </a:r>
            <a:r>
              <a:rPr sz="1400" b="1" dirty="0" err="1">
                <a:solidFill>
                  <a:srgbClr val="1F378C"/>
                </a:solidFill>
                <a:latin typeface="Times New Roman"/>
              </a:rPr>
              <a:t>Vʙ</a:t>
            </a:r>
            <a:endParaRPr sz="1400" b="1" dirty="0">
              <a:solidFill>
                <a:srgbClr val="1F378C"/>
              </a:solidFill>
              <a:latin typeface="Times New Roman"/>
            </a:endParaRPr>
          </a:p>
          <a:p>
            <a:pPr algn="l">
              <a:spcAft>
                <a:spcPts val="1000"/>
              </a:spcAft>
            </a:pPr>
            <a:r>
              <a:rPr sz="1500" b="1" dirty="0">
                <a:solidFill>
                  <a:srgbClr val="1F378C"/>
                </a:solidFill>
                <a:latin typeface="Times New Roman"/>
              </a:rPr>
              <a:t>Solving the two equations:  </a:t>
            </a:r>
            <a:r>
              <a:rPr sz="1500" b="1" dirty="0" err="1">
                <a:solidFill>
                  <a:srgbClr val="1F378C"/>
                </a:solidFill>
                <a:latin typeface="Times New Roman"/>
              </a:rPr>
              <a:t>Vʙ</a:t>
            </a:r>
            <a:r>
              <a:rPr sz="1500" b="1" dirty="0">
                <a:solidFill>
                  <a:srgbClr val="1F378C"/>
                </a:solidFill>
                <a:latin typeface="Times New Roman"/>
              </a:rPr>
              <a:t> = 13.5 V</a:t>
            </a:r>
          </a:p>
          <a:p>
            <a:pPr algn="l">
              <a:spcAft>
                <a:spcPts val="400"/>
              </a:spcAft>
            </a:pPr>
            <a:r>
              <a:rPr sz="1600" b="1" dirty="0">
                <a:solidFill>
                  <a:srgbClr val="C00000"/>
                </a:solidFill>
                <a:latin typeface="Times New Roman"/>
              </a:rPr>
              <a:t>Vᴛ</a:t>
            </a:r>
            <a:r>
              <a:rPr lang="en-CA" sz="1600" b="1" dirty="0">
                <a:solidFill>
                  <a:srgbClr val="C00000"/>
                </a:solidFill>
                <a:latin typeface="Times New Roman"/>
              </a:rPr>
              <a:t>h</a:t>
            </a:r>
            <a:r>
              <a:rPr sz="1600" b="1" dirty="0">
                <a:solidFill>
                  <a:srgbClr val="C00000"/>
                </a:solidFill>
                <a:latin typeface="Times New Roman"/>
              </a:rPr>
              <a:t> = </a:t>
            </a:r>
            <a:r>
              <a:rPr sz="1600" b="1" dirty="0" err="1">
                <a:solidFill>
                  <a:srgbClr val="C00000"/>
                </a:solidFill>
                <a:latin typeface="Times New Roman"/>
              </a:rPr>
              <a:t>Vʙ</a:t>
            </a:r>
            <a:r>
              <a:rPr sz="1600" b="1" dirty="0">
                <a:solidFill>
                  <a:srgbClr val="C00000"/>
                </a:solidFill>
                <a:latin typeface="Times New Roman"/>
              </a:rPr>
              <a:t> = 13.5 V</a:t>
            </a:r>
          </a:p>
          <a:p>
            <a:pPr algn="l">
              <a:spcAft>
                <a:spcPts val="0"/>
              </a:spcAft>
            </a:pPr>
            <a:r>
              <a:rPr sz="1600" b="1" dirty="0">
                <a:solidFill>
                  <a:srgbClr val="C00000"/>
                </a:solidFill>
                <a:latin typeface="Times New Roman"/>
              </a:rPr>
              <a:t>I</a:t>
            </a:r>
            <a:r>
              <a:rPr lang="en-CA" sz="1600" b="1" dirty="0">
                <a:solidFill>
                  <a:srgbClr val="C00000"/>
                </a:solidFill>
                <a:latin typeface="Times New Roman"/>
              </a:rPr>
              <a:t>N</a:t>
            </a:r>
            <a:r>
              <a:rPr sz="1600" b="1" dirty="0">
                <a:solidFill>
                  <a:srgbClr val="C00000"/>
                </a:solidFill>
                <a:latin typeface="Times New Roman"/>
              </a:rPr>
              <a:t> = Vᴛ</a:t>
            </a:r>
            <a:r>
              <a:rPr lang="en-CA" sz="1600" b="1" dirty="0">
                <a:solidFill>
                  <a:srgbClr val="C00000"/>
                </a:solidFill>
                <a:latin typeface="Times New Roman"/>
              </a:rPr>
              <a:t>h</a:t>
            </a:r>
            <a:r>
              <a:rPr sz="1600" b="1" dirty="0">
                <a:solidFill>
                  <a:srgbClr val="C00000"/>
                </a:solidFill>
                <a:latin typeface="Times New Roman"/>
              </a:rPr>
              <a:t> / Rᴛ</a:t>
            </a:r>
            <a:r>
              <a:rPr lang="en-CA" sz="1600" b="1" dirty="0">
                <a:solidFill>
                  <a:srgbClr val="C00000"/>
                </a:solidFill>
                <a:latin typeface="Times New Roman"/>
              </a:rPr>
              <a:t>h</a:t>
            </a:r>
            <a:r>
              <a:rPr sz="1600" b="1" dirty="0">
                <a:solidFill>
                  <a:srgbClr val="C00000"/>
                </a:solidFill>
                <a:latin typeface="Times New Roman"/>
              </a:rPr>
              <a:t> = 13.5 / 3 = 4.5 A   ✓  (confirms Rₙ = 3 Ω, Iₙ = 4.5 A)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B9E57457-5E5A-4C00-B535-72AC0F61C26D}"/>
              </a:ext>
            </a:extLst>
          </p:cNvPr>
          <p:cNvSpPr/>
          <p:nvPr/>
        </p:nvSpPr>
        <p:spPr>
          <a:xfrm rot="5400000">
            <a:off x="883584" y="4292100"/>
            <a:ext cx="4023360" cy="0"/>
          </a:xfrm>
          <a:prstGeom prst="line">
            <a:avLst/>
          </a:prstGeom>
          <a:solidFill>
            <a:srgbClr val="E71224">
              <a:alpha val="5000"/>
            </a:srgbClr>
          </a:solidFill>
          <a:ln w="18000">
            <a:solidFill>
              <a:srgbClr val="E712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 anchorCtr="1"/>
          <a:lstStyle/>
          <a:p>
            <a:endParaRPr lang="en-US">
              <a:solidFill>
                <a:srgbClr val="E71224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5DA40F-F365-B029-17D8-851F2D4C78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1290" y="4721826"/>
            <a:ext cx="2345288" cy="1198832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FE7C9374-7BAD-9F37-7100-3301A38BB24A}"/>
              </a:ext>
            </a:extLst>
          </p:cNvPr>
          <p:cNvGrpSpPr/>
          <p:nvPr/>
        </p:nvGrpSpPr>
        <p:grpSpPr>
          <a:xfrm>
            <a:off x="5296382" y="4721825"/>
            <a:ext cx="1578240" cy="1004400"/>
            <a:chOff x="6085498" y="4768851"/>
            <a:chExt cx="1578240" cy="1004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11B1221A-3BA9-9354-B5F8-4B51277E8267}"/>
                    </a:ext>
                  </a:extLst>
                </p14:cNvPr>
                <p14:cNvContentPartPr/>
                <p14:nvPr/>
              </p14:nvContentPartPr>
              <p14:xfrm>
                <a:off x="6085498" y="5005371"/>
                <a:ext cx="1142640" cy="7678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11B1221A-3BA9-9354-B5F8-4B51277E8267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081178" y="5001051"/>
                  <a:ext cx="1151280" cy="77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07007B5-B8EF-130F-1D94-710456A6AB80}"/>
                    </a:ext>
                  </a:extLst>
                </p14:cNvPr>
                <p14:cNvContentPartPr/>
                <p14:nvPr/>
              </p14:nvContentPartPr>
              <p14:xfrm>
                <a:off x="6200338" y="4785771"/>
                <a:ext cx="122400" cy="1206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07007B5-B8EF-130F-1D94-710456A6AB8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196018" y="4781451"/>
                  <a:ext cx="13104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6B78979-E112-5FAD-5CEB-863C72D6C723}"/>
                    </a:ext>
                  </a:extLst>
                </p14:cNvPr>
                <p14:cNvContentPartPr/>
                <p14:nvPr/>
              </p14:nvContentPartPr>
              <p14:xfrm>
                <a:off x="6342538" y="4770291"/>
                <a:ext cx="225720" cy="709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6B78979-E112-5FAD-5CEB-863C72D6C723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338218" y="4765971"/>
                  <a:ext cx="23436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C01E7B7-1584-7809-74CA-887CAFD24A77}"/>
                    </a:ext>
                  </a:extLst>
                </p14:cNvPr>
                <p14:cNvContentPartPr/>
                <p14:nvPr/>
              </p14:nvContentPartPr>
              <p14:xfrm>
                <a:off x="6841858" y="4789731"/>
                <a:ext cx="81000" cy="1116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C01E7B7-1584-7809-74CA-887CAFD24A7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837538" y="4785411"/>
                  <a:ext cx="8964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88D6B67-C80A-B6D0-07CB-116EA0E05FBD}"/>
                    </a:ext>
                  </a:extLst>
                </p14:cNvPr>
                <p14:cNvContentPartPr/>
                <p14:nvPr/>
              </p14:nvContentPartPr>
              <p14:xfrm>
                <a:off x="6949138" y="4768851"/>
                <a:ext cx="222840" cy="954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88D6B67-C80A-B6D0-07CB-116EA0E05FBD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944818" y="4764531"/>
                  <a:ext cx="23148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1A438DF-FCB2-33E1-A2F7-F408C6ECFA34}"/>
                    </a:ext>
                  </a:extLst>
                </p14:cNvPr>
                <p14:cNvContentPartPr/>
                <p14:nvPr/>
              </p14:nvContentPartPr>
              <p14:xfrm>
                <a:off x="7330738" y="5278251"/>
                <a:ext cx="94320" cy="1544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1A438DF-FCB2-33E1-A2F7-F408C6ECFA3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326418" y="5273931"/>
                  <a:ext cx="10296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BB85BB5-B405-0176-65DF-15561373453C}"/>
                    </a:ext>
                  </a:extLst>
                </p14:cNvPr>
                <p14:cNvContentPartPr/>
                <p14:nvPr/>
              </p14:nvContentPartPr>
              <p14:xfrm>
                <a:off x="7438018" y="5343051"/>
                <a:ext cx="225720" cy="727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BB85BB5-B405-0176-65DF-15561373453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433698" y="5338731"/>
                  <a:ext cx="234360" cy="81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0AEA562-FC4B-63CA-22E5-23ED57AD1F72}"/>
                  </a:ext>
                </a:extLst>
              </p14:cNvPr>
              <p14:cNvContentPartPr/>
              <p14:nvPr/>
            </p14:nvContentPartPr>
            <p14:xfrm>
              <a:off x="6298982" y="4960505"/>
              <a:ext cx="210600" cy="4248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0AEA562-FC4B-63CA-22E5-23ED57AD1F72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292862" y="4954385"/>
                <a:ext cx="22284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7555D307-15F8-B82A-24DD-0B57425E28D3}"/>
                  </a:ext>
                </a:extLst>
              </p14:cNvPr>
              <p14:cNvContentPartPr/>
              <p14:nvPr/>
            </p14:nvContentPartPr>
            <p14:xfrm>
              <a:off x="10055578" y="4569411"/>
              <a:ext cx="10800" cy="504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7555D307-15F8-B82A-24DD-0B57425E28D3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0049458" y="4563291"/>
                <a:ext cx="23040" cy="1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D0D49971-4E34-76FF-4450-3969560A2E36}"/>
                  </a:ext>
                </a:extLst>
              </p14:cNvPr>
              <p14:cNvContentPartPr/>
              <p14:nvPr/>
            </p14:nvContentPartPr>
            <p14:xfrm>
              <a:off x="10062058" y="5297691"/>
              <a:ext cx="18720" cy="1872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D0D49971-4E34-76FF-4450-3969560A2E36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0055938" y="5291571"/>
                <a:ext cx="3096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C5EEBFE6-C974-4E14-9124-AC9ED44A232B}"/>
                  </a:ext>
                </a:extLst>
              </p14:cNvPr>
              <p14:cNvContentPartPr/>
              <p14:nvPr/>
            </p14:nvContentPartPr>
            <p14:xfrm>
              <a:off x="756058" y="6029931"/>
              <a:ext cx="30240" cy="57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C5EEBFE6-C974-4E14-9124-AC9ED44A232B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749938" y="6023811"/>
                <a:ext cx="4248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1E05C736-17B8-584B-90D5-1563C8898E6D}"/>
                  </a:ext>
                </a:extLst>
              </p14:cNvPr>
              <p14:cNvContentPartPr/>
              <p14:nvPr/>
            </p14:nvContentPartPr>
            <p14:xfrm>
              <a:off x="9887458" y="5149011"/>
              <a:ext cx="71640" cy="3924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1E05C736-17B8-584B-90D5-1563C8898E6D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9881338" y="5142891"/>
                <a:ext cx="83880" cy="51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12FB4529-6E88-A979-6B01-D29923747443}"/>
              </a:ext>
            </a:extLst>
          </p:cNvPr>
          <p:cNvGrpSpPr/>
          <p:nvPr/>
        </p:nvGrpSpPr>
        <p:grpSpPr>
          <a:xfrm>
            <a:off x="6237782" y="4959425"/>
            <a:ext cx="255960" cy="58320"/>
            <a:chOff x="7026898" y="5006451"/>
            <a:chExt cx="255960" cy="58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C2308F2-EA02-C3D9-6CF2-0A3D6EAEAD4E}"/>
                    </a:ext>
                  </a:extLst>
                </p14:cNvPr>
                <p14:cNvContentPartPr/>
                <p14:nvPr/>
              </p14:nvContentPartPr>
              <p14:xfrm>
                <a:off x="7045618" y="5017251"/>
                <a:ext cx="237240" cy="381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C2308F2-EA02-C3D9-6CF2-0A3D6EAEAD4E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039498" y="5011131"/>
                  <a:ext cx="24948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2582019-9CB8-73C8-A2BE-21ED3F3262F6}"/>
                    </a:ext>
                  </a:extLst>
                </p14:cNvPr>
                <p14:cNvContentPartPr/>
                <p14:nvPr/>
              </p14:nvContentPartPr>
              <p14:xfrm>
                <a:off x="7027618" y="5006451"/>
                <a:ext cx="214920" cy="446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2582019-9CB8-73C8-A2BE-21ED3F3262F6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021498" y="5000331"/>
                  <a:ext cx="22716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4E407FF-798C-6855-2F4F-ECF0F522F3DD}"/>
                    </a:ext>
                  </a:extLst>
                </p14:cNvPr>
                <p14:cNvContentPartPr/>
                <p14:nvPr/>
              </p14:nvContentPartPr>
              <p14:xfrm>
                <a:off x="7026898" y="5023731"/>
                <a:ext cx="216720" cy="410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4E407FF-798C-6855-2F4F-ECF0F522F3DD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020778" y="5017611"/>
                  <a:ext cx="228960" cy="5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5550B38-2EEE-561D-7D21-CED6EC00A017}"/>
              </a:ext>
            </a:extLst>
          </p:cNvPr>
          <p:cNvGrpSpPr/>
          <p:nvPr/>
        </p:nvGrpSpPr>
        <p:grpSpPr>
          <a:xfrm>
            <a:off x="6409862" y="5547665"/>
            <a:ext cx="520560" cy="104400"/>
            <a:chOff x="7198978" y="5594691"/>
            <a:chExt cx="520560" cy="104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03BED19-A678-4C3C-6B78-4E9FF88A5113}"/>
                    </a:ext>
                  </a:extLst>
                </p14:cNvPr>
                <p14:cNvContentPartPr/>
                <p14:nvPr/>
              </p14:nvContentPartPr>
              <p14:xfrm>
                <a:off x="7198978" y="5659131"/>
                <a:ext cx="154080" cy="234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03BED19-A678-4C3C-6B78-4E9FF88A5113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192858" y="5653011"/>
                  <a:ext cx="16632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BDE6B29-8EE8-AEC8-5EE4-81186597A4D7}"/>
                    </a:ext>
                  </a:extLst>
                </p14:cNvPr>
                <p14:cNvContentPartPr/>
                <p14:nvPr/>
              </p14:nvContentPartPr>
              <p14:xfrm>
                <a:off x="7585978" y="5594691"/>
                <a:ext cx="133560" cy="993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BDE6B29-8EE8-AEC8-5EE4-81186597A4D7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579858" y="5588571"/>
                  <a:ext cx="14580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968ED67-AA21-42D0-2766-88D228453BE9}"/>
                    </a:ext>
                  </a:extLst>
                </p14:cNvPr>
                <p14:cNvContentPartPr/>
                <p14:nvPr/>
              </p14:nvContentPartPr>
              <p14:xfrm>
                <a:off x="7362058" y="5651931"/>
                <a:ext cx="42120" cy="471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968ED67-AA21-42D0-2766-88D228453BE9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355938" y="5645811"/>
                  <a:ext cx="54360" cy="5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73BA625-9686-9FBA-082C-4498310F4F71}"/>
              </a:ext>
            </a:extLst>
          </p:cNvPr>
          <p:cNvGrpSpPr/>
          <p:nvPr/>
        </p:nvGrpSpPr>
        <p:grpSpPr>
          <a:xfrm>
            <a:off x="6289622" y="4929545"/>
            <a:ext cx="420120" cy="79200"/>
            <a:chOff x="7078738" y="4976571"/>
            <a:chExt cx="420120" cy="79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C1A6D5C-FDAB-582B-4632-18D25F08ACBA}"/>
                    </a:ext>
                  </a:extLst>
                </p14:cNvPr>
                <p14:cNvContentPartPr/>
                <p14:nvPr/>
              </p14:nvContentPartPr>
              <p14:xfrm>
                <a:off x="7078738" y="5042451"/>
                <a:ext cx="29160" cy="133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C1A6D5C-FDAB-582B-4632-18D25F08ACBA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7072618" y="5036331"/>
                  <a:ext cx="4140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A618353-03BA-A481-F8C7-2E1DC8A15BAE}"/>
                    </a:ext>
                  </a:extLst>
                </p14:cNvPr>
                <p14:cNvContentPartPr/>
                <p14:nvPr/>
              </p14:nvContentPartPr>
              <p14:xfrm>
                <a:off x="7109698" y="5014731"/>
                <a:ext cx="148320" cy="252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A618353-03BA-A481-F8C7-2E1DC8A15BAE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103578" y="5008611"/>
                  <a:ext cx="1605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B19AFB2-1415-0A1F-7126-2E51E2AE99B2}"/>
                    </a:ext>
                  </a:extLst>
                </p14:cNvPr>
                <p14:cNvContentPartPr/>
                <p14:nvPr/>
              </p14:nvContentPartPr>
              <p14:xfrm>
                <a:off x="7403458" y="4976571"/>
                <a:ext cx="95400" cy="442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B19AFB2-1415-0A1F-7126-2E51E2AE99B2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397338" y="4970451"/>
                  <a:ext cx="10764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F218A7E-3F00-DB0C-2C68-DD8B1B9FC6FD}"/>
                    </a:ext>
                  </a:extLst>
                </p14:cNvPr>
                <p14:cNvContentPartPr/>
                <p14:nvPr/>
              </p14:nvContentPartPr>
              <p14:xfrm>
                <a:off x="7252618" y="5030211"/>
                <a:ext cx="8640" cy="97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F218A7E-3F00-DB0C-2C68-DD8B1B9FC6FD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7246498" y="5024091"/>
                  <a:ext cx="2088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2B9740F-8A10-8D42-26CC-D51D401666E2}"/>
                    </a:ext>
                  </a:extLst>
                </p14:cNvPr>
                <p14:cNvContentPartPr/>
                <p14:nvPr/>
              </p14:nvContentPartPr>
              <p14:xfrm>
                <a:off x="7230298" y="5006091"/>
                <a:ext cx="25560" cy="219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2B9740F-8A10-8D42-26CC-D51D401666E2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7224178" y="4999971"/>
                  <a:ext cx="37800" cy="342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D382DD4D-2BAB-F8FE-7E53-B848DFE36450}"/>
              </a:ext>
            </a:extLst>
          </p:cNvPr>
          <p:cNvSpPr txBox="1"/>
          <p:nvPr/>
        </p:nvSpPr>
        <p:spPr>
          <a:xfrm>
            <a:off x="3532052" y="5987257"/>
            <a:ext cx="25206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RN=RTH=(3+3)II 6=6II6=</a:t>
            </a:r>
            <a:r>
              <a:rPr lang="el-GR" sz="1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 Ω</a:t>
            </a:r>
            <a:endParaRPr lang="en-CA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F5AF0E8-B11C-3B95-E4FE-717DE5C4B522}"/>
              </a:ext>
            </a:extLst>
          </p:cNvPr>
          <p:cNvSpPr txBox="1"/>
          <p:nvPr/>
        </p:nvSpPr>
        <p:spPr>
          <a:xfrm>
            <a:off x="6382862" y="1952415"/>
            <a:ext cx="2304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 err="1">
                <a:solidFill>
                  <a:srgbClr val="C00000"/>
                </a:solidFill>
                <a:latin typeface="Times New Roman"/>
              </a:rPr>
              <a:t>Vᴛh</a:t>
            </a:r>
            <a:r>
              <a:rPr lang="en-CA" b="1" dirty="0">
                <a:solidFill>
                  <a:srgbClr val="C00000"/>
                </a:solidFill>
                <a:latin typeface="Times New Roman"/>
              </a:rPr>
              <a:t> = </a:t>
            </a:r>
            <a:r>
              <a:rPr lang="en-CA" b="1" dirty="0" err="1">
                <a:solidFill>
                  <a:srgbClr val="C00000"/>
                </a:solidFill>
                <a:latin typeface="Times New Roman"/>
              </a:rPr>
              <a:t>Vʙ</a:t>
            </a:r>
            <a:r>
              <a:rPr lang="en-CA" b="1" dirty="0">
                <a:solidFill>
                  <a:srgbClr val="C00000"/>
                </a:solidFill>
                <a:latin typeface="Times New Roman"/>
              </a:rPr>
              <a:t>=V6</a:t>
            </a:r>
            <a:r>
              <a:rPr lang="el-GR" b="1" dirty="0">
                <a:solidFill>
                  <a:srgbClr val="C00000"/>
                </a:solidFill>
                <a:latin typeface="Times New Roman"/>
              </a:rPr>
              <a:t> Ω</a:t>
            </a:r>
            <a:r>
              <a:rPr lang="en-CA" b="1" dirty="0">
                <a:solidFill>
                  <a:srgbClr val="C00000"/>
                </a:solidFill>
                <a:latin typeface="Times New Roman"/>
              </a:rPr>
              <a:t>=</a:t>
            </a:r>
            <a:r>
              <a:rPr lang="en-CA" b="1" dirty="0" err="1">
                <a:solidFill>
                  <a:srgbClr val="C00000"/>
                </a:solidFill>
                <a:latin typeface="Times New Roman"/>
              </a:rPr>
              <a:t>Vab</a:t>
            </a:r>
            <a:endParaRPr lang="en-CA" dirty="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9FC20C62-88FD-55D9-7CAA-4071A5ED6658}"/>
              </a:ext>
            </a:extLst>
      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6962050" y="4250851"/>
            <a:ext cx="2004528" cy="2126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93658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CC1D9-AB6A-47F5-BABB-4F4AF03E6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304800"/>
            <a:ext cx="8458200" cy="678611"/>
          </a:xfrm>
        </p:spPr>
        <p:txBody>
          <a:bodyPr>
            <a:noAutofit/>
          </a:bodyPr>
          <a:lstStyle/>
          <a:p>
            <a:r>
              <a:rPr lang="en-US" altLang="en-US" sz="4400" noProof="0" dirty="0"/>
              <a:t>Maximum Power Transfer</a:t>
            </a:r>
            <a:endParaRPr lang="en-US" sz="44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F9D94-137F-441D-8245-D477B46E924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1" y="1260084"/>
            <a:ext cx="8458199" cy="4375945"/>
          </a:xfrm>
        </p:spPr>
        <p:txBody>
          <a:bodyPr>
            <a:no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many applications, a circuit is designed to power a load.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Among those applications there are many cases where we wish to maximize the power transferred to the load.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Unlike an ideal source, internal resistance will restrict the conditions where maximum power is transferred.</a:t>
            </a:r>
          </a:p>
        </p:txBody>
      </p:sp>
    </p:spTree>
    <p:extLst>
      <p:ext uri="{BB962C8B-B14F-4D97-AF65-F5344CB8AC3E}">
        <p14:creationId xmlns:p14="http://schemas.microsoft.com/office/powerpoint/2010/main" val="352100356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CC1D9-AB6A-47F5-BABB-4F4AF03E6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en-US" sz="4400" noProof="0" dirty="0"/>
              <a:t>Maximum Power Transfer II</a:t>
            </a:r>
            <a:endParaRPr lang="en-US" sz="44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F9D94-137F-441D-8245-D477B46E924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10"/>
            <a:ext cx="8458200" cy="2290400"/>
          </a:xfrm>
        </p:spPr>
        <p:txBody>
          <a:bodyPr>
            <a:no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use the Thevenin equivalent circuit for finding the maximum power in a linear circuit.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will assume that the load resistance can be varied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Looking at the equivalent circuit with load included, the power transferred is:</a:t>
            </a: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2534046C-2482-4818-8932-5C2616CC50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1451956"/>
              </p:ext>
            </p:extLst>
          </p:nvPr>
        </p:nvGraphicFramePr>
        <p:xfrm>
          <a:off x="535884" y="3909770"/>
          <a:ext cx="3243733" cy="13653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06360" imgH="507960" progId="Equation.DSMT4">
                  <p:embed/>
                </p:oleObj>
              </mc:Choice>
              <mc:Fallback>
                <p:oleObj name="Equation" r:id="rId3" imgW="1206360" imgH="507960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2534046C-2482-4818-8932-5C2616CC50A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35884" y="3909770"/>
                        <a:ext cx="3243733" cy="13653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E6297B08-DEBD-4DD0-A25F-7D71F33269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8764" y="3622920"/>
            <a:ext cx="3379130" cy="2475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51816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CC1D9-AB6A-47F5-BABB-4F4AF03E6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en-US" sz="4400" noProof="0" dirty="0"/>
              <a:t>Maximum Power Transfer III</a:t>
            </a:r>
            <a:endParaRPr lang="en-US" sz="44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F9D94-137F-441D-8245-D477B46E924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09"/>
            <a:ext cx="8458200" cy="2576615"/>
          </a:xfrm>
        </p:spPr>
        <p:txBody>
          <a:bodyPr>
            <a:no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 given circuit, V</a:t>
            </a:r>
            <a:r>
              <a:rPr lang="en-US" altLang="en-US" sz="2400" baseline="-25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R</a:t>
            </a:r>
            <a:r>
              <a:rPr lang="en-US" altLang="en-US" sz="2400" baseline="-25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fixed. By varying the load resistance R</a:t>
            </a:r>
            <a:r>
              <a:rPr lang="en-US" altLang="en-US" sz="2400" baseline="-25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power delivered to the load varies as shown.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can see that as R</a:t>
            </a:r>
            <a:r>
              <a:rPr lang="en-US" altLang="en-US" sz="2400" baseline="-25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approaches 0 and ∞ the power transferred goes to zero.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fact the maximum power transferred is when R</a:t>
            </a:r>
            <a:r>
              <a:rPr lang="en-US" altLang="en-US" sz="2400" baseline="-25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R</a:t>
            </a:r>
            <a:r>
              <a:rPr lang="en-US" altLang="en-US" sz="2400" baseline="-25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2400" baseline="-25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6ACC41-6C77-45F6-AFDF-FE54830303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9723" y="3952746"/>
            <a:ext cx="3196602" cy="2170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04156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B5F64AD-2B8D-4553-9466-3DBE10776D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7135"/>
            <a:ext cx="7720049" cy="5237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7407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869AAE2-75A2-40FE-903B-DB9FE359E7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7260"/>
            <a:ext cx="9144000" cy="538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26408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E2B01F6-6E99-4194-BCD7-80033548E0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8438"/>
            <a:ext cx="9144000" cy="5261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29981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2C674AB-7C41-435D-B021-9B6D58F18A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0845"/>
            <a:ext cx="9144000" cy="3977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77592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BCEBB43-BCD2-443B-B278-0507B5AA0C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932199" cy="2728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8EF70BC-E2AF-4974-8DB7-4E57915DCB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4573" y="2719495"/>
            <a:ext cx="3505725" cy="3595194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2913E2CD-F73D-6154-A379-B25572E75679}"/>
              </a:ext>
            </a:extLst>
          </p:cNvPr>
          <p:cNvGrpSpPr/>
          <p:nvPr/>
        </p:nvGrpSpPr>
        <p:grpSpPr>
          <a:xfrm>
            <a:off x="4721458" y="3754783"/>
            <a:ext cx="1282680" cy="236520"/>
            <a:chOff x="6196520" y="3449983"/>
            <a:chExt cx="1282680" cy="236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62A8CB5-1C1D-73B7-132B-919910C87403}"/>
                    </a:ext>
                  </a:extLst>
                </p14:cNvPr>
                <p14:cNvContentPartPr/>
                <p14:nvPr/>
              </p14:nvContentPartPr>
              <p14:xfrm>
                <a:off x="6196520" y="3449983"/>
                <a:ext cx="2160" cy="32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62A8CB5-1C1D-73B7-132B-919910C8740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190400" y="3443863"/>
                  <a:ext cx="1440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85189133-BB14-7EA6-6EC3-6C03C7F2F9CE}"/>
                    </a:ext>
                  </a:extLst>
                </p14:cNvPr>
                <p14:cNvContentPartPr/>
                <p14:nvPr/>
              </p14:nvContentPartPr>
              <p14:xfrm>
                <a:off x="6224960" y="3555463"/>
                <a:ext cx="50400" cy="918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85189133-BB14-7EA6-6EC3-6C03C7F2F9CE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218840" y="3549343"/>
                  <a:ext cx="6264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F99AB5A-A041-EB57-1271-7F48F425EB0F}"/>
                    </a:ext>
                  </a:extLst>
                </p14:cNvPr>
                <p14:cNvContentPartPr/>
                <p14:nvPr/>
              </p14:nvContentPartPr>
              <p14:xfrm>
                <a:off x="6304160" y="3623143"/>
                <a:ext cx="46440" cy="396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F99AB5A-A041-EB57-1271-7F48F425EB0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298040" y="3617023"/>
                  <a:ext cx="5868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A064E3D-911D-D80E-6420-D8E1D78B7A82}"/>
                    </a:ext>
                  </a:extLst>
                </p14:cNvPr>
                <p14:cNvContentPartPr/>
                <p14:nvPr/>
              </p14:nvContentPartPr>
              <p14:xfrm>
                <a:off x="6447440" y="3596503"/>
                <a:ext cx="63000" cy="158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A064E3D-911D-D80E-6420-D8E1D78B7A8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441320" y="3590383"/>
                  <a:ext cx="7524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F0EA083-B459-E375-BF92-4E87571DED3E}"/>
                    </a:ext>
                  </a:extLst>
                </p14:cNvPr>
                <p14:cNvContentPartPr/>
                <p14:nvPr/>
              </p14:nvContentPartPr>
              <p14:xfrm>
                <a:off x="6448520" y="3585703"/>
                <a:ext cx="16920" cy="576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F0EA083-B459-E375-BF92-4E87571DED3E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442400" y="3579583"/>
                  <a:ext cx="2916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B0BDA0F-0914-9530-F4A0-38949D1DC466}"/>
                    </a:ext>
                  </a:extLst>
                </p14:cNvPr>
                <p14:cNvContentPartPr/>
                <p14:nvPr/>
              </p14:nvContentPartPr>
              <p14:xfrm>
                <a:off x="6637520" y="3526303"/>
                <a:ext cx="47160" cy="806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B0BDA0F-0914-9530-F4A0-38949D1DC46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631400" y="3520183"/>
                  <a:ext cx="5940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F40CA8B-FA39-F26C-5E37-D1698E26A4D3}"/>
                    </a:ext>
                  </a:extLst>
                </p14:cNvPr>
                <p14:cNvContentPartPr/>
                <p14:nvPr/>
              </p14:nvContentPartPr>
              <p14:xfrm>
                <a:off x="6663080" y="3462583"/>
                <a:ext cx="14760" cy="90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F40CA8B-FA39-F26C-5E37-D1698E26A4D3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656960" y="3456463"/>
                  <a:ext cx="270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82DCE1B-3FB7-9C40-4D5F-CCA87E95D0E9}"/>
                    </a:ext>
                  </a:extLst>
                </p14:cNvPr>
                <p14:cNvContentPartPr/>
                <p14:nvPr/>
              </p14:nvContentPartPr>
              <p14:xfrm>
                <a:off x="6727880" y="3588223"/>
                <a:ext cx="102600" cy="666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82DCE1B-3FB7-9C40-4D5F-CCA87E95D0E9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721760" y="3582103"/>
                  <a:ext cx="11484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AAEBE84-EB70-F545-2457-80F91AAAFFEE}"/>
                    </a:ext>
                  </a:extLst>
                </p14:cNvPr>
                <p14:cNvContentPartPr/>
                <p14:nvPr/>
              </p14:nvContentPartPr>
              <p14:xfrm>
                <a:off x="6865040" y="3611263"/>
                <a:ext cx="93960" cy="136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AAEBE84-EB70-F545-2457-80F91AAAFFEE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858920" y="3605143"/>
                  <a:ext cx="10620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772A9DB-F9AC-D348-C0EA-684CB78AA415}"/>
                    </a:ext>
                  </a:extLst>
                </p14:cNvPr>
                <p14:cNvContentPartPr/>
                <p14:nvPr/>
              </p14:nvContentPartPr>
              <p14:xfrm>
                <a:off x="6911840" y="3573463"/>
                <a:ext cx="23400" cy="1083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772A9DB-F9AC-D348-C0EA-684CB78AA415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905720" y="3567343"/>
                  <a:ext cx="3564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7D72BA1-5B6E-9D21-0EFF-4D6578A7C423}"/>
                    </a:ext>
                  </a:extLst>
                </p14:cNvPr>
                <p14:cNvContentPartPr/>
                <p14:nvPr/>
              </p14:nvContentPartPr>
              <p14:xfrm>
                <a:off x="7030640" y="3571303"/>
                <a:ext cx="32040" cy="590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7D72BA1-5B6E-9D21-0EFF-4D6578A7C423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024520" y="3565183"/>
                  <a:ext cx="4428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296542A-476E-0DC5-B3A3-DF31CF6C2A88}"/>
                    </a:ext>
                  </a:extLst>
                </p14:cNvPr>
                <p14:cNvContentPartPr/>
                <p14:nvPr/>
              </p14:nvContentPartPr>
              <p14:xfrm>
                <a:off x="7027760" y="3505063"/>
                <a:ext cx="9000" cy="108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296542A-476E-0DC5-B3A3-DF31CF6C2A88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021640" y="3498943"/>
                  <a:ext cx="2124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E1E6680-417D-0FE7-A0AE-074BE1CDFC8F}"/>
                    </a:ext>
                  </a:extLst>
                </p14:cNvPr>
                <p14:cNvContentPartPr/>
                <p14:nvPr/>
              </p14:nvContentPartPr>
              <p14:xfrm>
                <a:off x="7085360" y="3565903"/>
                <a:ext cx="92880" cy="1206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E1E6680-417D-0FE7-A0AE-074BE1CDFC8F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079240" y="3559783"/>
                  <a:ext cx="10512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AA0D282-5BBD-8F8B-9C2E-2EFF8906CBC6}"/>
                    </a:ext>
                  </a:extLst>
                </p14:cNvPr>
                <p14:cNvContentPartPr/>
                <p14:nvPr/>
              </p14:nvContentPartPr>
              <p14:xfrm>
                <a:off x="7212800" y="3633223"/>
                <a:ext cx="101880" cy="316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AA0D282-5BBD-8F8B-9C2E-2EFF8906CBC6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206680" y="3627103"/>
                  <a:ext cx="11412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527542C-BF28-CCF4-B675-1AEDEE64FEF8}"/>
                    </a:ext>
                  </a:extLst>
                </p14:cNvPr>
                <p14:cNvContentPartPr/>
                <p14:nvPr/>
              </p14:nvContentPartPr>
              <p14:xfrm>
                <a:off x="7223240" y="3593623"/>
                <a:ext cx="95760" cy="194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527542C-BF28-CCF4-B675-1AEDEE64FEF8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217120" y="3587503"/>
                  <a:ext cx="10800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FB8224E-EA74-C331-6BC4-91FD4BF41747}"/>
                    </a:ext>
                  </a:extLst>
                </p14:cNvPr>
                <p14:cNvContentPartPr/>
                <p14:nvPr/>
              </p14:nvContentPartPr>
              <p14:xfrm>
                <a:off x="7407200" y="3622423"/>
                <a:ext cx="23400" cy="126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FB8224E-EA74-C331-6BC4-91FD4BF41747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401080" y="3616303"/>
                  <a:ext cx="3564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7D54D3F-A287-257C-FF5E-617FA6C50A3D}"/>
                    </a:ext>
                  </a:extLst>
                </p14:cNvPr>
                <p14:cNvContentPartPr/>
                <p14:nvPr/>
              </p14:nvContentPartPr>
              <p14:xfrm>
                <a:off x="7363640" y="3566983"/>
                <a:ext cx="115560" cy="795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7D54D3F-A287-257C-FF5E-617FA6C50A3D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357520" y="3560863"/>
                  <a:ext cx="127800" cy="9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5F2AD88-56D4-1F15-4916-1D5FD065A710}"/>
              </a:ext>
            </a:extLst>
          </p:cNvPr>
          <p:cNvGrpSpPr/>
          <p:nvPr/>
        </p:nvGrpSpPr>
        <p:grpSpPr>
          <a:xfrm>
            <a:off x="226169" y="1674208"/>
            <a:ext cx="217440" cy="423360"/>
            <a:chOff x="226169" y="1674208"/>
            <a:chExt cx="217440" cy="423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6B9DB9C-B4C9-CA94-9639-A2336C117B2A}"/>
                    </a:ext>
                  </a:extLst>
                </p14:cNvPr>
                <p14:cNvContentPartPr/>
                <p14:nvPr/>
              </p14:nvContentPartPr>
              <p14:xfrm>
                <a:off x="226169" y="1674208"/>
                <a:ext cx="177120" cy="2448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6B9DB9C-B4C9-CA94-9639-A2336C117B2A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63169" y="1611208"/>
                  <a:ext cx="302760" cy="37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CA15444-D1DB-547B-CDCD-A77A1B484096}"/>
                    </a:ext>
                  </a:extLst>
                </p14:cNvPr>
                <p14:cNvContentPartPr/>
                <p14:nvPr/>
              </p14:nvContentPartPr>
              <p14:xfrm>
                <a:off x="242729" y="1809208"/>
                <a:ext cx="200880" cy="2883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CA15444-D1DB-547B-CDCD-A77A1B484096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79729" y="1746208"/>
                  <a:ext cx="326520" cy="4140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B82C5C15-7D4A-6F52-7658-ADC40ABB292F}"/>
              </a:ext>
            </a:extLst>
          </p:cNvPr>
          <p:cNvSpPr txBox="1"/>
          <p:nvPr/>
        </p:nvSpPr>
        <p:spPr>
          <a:xfrm>
            <a:off x="5338618" y="2521527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CA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263874CC-1750-4D15-A286-262AEC3346A8}"/>
                  </a:ext>
                </a:extLst>
              </p14:cNvPr>
              <p14:cNvContentPartPr/>
              <p14:nvPr/>
            </p14:nvContentPartPr>
            <p14:xfrm>
              <a:off x="6928618" y="2273815"/>
              <a:ext cx="360" cy="36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263874CC-1750-4D15-A286-262AEC3346A8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6922498" y="2267695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CBB12C6B-790C-A940-69E8-AA9EF532DF49}"/>
                  </a:ext>
                </a:extLst>
              </p14:cNvPr>
              <p14:cNvContentPartPr/>
              <p14:nvPr/>
            </p14:nvContentPartPr>
            <p14:xfrm>
              <a:off x="4721458" y="2497735"/>
              <a:ext cx="1467000" cy="20376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CBB12C6B-790C-A940-69E8-AA9EF532DF49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4715338" y="2491615"/>
                <a:ext cx="1479240" cy="21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8213401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4A81765-E8F4-4A78-B6B2-10F986F305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2465"/>
            <a:ext cx="9144000" cy="5993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58426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73F8531-A5EF-4F7E-B9CF-5FDD18AAB9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219" y="11517"/>
            <a:ext cx="7859652" cy="586264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C6DC0FB-1F7A-454F-A274-78662B12E3B9}"/>
              </a:ext>
            </a:extLst>
          </p:cNvPr>
          <p:cNvSpPr/>
          <p:nvPr/>
        </p:nvSpPr>
        <p:spPr>
          <a:xfrm>
            <a:off x="11756" y="5665416"/>
            <a:ext cx="913224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equation above only comes when RL=RTH. When they are not equal we compute the power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delivered to the load by:</a:t>
            </a:r>
            <a:endParaRPr lang="en-CA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0CE9C72A-615A-4BA3-95CF-D073EE4995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46211" y="6103001"/>
          <a:ext cx="1311389" cy="5520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06360" imgH="507960" progId="Equation.DSMT4">
                  <p:embed/>
                </p:oleObj>
              </mc:Choice>
              <mc:Fallback>
                <p:oleObj name="Equation" r:id="rId3" imgW="1206360" imgH="50796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0CE9C72A-615A-4BA3-95CF-D073EE4995D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46211" y="6103001"/>
                        <a:ext cx="1311389" cy="5520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2133493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653527" y="0"/>
            <a:ext cx="1481328" cy="6858000"/>
          </a:xfrm>
          <a:prstGeom prst="rect">
            <a:avLst/>
          </a:prstGeom>
          <a:solidFill>
            <a:srgbClr val="E2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2672" y="0"/>
            <a:ext cx="1481328" cy="6858000"/>
          </a:xfrm>
          <a:prstGeom prst="rect">
            <a:avLst/>
          </a:prstGeom>
        </p:spPr>
      </p:pic>
      <p:pic>
        <p:nvPicPr>
          <p:cNvPr id="5" name="Picture 4" descr="logo_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6528" y="6400800"/>
            <a:ext cx="274320" cy="274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98079" y="6437376"/>
            <a:ext cx="12527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Times New Roman"/>
              </a:rPr>
              <a:t>© McGraw Hill LLC.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600" y="1005840"/>
            <a:ext cx="1828800" cy="1828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98448" y="3794760"/>
            <a:ext cx="426110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Because learning changes everything.®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50592" y="5330952"/>
            <a:ext cx="195681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</a:rPr>
              <a:t>www.mheducation.com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tle Slides Master">
  <a:themeElements>
    <a:clrScheme name="MHE PPT Theme Colors 06 15 18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21A23"/>
      </a:accent1>
      <a:accent2>
        <a:srgbClr val="FFB600"/>
      </a:accent2>
      <a:accent3>
        <a:srgbClr val="625D9C"/>
      </a:accent3>
      <a:accent4>
        <a:srgbClr val="AF1858"/>
      </a:accent4>
      <a:accent5>
        <a:srgbClr val="692146"/>
      </a:accent5>
      <a:accent6>
        <a:srgbClr val="EC7700"/>
      </a:accent6>
      <a:hlink>
        <a:srgbClr val="625D9C"/>
      </a:hlink>
      <a:folHlink>
        <a:srgbClr val="373A3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HHE_Generic Accessible PPT Template_Editorial_v9_2019.potx" id="{41975DA0-F041-4DB0-8948-AC3BFD0C25BA}" vid="{84F6219E-3D47-41AC-9893-1108D06AA07D}"/>
    </a:ext>
  </a:extLst>
</a:theme>
</file>

<file path=ppt/theme/theme2.xml><?xml version="1.0" encoding="utf-8"?>
<a:theme xmlns:a="http://schemas.openxmlformats.org/drawingml/2006/main" name="MainContentSlideMaster">
  <a:themeElements>
    <a:clrScheme name="MHE PPT Theme Colors 06 15 18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21A23"/>
      </a:accent1>
      <a:accent2>
        <a:srgbClr val="FFB600"/>
      </a:accent2>
      <a:accent3>
        <a:srgbClr val="625D9C"/>
      </a:accent3>
      <a:accent4>
        <a:srgbClr val="AF1858"/>
      </a:accent4>
      <a:accent5>
        <a:srgbClr val="692146"/>
      </a:accent5>
      <a:accent6>
        <a:srgbClr val="EC7700"/>
      </a:accent6>
      <a:hlink>
        <a:srgbClr val="625D9C"/>
      </a:hlink>
      <a:folHlink>
        <a:srgbClr val="373A3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HHE_Generic Accessible PPT Template_Editorial_v9_2019.potx" id="{41975DA0-F041-4DB0-8948-AC3BFD0C25BA}" vid="{B385948E-CF34-4CE8-9AC7-28DE40FDC656}"/>
    </a:ext>
  </a:extLst>
</a:theme>
</file>

<file path=ppt/theme/theme3.xml><?xml version="1.0" encoding="utf-8"?>
<a:theme xmlns:a="http://schemas.openxmlformats.org/drawingml/2006/main" name="ClosingMaster">
  <a:themeElements>
    <a:clrScheme name="MHE PPT Theme Colors 06 15 18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21A23"/>
      </a:accent1>
      <a:accent2>
        <a:srgbClr val="FFB600"/>
      </a:accent2>
      <a:accent3>
        <a:srgbClr val="625D9C"/>
      </a:accent3>
      <a:accent4>
        <a:srgbClr val="AF1858"/>
      </a:accent4>
      <a:accent5>
        <a:srgbClr val="692146"/>
      </a:accent5>
      <a:accent6>
        <a:srgbClr val="EC7700"/>
      </a:accent6>
      <a:hlink>
        <a:srgbClr val="625D9C"/>
      </a:hlink>
      <a:folHlink>
        <a:srgbClr val="373A3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HHE_Generic Accessible PPT Template_Editorial_v9_2019.potx" id="{41975DA0-F041-4DB0-8948-AC3BFD0C25BA}" vid="{FEE61EC3-6634-45B5-BF77-FBC9B835BC79}"/>
    </a:ext>
  </a:extLst>
</a:theme>
</file>

<file path=ppt/theme/theme4.xml><?xml version="1.0" encoding="utf-8"?>
<a:theme xmlns:a="http://schemas.openxmlformats.org/drawingml/2006/main" name="DividerSlideMaster">
  <a:themeElements>
    <a:clrScheme name="MHE PPT Theme Colors 06 15 18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21A23"/>
      </a:accent1>
      <a:accent2>
        <a:srgbClr val="FFB600"/>
      </a:accent2>
      <a:accent3>
        <a:srgbClr val="625D9C"/>
      </a:accent3>
      <a:accent4>
        <a:srgbClr val="AF1858"/>
      </a:accent4>
      <a:accent5>
        <a:srgbClr val="692146"/>
      </a:accent5>
      <a:accent6>
        <a:srgbClr val="EC7700"/>
      </a:accent6>
      <a:hlink>
        <a:srgbClr val="625D9C"/>
      </a:hlink>
      <a:folHlink>
        <a:srgbClr val="373A3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HHE_Generic Accessible PPT Template_Editorial_v9_2019.potx" id="{41975DA0-F041-4DB0-8948-AC3BFD0C25BA}" vid="{A15A20A0-BEE6-47A5-BC6B-F87134FBF13C}"/>
    </a:ext>
  </a:extLst>
</a:theme>
</file>

<file path=ppt/theme/theme5.xml><?xml version="1.0" encoding="utf-8"?>
<a:theme xmlns:a="http://schemas.openxmlformats.org/drawingml/2006/main" name="ImageDescriptionAppendixSlideMaster">
  <a:themeElements>
    <a:clrScheme name="MHE PPT Theme Colors 06 15 18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21A23"/>
      </a:accent1>
      <a:accent2>
        <a:srgbClr val="FFB600"/>
      </a:accent2>
      <a:accent3>
        <a:srgbClr val="625D9C"/>
      </a:accent3>
      <a:accent4>
        <a:srgbClr val="AF1858"/>
      </a:accent4>
      <a:accent5>
        <a:srgbClr val="692146"/>
      </a:accent5>
      <a:accent6>
        <a:srgbClr val="EC7700"/>
      </a:accent6>
      <a:hlink>
        <a:srgbClr val="625D9C"/>
      </a:hlink>
      <a:folHlink>
        <a:srgbClr val="373A3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HHE_Generic Accessible PPT Template_Editorial_v9_2019.potx" id="{41975DA0-F041-4DB0-8948-AC3BFD0C25BA}" vid="{22313DF8-AA3F-4A8D-9652-6DDC53D759ED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1155F30E97C6648B20B3A3C67389E48" ma:contentTypeVersion="11" ma:contentTypeDescription="Create a new document." ma:contentTypeScope="" ma:versionID="0e46556320d9f3361aa6da501e2644b8">
  <xsd:schema xmlns:xsd="http://www.w3.org/2001/XMLSchema" xmlns:xs="http://www.w3.org/2001/XMLSchema" xmlns:p="http://schemas.microsoft.com/office/2006/metadata/properties" xmlns:ns3="424f447d-6074-493a-bfd7-f12000995a6c" targetNamespace="http://schemas.microsoft.com/office/2006/metadata/properties" ma:root="true" ma:fieldsID="65230762ec06c5bbea9065d70216dd43" ns3:_="">
    <xsd:import namespace="424f447d-6074-493a-bfd7-f12000995a6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4f447d-6074-493a-bfd7-f12000995a6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BEC4673-9B8F-4A2F-8804-F905A34E018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B8816B0-ED04-489B-98F0-289F8AA87147}">
  <ds:schemaRefs>
    <ds:schemaRef ds:uri="http://schemas.microsoft.com/office/2006/metadata/properties"/>
    <ds:schemaRef ds:uri="http://purl.org/dc/elements/1.1/"/>
    <ds:schemaRef ds:uri="424f447d-6074-493a-bfd7-f12000995a6c"/>
    <ds:schemaRef ds:uri="http://schemas.openxmlformats.org/package/2006/metadata/core-properties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purl.org/dc/dcmitype/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ED977E12-6327-4578-A055-D58427364C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24f447d-6074-493a-bfd7-f12000995a6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MHHE_Generic Accessible PPT Template_Editorial_v9_2019</Template>
  <TotalTime>2589</TotalTime>
  <Words>1494</Words>
  <Application>Microsoft Office PowerPoint</Application>
  <PresentationFormat>On-screen Show (4:3)</PresentationFormat>
  <Paragraphs>147</Paragraphs>
  <Slides>65</Slides>
  <Notes>21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5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74" baseType="lpstr">
      <vt:lpstr>Arial</vt:lpstr>
      <vt:lpstr>Calibri</vt:lpstr>
      <vt:lpstr>Times New Roman</vt:lpstr>
      <vt:lpstr>Title Slides Master</vt:lpstr>
      <vt:lpstr>MainContentSlideMaster</vt:lpstr>
      <vt:lpstr>ClosingMaster</vt:lpstr>
      <vt:lpstr>DividerSlideMaster</vt:lpstr>
      <vt:lpstr>ImageDescriptionAppendixSlideMaster</vt:lpstr>
      <vt:lpstr>Equation</vt:lpstr>
      <vt:lpstr>PowerPoint Presentation</vt:lpstr>
      <vt:lpstr>Overview</vt:lpstr>
      <vt:lpstr>Linearity</vt:lpstr>
      <vt:lpstr>Superposition</vt:lpstr>
      <vt:lpstr>PowerPoint Presentation</vt:lpstr>
      <vt:lpstr>Applying Superposition</vt:lpstr>
      <vt:lpstr>PowerPoint Presentation</vt:lpstr>
      <vt:lpstr>PowerPoint Presentation</vt:lpstr>
      <vt:lpstr>PowerPoint Presentation</vt:lpstr>
      <vt:lpstr>Source Transformation</vt:lpstr>
      <vt:lpstr>Source Transformation II</vt:lpstr>
      <vt:lpstr>Terminal Equivalency</vt:lpstr>
      <vt:lpstr>Dependent Sources</vt:lpstr>
      <vt:lpstr>Source transformation rules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Thevenin’s Theorem</vt:lpstr>
      <vt:lpstr>Thevenin’s Theorem II</vt:lpstr>
      <vt:lpstr>Thevenin’s Theorem III</vt:lpstr>
      <vt:lpstr>Thevenin’s Theorem IV</vt:lpstr>
      <vt:lpstr>Thevenin’s Theorem V</vt:lpstr>
      <vt:lpstr>Negative Resistance?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Norton’s Theorem</vt:lpstr>
      <vt:lpstr>Norton’s Theorem II</vt:lpstr>
      <vt:lpstr>Norton versus Thevenin</vt:lpstr>
      <vt:lpstr>Norton versus Thevenin II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Maximum Power Transfer</vt:lpstr>
      <vt:lpstr>Maximum Power Transfer II</vt:lpstr>
      <vt:lpstr>Maximum Power Transfer III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ENVIRONMENTAL SCIENCE A Global Concern, 15th edition</dc:title>
  <dc:creator>R, Nithiyanandhan</dc:creator>
  <cp:keywords>PPT</cp:keywords>
  <cp:lastModifiedBy>Mozhgan Moazzen Zadeh-Bacon</cp:lastModifiedBy>
  <cp:revision>127</cp:revision>
  <dcterms:created xsi:type="dcterms:W3CDTF">2019-12-14T02:10:23Z</dcterms:created>
  <dcterms:modified xsi:type="dcterms:W3CDTF">2026-09-27T05:17:18Z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0x010100C1155F30E97C6648B20B3A3C67389E48</vt:lpwstr>
  </property>
</Properties>
</file>